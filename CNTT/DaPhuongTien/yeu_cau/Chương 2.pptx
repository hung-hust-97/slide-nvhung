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 id="2147483662" r:id="rId2"/>
  </p:sldMasterIdLst>
  <p:notesMasterIdLst>
    <p:notesMasterId r:id="rId40"/>
  </p:notesMasterIdLst>
  <p:sldIdLst>
    <p:sldId id="267" r:id="rId3"/>
    <p:sldId id="268" r:id="rId4"/>
    <p:sldId id="269" r:id="rId5"/>
    <p:sldId id="271" r:id="rId6"/>
    <p:sldId id="272" r:id="rId7"/>
    <p:sldId id="273" r:id="rId8"/>
    <p:sldId id="274" r:id="rId9"/>
    <p:sldId id="275" r:id="rId10"/>
    <p:sldId id="276" r:id="rId11"/>
    <p:sldId id="277" r:id="rId12"/>
    <p:sldId id="278" r:id="rId13"/>
    <p:sldId id="279" r:id="rId14"/>
    <p:sldId id="280" r:id="rId15"/>
    <p:sldId id="281" r:id="rId16"/>
    <p:sldId id="282" r:id="rId17"/>
    <p:sldId id="284" r:id="rId18"/>
    <p:sldId id="285" r:id="rId19"/>
    <p:sldId id="286" r:id="rId20"/>
    <p:sldId id="287" r:id="rId21"/>
    <p:sldId id="288" r:id="rId22"/>
    <p:sldId id="289" r:id="rId23"/>
    <p:sldId id="290" r:id="rId24"/>
    <p:sldId id="291" r:id="rId25"/>
    <p:sldId id="292" r:id="rId26"/>
    <p:sldId id="293" r:id="rId27"/>
    <p:sldId id="294" r:id="rId28"/>
    <p:sldId id="295" r:id="rId29"/>
    <p:sldId id="296" r:id="rId30"/>
    <p:sldId id="297" r:id="rId31"/>
    <p:sldId id="298" r:id="rId32"/>
    <p:sldId id="299" r:id="rId33"/>
    <p:sldId id="300" r:id="rId34"/>
    <p:sldId id="301" r:id="rId35"/>
    <p:sldId id="302" r:id="rId36"/>
    <p:sldId id="303" r:id="rId37"/>
    <p:sldId id="304" r:id="rId38"/>
    <p:sldId id="305" r:id="rId3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0F4F7"/>
    <a:srgbClr val="3B444E"/>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014" autoAdjust="0"/>
    <p:restoredTop sz="94660"/>
  </p:normalViewPr>
  <p:slideViewPr>
    <p:cSldViewPr snapToGrid="0">
      <p:cViewPr varScale="1">
        <p:scale>
          <a:sx n="105" d="100"/>
          <a:sy n="105" d="100"/>
        </p:scale>
        <p:origin x="774" y="11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viewProps" Target="viewProps.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41"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notesMaster" Target="notesMasters/notesMaster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4" Type="http://schemas.openxmlformats.org/officeDocument/2006/relationships/tableStyles" Target="tableStyle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theme" Target="theme/theme1.xml"/><Relationship Id="rId8" Type="http://schemas.openxmlformats.org/officeDocument/2006/relationships/slide" Target="slides/slide6.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8B4EA69-4B77-4361-A78F-B68DC324DB45}" type="datetimeFigureOut">
              <a:rPr lang="en-US" smtClean="0"/>
              <a:t>12/11/2025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F3C2F89-9B9E-42F1-857B-F6C04482280F}" type="slidenum">
              <a:rPr lang="en-US" smtClean="0"/>
              <a:t>‹#›</a:t>
            </a:fld>
            <a:endParaRPr lang="en-US"/>
          </a:p>
        </p:txBody>
      </p:sp>
    </p:spTree>
    <p:extLst>
      <p:ext uri="{BB962C8B-B14F-4D97-AF65-F5344CB8AC3E}">
        <p14:creationId xmlns:p14="http://schemas.microsoft.com/office/powerpoint/2010/main" val="181485098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D57EA8-8432-6B03-2712-06C878DD294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FF5937E-CB70-8FC1-6B82-91F68B54F3C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66D4CD3-5B8C-7B0D-67B2-18F3A3C1EDF3}"/>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8789E966-DD8E-E7FF-7038-2E957341CC74}"/>
              </a:ext>
            </a:extLst>
          </p:cNvPr>
          <p:cNvSpPr>
            <a:spLocks noGrp="1"/>
          </p:cNvSpPr>
          <p:nvPr>
            <p:ph type="sldNum" sz="quarter" idx="5"/>
          </p:nvPr>
        </p:nvSpPr>
        <p:spPr/>
        <p:txBody>
          <a:bodyPr/>
          <a:lstStyle/>
          <a:p>
            <a:fld id="{9F3C2F89-9B9E-42F1-857B-F6C04482280F}" type="slidenum">
              <a:rPr lang="en-US" smtClean="0"/>
              <a:t>3</a:t>
            </a:fld>
            <a:endParaRPr lang="en-US"/>
          </a:p>
        </p:txBody>
      </p:sp>
    </p:spTree>
    <p:extLst>
      <p:ext uri="{BB962C8B-B14F-4D97-AF65-F5344CB8AC3E}">
        <p14:creationId xmlns:p14="http://schemas.microsoft.com/office/powerpoint/2010/main" val="292057898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E0F966-8EB8-9839-1091-05FC814ACE8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450E914-5CAD-7CF0-5138-689181AE51D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55CCD5B-40AE-4CBA-E99E-5DAE680709BC}"/>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63BC4F70-C089-0CF0-4FA6-E9BE45CC34F3}"/>
              </a:ext>
            </a:extLst>
          </p:cNvPr>
          <p:cNvSpPr>
            <a:spLocks noGrp="1"/>
          </p:cNvSpPr>
          <p:nvPr>
            <p:ph type="sldNum" sz="quarter" idx="5"/>
          </p:nvPr>
        </p:nvSpPr>
        <p:spPr/>
        <p:txBody>
          <a:bodyPr/>
          <a:lstStyle/>
          <a:p>
            <a:fld id="{9F3C2F89-9B9E-42F1-857B-F6C04482280F}" type="slidenum">
              <a:rPr lang="en-US" smtClean="0"/>
              <a:t>4</a:t>
            </a:fld>
            <a:endParaRPr lang="en-US"/>
          </a:p>
        </p:txBody>
      </p:sp>
    </p:spTree>
    <p:extLst>
      <p:ext uri="{BB962C8B-B14F-4D97-AF65-F5344CB8AC3E}">
        <p14:creationId xmlns:p14="http://schemas.microsoft.com/office/powerpoint/2010/main" val="220734583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052DC5-3FEC-E6DB-F19A-936DD472A0F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2F42877-D745-E9DD-7963-E361A3D3AF6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AE7159-99B7-93E4-EC8F-080D45ECC0D1}"/>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CBE9EE1C-0F6C-C2C6-CA7A-4729B8691105}"/>
              </a:ext>
            </a:extLst>
          </p:cNvPr>
          <p:cNvSpPr>
            <a:spLocks noGrp="1"/>
          </p:cNvSpPr>
          <p:nvPr>
            <p:ph type="sldNum" sz="quarter" idx="5"/>
          </p:nvPr>
        </p:nvSpPr>
        <p:spPr/>
        <p:txBody>
          <a:bodyPr/>
          <a:lstStyle/>
          <a:p>
            <a:fld id="{9F3C2F89-9B9E-42F1-857B-F6C04482280F}" type="slidenum">
              <a:rPr lang="en-US" smtClean="0"/>
              <a:t>5</a:t>
            </a:fld>
            <a:endParaRPr lang="en-US"/>
          </a:p>
        </p:txBody>
      </p:sp>
    </p:spTree>
    <p:extLst>
      <p:ext uri="{BB962C8B-B14F-4D97-AF65-F5344CB8AC3E}">
        <p14:creationId xmlns:p14="http://schemas.microsoft.com/office/powerpoint/2010/main" val="297239659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F1BB1C-F2C8-5D95-2C06-21636C698DB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1BDD08A-0B1F-F844-CBCC-E7C7FBB236A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87B60F6-AE84-BA34-57A1-D02F3EBC7C47}"/>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45BC19BA-28D5-D7B5-8B26-9F24D1238231}"/>
              </a:ext>
            </a:extLst>
          </p:cNvPr>
          <p:cNvSpPr>
            <a:spLocks noGrp="1"/>
          </p:cNvSpPr>
          <p:nvPr>
            <p:ph type="sldNum" sz="quarter" idx="5"/>
          </p:nvPr>
        </p:nvSpPr>
        <p:spPr/>
        <p:txBody>
          <a:bodyPr/>
          <a:lstStyle/>
          <a:p>
            <a:fld id="{9F3C2F89-9B9E-42F1-857B-F6C04482280F}" type="slidenum">
              <a:rPr lang="en-US" smtClean="0"/>
              <a:t>6</a:t>
            </a:fld>
            <a:endParaRPr lang="en-US"/>
          </a:p>
        </p:txBody>
      </p:sp>
    </p:spTree>
    <p:extLst>
      <p:ext uri="{BB962C8B-B14F-4D97-AF65-F5344CB8AC3E}">
        <p14:creationId xmlns:p14="http://schemas.microsoft.com/office/powerpoint/2010/main" val="147755191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857FA2-58F2-9FA1-E0FD-6D8C7BAA17E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37C52DC-D53B-26A6-7384-3851168001B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7AD4DF1-DE27-06E0-92FF-EC2EE7DC2C30}"/>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D77F22D9-924E-1E9A-DC12-1D5CC146B5E5}"/>
              </a:ext>
            </a:extLst>
          </p:cNvPr>
          <p:cNvSpPr>
            <a:spLocks noGrp="1"/>
          </p:cNvSpPr>
          <p:nvPr>
            <p:ph type="sldNum" sz="quarter" idx="5"/>
          </p:nvPr>
        </p:nvSpPr>
        <p:spPr/>
        <p:txBody>
          <a:bodyPr/>
          <a:lstStyle/>
          <a:p>
            <a:fld id="{9F3C2F89-9B9E-42F1-857B-F6C04482280F}" type="slidenum">
              <a:rPr lang="en-US" smtClean="0"/>
              <a:t>7</a:t>
            </a:fld>
            <a:endParaRPr lang="en-US"/>
          </a:p>
        </p:txBody>
      </p:sp>
    </p:spTree>
    <p:extLst>
      <p:ext uri="{BB962C8B-B14F-4D97-AF65-F5344CB8AC3E}">
        <p14:creationId xmlns:p14="http://schemas.microsoft.com/office/powerpoint/2010/main" val="288760964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F2E348-77A2-E724-0B38-215D6D84407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5666282-2B1B-E70D-0AD3-3769E109ACA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341A665-7A1A-2791-AD4C-0F9FFCE6761E}"/>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E54CB0F5-A491-8C94-A5D3-6284188A20C0}"/>
              </a:ext>
            </a:extLst>
          </p:cNvPr>
          <p:cNvSpPr>
            <a:spLocks noGrp="1"/>
          </p:cNvSpPr>
          <p:nvPr>
            <p:ph type="sldNum" sz="quarter" idx="5"/>
          </p:nvPr>
        </p:nvSpPr>
        <p:spPr/>
        <p:txBody>
          <a:bodyPr/>
          <a:lstStyle/>
          <a:p>
            <a:fld id="{9F3C2F89-9B9E-42F1-857B-F6C04482280F}" type="slidenum">
              <a:rPr lang="en-US" smtClean="0"/>
              <a:t>8</a:t>
            </a:fld>
            <a:endParaRPr lang="en-US"/>
          </a:p>
        </p:txBody>
      </p:sp>
    </p:spTree>
    <p:extLst>
      <p:ext uri="{BB962C8B-B14F-4D97-AF65-F5344CB8AC3E}">
        <p14:creationId xmlns:p14="http://schemas.microsoft.com/office/powerpoint/2010/main" val="77634339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8375F9-B09B-D63B-D3E9-F145C12CFEA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14E3A91-637A-9A75-3705-015DDC28CDE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3AC5382-3133-1088-E464-2B52FB4F944D}"/>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5C9B8AEE-864F-2F58-7061-13E1B78F94A9}"/>
              </a:ext>
            </a:extLst>
          </p:cNvPr>
          <p:cNvSpPr>
            <a:spLocks noGrp="1"/>
          </p:cNvSpPr>
          <p:nvPr>
            <p:ph type="sldNum" sz="quarter" idx="5"/>
          </p:nvPr>
        </p:nvSpPr>
        <p:spPr/>
        <p:txBody>
          <a:bodyPr/>
          <a:lstStyle/>
          <a:p>
            <a:fld id="{9F3C2F89-9B9E-42F1-857B-F6C04482280F}" type="slidenum">
              <a:rPr lang="en-US" smtClean="0"/>
              <a:t>9</a:t>
            </a:fld>
            <a:endParaRPr lang="en-US"/>
          </a:p>
        </p:txBody>
      </p:sp>
    </p:spTree>
    <p:extLst>
      <p:ext uri="{BB962C8B-B14F-4D97-AF65-F5344CB8AC3E}">
        <p14:creationId xmlns:p14="http://schemas.microsoft.com/office/powerpoint/2010/main" val="16498771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F8F347-003E-B528-6695-B5BFAC864E4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6A2386F-E9E0-51E7-4F1F-F4AC3658EE6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D09801F-0D7A-46F4-9E30-C7737773BEE0}"/>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9E3E3057-9870-CA9F-7DEF-6D72789443F8}"/>
              </a:ext>
            </a:extLst>
          </p:cNvPr>
          <p:cNvSpPr>
            <a:spLocks noGrp="1"/>
          </p:cNvSpPr>
          <p:nvPr>
            <p:ph type="sldNum" sz="quarter" idx="5"/>
          </p:nvPr>
        </p:nvSpPr>
        <p:spPr/>
        <p:txBody>
          <a:bodyPr/>
          <a:lstStyle/>
          <a:p>
            <a:fld id="{9F3C2F89-9B9E-42F1-857B-F6C04482280F}" type="slidenum">
              <a:rPr lang="en-US" smtClean="0"/>
              <a:t>10</a:t>
            </a:fld>
            <a:endParaRPr lang="en-US"/>
          </a:p>
        </p:txBody>
      </p:sp>
    </p:spTree>
    <p:extLst>
      <p:ext uri="{BB962C8B-B14F-4D97-AF65-F5344CB8AC3E}">
        <p14:creationId xmlns:p14="http://schemas.microsoft.com/office/powerpoint/2010/main" val="141761237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A4FB57-A295-43C6-B9B5-50CAA8B5E3D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0C2EC1F-B31B-05EC-B5DF-EA81FF4759D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A892C34-5F7E-DEB3-E59B-998DA2761BD2}"/>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0119D620-2673-37F9-503F-7FB18A2D7AA5}"/>
              </a:ext>
            </a:extLst>
          </p:cNvPr>
          <p:cNvSpPr>
            <a:spLocks noGrp="1"/>
          </p:cNvSpPr>
          <p:nvPr>
            <p:ph type="sldNum" sz="quarter" idx="5"/>
          </p:nvPr>
        </p:nvSpPr>
        <p:spPr/>
        <p:txBody>
          <a:bodyPr/>
          <a:lstStyle/>
          <a:p>
            <a:fld id="{9F3C2F89-9B9E-42F1-857B-F6C04482280F}" type="slidenum">
              <a:rPr lang="en-US" smtClean="0"/>
              <a:t>11</a:t>
            </a:fld>
            <a:endParaRPr lang="en-US"/>
          </a:p>
        </p:txBody>
      </p:sp>
    </p:spTree>
    <p:extLst>
      <p:ext uri="{BB962C8B-B14F-4D97-AF65-F5344CB8AC3E}">
        <p14:creationId xmlns:p14="http://schemas.microsoft.com/office/powerpoint/2010/main" val="146832412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F5F69A-D102-081F-0143-621713CF8DB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C2A3E92-1515-2676-3FE4-20038A0132A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F453381-F261-9B27-D31D-75714655DFB0}"/>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55A66D40-CBDA-C64A-3179-269B65E8531A}"/>
              </a:ext>
            </a:extLst>
          </p:cNvPr>
          <p:cNvSpPr>
            <a:spLocks noGrp="1"/>
          </p:cNvSpPr>
          <p:nvPr>
            <p:ph type="sldNum" sz="quarter" idx="5"/>
          </p:nvPr>
        </p:nvSpPr>
        <p:spPr/>
        <p:txBody>
          <a:bodyPr/>
          <a:lstStyle/>
          <a:p>
            <a:fld id="{9F3C2F89-9B9E-42F1-857B-F6C04482280F}" type="slidenum">
              <a:rPr lang="en-US" smtClean="0"/>
              <a:t>12</a:t>
            </a:fld>
            <a:endParaRPr lang="en-US"/>
          </a:p>
        </p:txBody>
      </p:sp>
    </p:spTree>
    <p:extLst>
      <p:ext uri="{BB962C8B-B14F-4D97-AF65-F5344CB8AC3E}">
        <p14:creationId xmlns:p14="http://schemas.microsoft.com/office/powerpoint/2010/main" val="423427941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585402-FE3C-7547-8910-956BA8B1CC9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48D574B-C072-7BF9-DD5C-F0170F503BD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3E2131A-FC08-F2A5-D5F6-DD56ECEA257F}"/>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273F6F5C-4264-C602-27ED-7C2900ECACCD}"/>
              </a:ext>
            </a:extLst>
          </p:cNvPr>
          <p:cNvSpPr>
            <a:spLocks noGrp="1"/>
          </p:cNvSpPr>
          <p:nvPr>
            <p:ph type="sldNum" sz="quarter" idx="5"/>
          </p:nvPr>
        </p:nvSpPr>
        <p:spPr/>
        <p:txBody>
          <a:bodyPr/>
          <a:lstStyle/>
          <a:p>
            <a:fld id="{9F3C2F89-9B9E-42F1-857B-F6C04482280F}" type="slidenum">
              <a:rPr lang="en-US" smtClean="0"/>
              <a:t>14</a:t>
            </a:fld>
            <a:endParaRPr lang="en-US"/>
          </a:p>
        </p:txBody>
      </p:sp>
    </p:spTree>
    <p:extLst>
      <p:ext uri="{BB962C8B-B14F-4D97-AF65-F5344CB8AC3E}">
        <p14:creationId xmlns:p14="http://schemas.microsoft.com/office/powerpoint/2010/main" val="190324380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772714-952B-E8D5-22F2-2C7F21C3680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857551F-9AF5-1896-D591-163301C1C6A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2BD7D05-B910-B2DB-6DA9-AD170B691CD6}"/>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0794AE84-5C90-2B5A-F529-7FA1F60DABCE}"/>
              </a:ext>
            </a:extLst>
          </p:cNvPr>
          <p:cNvSpPr>
            <a:spLocks noGrp="1"/>
          </p:cNvSpPr>
          <p:nvPr>
            <p:ph type="sldNum" sz="quarter" idx="5"/>
          </p:nvPr>
        </p:nvSpPr>
        <p:spPr/>
        <p:txBody>
          <a:bodyPr/>
          <a:lstStyle/>
          <a:p>
            <a:fld id="{9F3C2F89-9B9E-42F1-857B-F6C04482280F}" type="slidenum">
              <a:rPr lang="en-US" smtClean="0"/>
              <a:t>15</a:t>
            </a:fld>
            <a:endParaRPr lang="en-US"/>
          </a:p>
        </p:txBody>
      </p:sp>
    </p:spTree>
    <p:extLst>
      <p:ext uri="{BB962C8B-B14F-4D97-AF65-F5344CB8AC3E}">
        <p14:creationId xmlns:p14="http://schemas.microsoft.com/office/powerpoint/2010/main" val="182202924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C3C2ED-798B-9B67-A163-E6E1C1D35DE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0D698E9-CFED-92FA-0377-5A112540253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6104E81-1FCC-9D98-8427-E1EF3E064992}"/>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49315BAC-50FA-FC8F-A33F-CE5EB9D0BCB6}"/>
              </a:ext>
            </a:extLst>
          </p:cNvPr>
          <p:cNvSpPr>
            <a:spLocks noGrp="1"/>
          </p:cNvSpPr>
          <p:nvPr>
            <p:ph type="sldNum" sz="quarter" idx="5"/>
          </p:nvPr>
        </p:nvSpPr>
        <p:spPr/>
        <p:txBody>
          <a:bodyPr/>
          <a:lstStyle/>
          <a:p>
            <a:fld id="{9F3C2F89-9B9E-42F1-857B-F6C04482280F}" type="slidenum">
              <a:rPr lang="en-US" smtClean="0"/>
              <a:t>16</a:t>
            </a:fld>
            <a:endParaRPr lang="en-US"/>
          </a:p>
        </p:txBody>
      </p:sp>
    </p:spTree>
    <p:extLst>
      <p:ext uri="{BB962C8B-B14F-4D97-AF65-F5344CB8AC3E}">
        <p14:creationId xmlns:p14="http://schemas.microsoft.com/office/powerpoint/2010/main" val="13469522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B6961F-879F-10AC-51CF-5BD91061CDF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52BEB06-11F0-E421-2086-F04A73D3CE5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C9A96D7-697E-6F62-6A1E-450A52A1D637}"/>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709E8B48-76DB-DB86-96FF-5FFCBD43ED23}"/>
              </a:ext>
            </a:extLst>
          </p:cNvPr>
          <p:cNvSpPr>
            <a:spLocks noGrp="1"/>
          </p:cNvSpPr>
          <p:nvPr>
            <p:ph type="sldNum" sz="quarter" idx="5"/>
          </p:nvPr>
        </p:nvSpPr>
        <p:spPr/>
        <p:txBody>
          <a:bodyPr/>
          <a:lstStyle/>
          <a:p>
            <a:fld id="{9F3C2F89-9B9E-42F1-857B-F6C04482280F}" type="slidenum">
              <a:rPr lang="en-US" smtClean="0"/>
              <a:t>17</a:t>
            </a:fld>
            <a:endParaRPr lang="en-US"/>
          </a:p>
        </p:txBody>
      </p:sp>
    </p:spTree>
    <p:extLst>
      <p:ext uri="{BB962C8B-B14F-4D97-AF65-F5344CB8AC3E}">
        <p14:creationId xmlns:p14="http://schemas.microsoft.com/office/powerpoint/2010/main" val="254357511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685BE2-28D3-D37B-669D-B85F599D61D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3D04324-7C0D-57EA-B662-D311B7436C1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E1553AF-DE67-2780-4EC6-7867348851C1}"/>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0B1E3E06-1BA3-DE2E-FA3F-8C66352526DA}"/>
              </a:ext>
            </a:extLst>
          </p:cNvPr>
          <p:cNvSpPr>
            <a:spLocks noGrp="1"/>
          </p:cNvSpPr>
          <p:nvPr>
            <p:ph type="sldNum" sz="quarter" idx="5"/>
          </p:nvPr>
        </p:nvSpPr>
        <p:spPr/>
        <p:txBody>
          <a:bodyPr/>
          <a:lstStyle/>
          <a:p>
            <a:fld id="{9F3C2F89-9B9E-42F1-857B-F6C04482280F}" type="slidenum">
              <a:rPr lang="en-US" smtClean="0"/>
              <a:t>18</a:t>
            </a:fld>
            <a:endParaRPr lang="en-US"/>
          </a:p>
        </p:txBody>
      </p:sp>
    </p:spTree>
    <p:extLst>
      <p:ext uri="{BB962C8B-B14F-4D97-AF65-F5344CB8AC3E}">
        <p14:creationId xmlns:p14="http://schemas.microsoft.com/office/powerpoint/2010/main" val="18069049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FA4026-F47A-71CB-6BF2-ED72574F011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4F50F00-18B0-45DC-06D0-5F45C5C943C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01A7E6D-4549-C5EC-D0D5-AA6E5C983DEC}"/>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1316C5D3-DF91-68A8-989A-D47DBA7C0634}"/>
              </a:ext>
            </a:extLst>
          </p:cNvPr>
          <p:cNvSpPr>
            <a:spLocks noGrp="1"/>
          </p:cNvSpPr>
          <p:nvPr>
            <p:ph type="sldNum" sz="quarter" idx="5"/>
          </p:nvPr>
        </p:nvSpPr>
        <p:spPr/>
        <p:txBody>
          <a:bodyPr/>
          <a:lstStyle/>
          <a:p>
            <a:fld id="{9F3C2F89-9B9E-42F1-857B-F6C04482280F}" type="slidenum">
              <a:rPr lang="en-US" smtClean="0"/>
              <a:t>19</a:t>
            </a:fld>
            <a:endParaRPr lang="en-US"/>
          </a:p>
        </p:txBody>
      </p:sp>
    </p:spTree>
    <p:extLst>
      <p:ext uri="{BB962C8B-B14F-4D97-AF65-F5344CB8AC3E}">
        <p14:creationId xmlns:p14="http://schemas.microsoft.com/office/powerpoint/2010/main" val="198400402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77CDDD-9770-4943-6363-845CEDCEF62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0DD6195-C9B6-5571-8B76-07D0D02127E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0562050-EE23-78D6-4562-7D875F4FDE3B}"/>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2E5D739D-82A1-E988-DE95-94FCBEEB9580}"/>
              </a:ext>
            </a:extLst>
          </p:cNvPr>
          <p:cNvSpPr>
            <a:spLocks noGrp="1"/>
          </p:cNvSpPr>
          <p:nvPr>
            <p:ph type="sldNum" sz="quarter" idx="5"/>
          </p:nvPr>
        </p:nvSpPr>
        <p:spPr/>
        <p:txBody>
          <a:bodyPr/>
          <a:lstStyle/>
          <a:p>
            <a:fld id="{9F3C2F89-9B9E-42F1-857B-F6C04482280F}" type="slidenum">
              <a:rPr lang="en-US" smtClean="0"/>
              <a:t>20</a:t>
            </a:fld>
            <a:endParaRPr lang="en-US"/>
          </a:p>
        </p:txBody>
      </p:sp>
    </p:spTree>
    <p:extLst>
      <p:ext uri="{BB962C8B-B14F-4D97-AF65-F5344CB8AC3E}">
        <p14:creationId xmlns:p14="http://schemas.microsoft.com/office/powerpoint/2010/main" val="92518983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43A66A-FE1B-0BF0-E16A-151C313D622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A6BB99F-7DC8-D26A-62A3-DF56241B698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8DBA525-0EE3-A441-546C-70DB3459840F}"/>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A6FC8DF4-3C7A-8446-D34D-2FFA8CAA7200}"/>
              </a:ext>
            </a:extLst>
          </p:cNvPr>
          <p:cNvSpPr>
            <a:spLocks noGrp="1"/>
          </p:cNvSpPr>
          <p:nvPr>
            <p:ph type="sldNum" sz="quarter" idx="5"/>
          </p:nvPr>
        </p:nvSpPr>
        <p:spPr/>
        <p:txBody>
          <a:bodyPr/>
          <a:lstStyle/>
          <a:p>
            <a:fld id="{9F3C2F89-9B9E-42F1-857B-F6C04482280F}" type="slidenum">
              <a:rPr lang="en-US" smtClean="0"/>
              <a:t>21</a:t>
            </a:fld>
            <a:endParaRPr lang="en-US"/>
          </a:p>
        </p:txBody>
      </p:sp>
    </p:spTree>
    <p:extLst>
      <p:ext uri="{BB962C8B-B14F-4D97-AF65-F5344CB8AC3E}">
        <p14:creationId xmlns:p14="http://schemas.microsoft.com/office/powerpoint/2010/main" val="236248068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6C0076-2802-A056-CC4A-C5C0C72B599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2C7D37A-8FC9-518B-BEBE-E01155E1FF7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711BC81-FBE6-4136-6A78-B1E367A19186}"/>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EA38011F-D867-325B-C13E-DA0AD81F3E2B}"/>
              </a:ext>
            </a:extLst>
          </p:cNvPr>
          <p:cNvSpPr>
            <a:spLocks noGrp="1"/>
          </p:cNvSpPr>
          <p:nvPr>
            <p:ph type="sldNum" sz="quarter" idx="5"/>
          </p:nvPr>
        </p:nvSpPr>
        <p:spPr/>
        <p:txBody>
          <a:bodyPr/>
          <a:lstStyle/>
          <a:p>
            <a:fld id="{9F3C2F89-9B9E-42F1-857B-F6C04482280F}" type="slidenum">
              <a:rPr lang="en-US" smtClean="0"/>
              <a:t>22</a:t>
            </a:fld>
            <a:endParaRPr lang="en-US"/>
          </a:p>
        </p:txBody>
      </p:sp>
    </p:spTree>
    <p:extLst>
      <p:ext uri="{BB962C8B-B14F-4D97-AF65-F5344CB8AC3E}">
        <p14:creationId xmlns:p14="http://schemas.microsoft.com/office/powerpoint/2010/main" val="401748074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52C7A9-9B8F-C39B-A7FE-918815730A5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825FC0F-BA36-F593-45A5-7750C9C4473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576816D-A64D-85E9-06D4-ABEA368BE6FB}"/>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9B9CE3B0-B9DA-DC26-370B-18B0E9643A42}"/>
              </a:ext>
            </a:extLst>
          </p:cNvPr>
          <p:cNvSpPr>
            <a:spLocks noGrp="1"/>
          </p:cNvSpPr>
          <p:nvPr>
            <p:ph type="sldNum" sz="quarter" idx="5"/>
          </p:nvPr>
        </p:nvSpPr>
        <p:spPr/>
        <p:txBody>
          <a:bodyPr/>
          <a:lstStyle/>
          <a:p>
            <a:fld id="{9F3C2F89-9B9E-42F1-857B-F6C04482280F}" type="slidenum">
              <a:rPr lang="en-US" smtClean="0"/>
              <a:t>23</a:t>
            </a:fld>
            <a:endParaRPr lang="en-US"/>
          </a:p>
        </p:txBody>
      </p:sp>
    </p:spTree>
    <p:extLst>
      <p:ext uri="{BB962C8B-B14F-4D97-AF65-F5344CB8AC3E}">
        <p14:creationId xmlns:p14="http://schemas.microsoft.com/office/powerpoint/2010/main" val="117540971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3107F9-F6A1-1719-8567-B89DA796B95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1A79441-C4BF-115E-BA4F-AAE607E44D6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2DDE43D-572E-7A8B-EE5F-E29430D43B6B}"/>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5FF58BF5-5062-1040-C29B-38BF09491B1D}"/>
              </a:ext>
            </a:extLst>
          </p:cNvPr>
          <p:cNvSpPr>
            <a:spLocks noGrp="1"/>
          </p:cNvSpPr>
          <p:nvPr>
            <p:ph type="sldNum" sz="quarter" idx="5"/>
          </p:nvPr>
        </p:nvSpPr>
        <p:spPr/>
        <p:txBody>
          <a:bodyPr/>
          <a:lstStyle/>
          <a:p>
            <a:fld id="{9F3C2F89-9B9E-42F1-857B-F6C04482280F}" type="slidenum">
              <a:rPr lang="en-US" smtClean="0"/>
              <a:t>25</a:t>
            </a:fld>
            <a:endParaRPr lang="en-US"/>
          </a:p>
        </p:txBody>
      </p:sp>
    </p:spTree>
    <p:extLst>
      <p:ext uri="{BB962C8B-B14F-4D97-AF65-F5344CB8AC3E}">
        <p14:creationId xmlns:p14="http://schemas.microsoft.com/office/powerpoint/2010/main" val="421288716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46C5CE-D7F0-4926-D5C1-347B5405D2E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AB039BC-57C4-D8D4-812B-D39346C0CE4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2BDFC73-8FAF-9AD2-EEC0-B3AF6BBD8528}"/>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EF69B271-FC36-662A-9B66-8AA7ED1B2A4B}"/>
              </a:ext>
            </a:extLst>
          </p:cNvPr>
          <p:cNvSpPr>
            <a:spLocks noGrp="1"/>
          </p:cNvSpPr>
          <p:nvPr>
            <p:ph type="sldNum" sz="quarter" idx="5"/>
          </p:nvPr>
        </p:nvSpPr>
        <p:spPr/>
        <p:txBody>
          <a:bodyPr/>
          <a:lstStyle/>
          <a:p>
            <a:fld id="{9F3C2F89-9B9E-42F1-857B-F6C04482280F}" type="slidenum">
              <a:rPr lang="en-US" smtClean="0"/>
              <a:t>26</a:t>
            </a:fld>
            <a:endParaRPr lang="en-US"/>
          </a:p>
        </p:txBody>
      </p:sp>
    </p:spTree>
    <p:extLst>
      <p:ext uri="{BB962C8B-B14F-4D97-AF65-F5344CB8AC3E}">
        <p14:creationId xmlns:p14="http://schemas.microsoft.com/office/powerpoint/2010/main" val="245917234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963C3A-C016-8304-C0C7-E27E1B3EF9B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BD26196-F647-A4A0-58B2-C599A1CDB62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832B69D-046A-5D53-922A-C0F849CEEBA5}"/>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A1CE4FEC-6FF8-0A12-E162-0CD39D694F41}"/>
              </a:ext>
            </a:extLst>
          </p:cNvPr>
          <p:cNvSpPr>
            <a:spLocks noGrp="1"/>
          </p:cNvSpPr>
          <p:nvPr>
            <p:ph type="sldNum" sz="quarter" idx="5"/>
          </p:nvPr>
        </p:nvSpPr>
        <p:spPr/>
        <p:txBody>
          <a:bodyPr/>
          <a:lstStyle/>
          <a:p>
            <a:fld id="{9F3C2F89-9B9E-42F1-857B-F6C04482280F}" type="slidenum">
              <a:rPr lang="en-US" smtClean="0"/>
              <a:t>27</a:t>
            </a:fld>
            <a:endParaRPr lang="en-US"/>
          </a:p>
        </p:txBody>
      </p:sp>
    </p:spTree>
    <p:extLst>
      <p:ext uri="{BB962C8B-B14F-4D97-AF65-F5344CB8AC3E}">
        <p14:creationId xmlns:p14="http://schemas.microsoft.com/office/powerpoint/2010/main" val="2808067710"/>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A115D9-1166-A05E-378B-4935DCE4152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5E7F40B-DD33-256F-C3AA-43E5BD30241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39EFCC1-CB24-967F-70D8-2572E59EB984}"/>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41359605-BDCA-12AA-8866-C72F31BDCB02}"/>
              </a:ext>
            </a:extLst>
          </p:cNvPr>
          <p:cNvSpPr>
            <a:spLocks noGrp="1"/>
          </p:cNvSpPr>
          <p:nvPr>
            <p:ph type="sldNum" sz="quarter" idx="5"/>
          </p:nvPr>
        </p:nvSpPr>
        <p:spPr/>
        <p:txBody>
          <a:bodyPr/>
          <a:lstStyle/>
          <a:p>
            <a:fld id="{9F3C2F89-9B9E-42F1-857B-F6C04482280F}" type="slidenum">
              <a:rPr lang="en-US" smtClean="0"/>
              <a:t>28</a:t>
            </a:fld>
            <a:endParaRPr lang="en-US"/>
          </a:p>
        </p:txBody>
      </p:sp>
    </p:spTree>
    <p:extLst>
      <p:ext uri="{BB962C8B-B14F-4D97-AF65-F5344CB8AC3E}">
        <p14:creationId xmlns:p14="http://schemas.microsoft.com/office/powerpoint/2010/main" val="3214887220"/>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8A9E74-EF5A-108E-FC08-A934E527A51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1A88DFD-AB79-DBF9-A451-96C05C55A2D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B232C32-A4E3-1C9D-473F-1FD1D786425B}"/>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DDDF3B2E-46F1-516A-677E-A071C7C24913}"/>
              </a:ext>
            </a:extLst>
          </p:cNvPr>
          <p:cNvSpPr>
            <a:spLocks noGrp="1"/>
          </p:cNvSpPr>
          <p:nvPr>
            <p:ph type="sldNum" sz="quarter" idx="5"/>
          </p:nvPr>
        </p:nvSpPr>
        <p:spPr/>
        <p:txBody>
          <a:bodyPr/>
          <a:lstStyle/>
          <a:p>
            <a:fld id="{9F3C2F89-9B9E-42F1-857B-F6C04482280F}" type="slidenum">
              <a:rPr lang="en-US" smtClean="0"/>
              <a:t>29</a:t>
            </a:fld>
            <a:endParaRPr lang="en-US"/>
          </a:p>
        </p:txBody>
      </p:sp>
    </p:spTree>
    <p:extLst>
      <p:ext uri="{BB962C8B-B14F-4D97-AF65-F5344CB8AC3E}">
        <p14:creationId xmlns:p14="http://schemas.microsoft.com/office/powerpoint/2010/main" val="3570530518"/>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7EA6DA-6B76-7E07-82E1-7772BEDC9E6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23CE7D7-6D83-867F-BE9C-1EEFFCFADC8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2564DAA-1171-5C80-776F-D00153945F14}"/>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7CFCF060-A3B2-1E75-A371-47CBA708A88E}"/>
              </a:ext>
            </a:extLst>
          </p:cNvPr>
          <p:cNvSpPr>
            <a:spLocks noGrp="1"/>
          </p:cNvSpPr>
          <p:nvPr>
            <p:ph type="sldNum" sz="quarter" idx="5"/>
          </p:nvPr>
        </p:nvSpPr>
        <p:spPr/>
        <p:txBody>
          <a:bodyPr/>
          <a:lstStyle/>
          <a:p>
            <a:fld id="{9F3C2F89-9B9E-42F1-857B-F6C04482280F}" type="slidenum">
              <a:rPr lang="en-US" smtClean="0"/>
              <a:t>30</a:t>
            </a:fld>
            <a:endParaRPr lang="en-US"/>
          </a:p>
        </p:txBody>
      </p:sp>
    </p:spTree>
    <p:extLst>
      <p:ext uri="{BB962C8B-B14F-4D97-AF65-F5344CB8AC3E}">
        <p14:creationId xmlns:p14="http://schemas.microsoft.com/office/powerpoint/2010/main" val="271690529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63710A-4397-CEAD-C1EA-837824417C4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8B637B8-A5B2-E4F4-AB2D-EB307247EE9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341CD81-37F6-C9A6-DA6A-3D22BAA6A225}"/>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E1B7DA39-EC5B-6ECD-9143-9C0BAB11FDF6}"/>
              </a:ext>
            </a:extLst>
          </p:cNvPr>
          <p:cNvSpPr>
            <a:spLocks noGrp="1"/>
          </p:cNvSpPr>
          <p:nvPr>
            <p:ph type="sldNum" sz="quarter" idx="5"/>
          </p:nvPr>
        </p:nvSpPr>
        <p:spPr/>
        <p:txBody>
          <a:bodyPr/>
          <a:lstStyle/>
          <a:p>
            <a:fld id="{9F3C2F89-9B9E-42F1-857B-F6C04482280F}" type="slidenum">
              <a:rPr lang="en-US" smtClean="0"/>
              <a:t>31</a:t>
            </a:fld>
            <a:endParaRPr lang="en-US"/>
          </a:p>
        </p:txBody>
      </p:sp>
    </p:spTree>
    <p:extLst>
      <p:ext uri="{BB962C8B-B14F-4D97-AF65-F5344CB8AC3E}">
        <p14:creationId xmlns:p14="http://schemas.microsoft.com/office/powerpoint/2010/main" val="2034362172"/>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36F5B0-201E-D567-0E98-50B17451D97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A9A2CE3-EEBA-B8FD-A381-5833EAF3B07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533B7C4-8F26-E678-E7F1-76AD367329B6}"/>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95A5B50B-BB54-DDE3-80B8-70DC5144FE76}"/>
              </a:ext>
            </a:extLst>
          </p:cNvPr>
          <p:cNvSpPr>
            <a:spLocks noGrp="1"/>
          </p:cNvSpPr>
          <p:nvPr>
            <p:ph type="sldNum" sz="quarter" idx="5"/>
          </p:nvPr>
        </p:nvSpPr>
        <p:spPr/>
        <p:txBody>
          <a:bodyPr/>
          <a:lstStyle/>
          <a:p>
            <a:fld id="{9F3C2F89-9B9E-42F1-857B-F6C04482280F}" type="slidenum">
              <a:rPr lang="en-US" smtClean="0"/>
              <a:t>32</a:t>
            </a:fld>
            <a:endParaRPr lang="en-US"/>
          </a:p>
        </p:txBody>
      </p:sp>
    </p:spTree>
    <p:extLst>
      <p:ext uri="{BB962C8B-B14F-4D97-AF65-F5344CB8AC3E}">
        <p14:creationId xmlns:p14="http://schemas.microsoft.com/office/powerpoint/2010/main" val="17448370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BFAF8A-6626-6ED8-BCAB-8AF4D91A1D3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D1BB404-D32A-5D97-8980-67F1F0DD54A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695E475-68D0-3CB4-5841-685592BA1286}"/>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1DE94F40-B67F-EAA6-3029-B16174D934B6}"/>
              </a:ext>
            </a:extLst>
          </p:cNvPr>
          <p:cNvSpPr>
            <a:spLocks noGrp="1"/>
          </p:cNvSpPr>
          <p:nvPr>
            <p:ph type="sldNum" sz="quarter" idx="5"/>
          </p:nvPr>
        </p:nvSpPr>
        <p:spPr/>
        <p:txBody>
          <a:bodyPr/>
          <a:lstStyle/>
          <a:p>
            <a:fld id="{9F3C2F89-9B9E-42F1-857B-F6C04482280F}" type="slidenum">
              <a:rPr lang="en-US" smtClean="0"/>
              <a:t>33</a:t>
            </a:fld>
            <a:endParaRPr lang="en-US"/>
          </a:p>
        </p:txBody>
      </p:sp>
    </p:spTree>
    <p:extLst>
      <p:ext uri="{BB962C8B-B14F-4D97-AF65-F5344CB8AC3E}">
        <p14:creationId xmlns:p14="http://schemas.microsoft.com/office/powerpoint/2010/main" val="3315352827"/>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3C182E-1D21-B55B-5465-51CA2417261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AB40B8B-E22C-7586-DA9F-7D4A0AB0FDC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51D4D8C-7A4E-F41F-002B-E61ACAB62DBA}"/>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CE9EC8CB-9DDF-3AC2-2C84-4F5DD31BC79D}"/>
              </a:ext>
            </a:extLst>
          </p:cNvPr>
          <p:cNvSpPr>
            <a:spLocks noGrp="1"/>
          </p:cNvSpPr>
          <p:nvPr>
            <p:ph type="sldNum" sz="quarter" idx="5"/>
          </p:nvPr>
        </p:nvSpPr>
        <p:spPr/>
        <p:txBody>
          <a:bodyPr/>
          <a:lstStyle/>
          <a:p>
            <a:fld id="{9F3C2F89-9B9E-42F1-857B-F6C04482280F}" type="slidenum">
              <a:rPr lang="en-US" smtClean="0"/>
              <a:t>34</a:t>
            </a:fld>
            <a:endParaRPr lang="en-US"/>
          </a:p>
        </p:txBody>
      </p:sp>
    </p:spTree>
    <p:extLst>
      <p:ext uri="{BB962C8B-B14F-4D97-AF65-F5344CB8AC3E}">
        <p14:creationId xmlns:p14="http://schemas.microsoft.com/office/powerpoint/2010/main" val="3721731347"/>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893231-45D7-6A82-5BF4-AD2515C3993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23245A4-10D3-71F3-F951-73DFC6D12A3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2B840A4-7047-1C1A-7F15-0D273DA0DA2A}"/>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827BC0CB-0FF7-0563-2028-1DFDA2457185}"/>
              </a:ext>
            </a:extLst>
          </p:cNvPr>
          <p:cNvSpPr>
            <a:spLocks noGrp="1"/>
          </p:cNvSpPr>
          <p:nvPr>
            <p:ph type="sldNum" sz="quarter" idx="5"/>
          </p:nvPr>
        </p:nvSpPr>
        <p:spPr/>
        <p:txBody>
          <a:bodyPr/>
          <a:lstStyle/>
          <a:p>
            <a:fld id="{9F3C2F89-9B9E-42F1-857B-F6C04482280F}" type="slidenum">
              <a:rPr lang="en-US" smtClean="0"/>
              <a:t>35</a:t>
            </a:fld>
            <a:endParaRPr lang="en-US"/>
          </a:p>
        </p:txBody>
      </p:sp>
    </p:spTree>
    <p:extLst>
      <p:ext uri="{BB962C8B-B14F-4D97-AF65-F5344CB8AC3E}">
        <p14:creationId xmlns:p14="http://schemas.microsoft.com/office/powerpoint/2010/main" val="3493759005"/>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66CB2B-BD00-E739-BC59-272CBE74EA0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47AF9CF-43DC-D060-E201-DCE68186300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773AE82-287E-5D11-5C14-430FDE2444E9}"/>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A7D4617C-909D-B9CD-3C8A-3C914DCAA5AE}"/>
              </a:ext>
            </a:extLst>
          </p:cNvPr>
          <p:cNvSpPr>
            <a:spLocks noGrp="1"/>
          </p:cNvSpPr>
          <p:nvPr>
            <p:ph type="sldNum" sz="quarter" idx="5"/>
          </p:nvPr>
        </p:nvSpPr>
        <p:spPr/>
        <p:txBody>
          <a:bodyPr/>
          <a:lstStyle/>
          <a:p>
            <a:fld id="{9F3C2F89-9B9E-42F1-857B-F6C04482280F}" type="slidenum">
              <a:rPr lang="en-US" smtClean="0"/>
              <a:t>36</a:t>
            </a:fld>
            <a:endParaRPr lang="en-US"/>
          </a:p>
        </p:txBody>
      </p:sp>
    </p:spTree>
    <p:extLst>
      <p:ext uri="{BB962C8B-B14F-4D97-AF65-F5344CB8AC3E}">
        <p14:creationId xmlns:p14="http://schemas.microsoft.com/office/powerpoint/2010/main" val="955119535"/>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5E1952-2F7B-F4BA-9C41-4F20F853199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15CBF05-6FCE-3A26-D785-E447F914402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D4D809F-FFEC-A8A7-2020-0B4448A2DE93}"/>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999F37C3-ADF8-0A67-2BFB-D1BB7AB9D7B4}"/>
              </a:ext>
            </a:extLst>
          </p:cNvPr>
          <p:cNvSpPr>
            <a:spLocks noGrp="1"/>
          </p:cNvSpPr>
          <p:nvPr>
            <p:ph type="sldNum" sz="quarter" idx="5"/>
          </p:nvPr>
        </p:nvSpPr>
        <p:spPr/>
        <p:txBody>
          <a:bodyPr/>
          <a:lstStyle/>
          <a:p>
            <a:fld id="{9F3C2F89-9B9E-42F1-857B-F6C04482280F}" type="slidenum">
              <a:rPr lang="en-US" smtClean="0"/>
              <a:t>37</a:t>
            </a:fld>
            <a:endParaRPr lang="en-US"/>
          </a:p>
        </p:txBody>
      </p:sp>
    </p:spTree>
    <p:extLst>
      <p:ext uri="{BB962C8B-B14F-4D97-AF65-F5344CB8AC3E}">
        <p14:creationId xmlns:p14="http://schemas.microsoft.com/office/powerpoint/2010/main" val="378206490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itle Slide">
    <p:spTree>
      <p:nvGrpSpPr>
        <p:cNvPr id="1" name=""/>
        <p:cNvGrpSpPr/>
        <p:nvPr/>
      </p:nvGrpSpPr>
      <p:grpSpPr>
        <a:xfrm>
          <a:off x="0" y="0"/>
          <a:ext cx="0" cy="0"/>
          <a:chOff x="0" y="0"/>
          <a:chExt cx="0" cy="0"/>
        </a:xfrm>
      </p:grpSpPr>
      <p:sp>
        <p:nvSpPr>
          <p:cNvPr id="6" name="Text Placeholder 5">
            <a:extLst>
              <a:ext uri="{FF2B5EF4-FFF2-40B4-BE49-F238E27FC236}">
                <a16:creationId xmlns:a16="http://schemas.microsoft.com/office/drawing/2014/main" id="{AFE9FEC1-483B-425E-B0C1-B8B1F2119B26}"/>
              </a:ext>
            </a:extLst>
          </p:cNvPr>
          <p:cNvSpPr>
            <a:spLocks noGrp="1"/>
          </p:cNvSpPr>
          <p:nvPr>
            <p:ph type="body" sz="quarter" idx="10" hasCustomPrompt="1"/>
          </p:nvPr>
        </p:nvSpPr>
        <p:spPr>
          <a:xfrm>
            <a:off x="620112" y="2164702"/>
            <a:ext cx="10800557" cy="2194234"/>
          </a:xfrm>
          <a:prstGeom prst="rect">
            <a:avLst/>
          </a:prstGeom>
        </p:spPr>
        <p:txBody>
          <a:bodyPr/>
          <a:lstStyle>
            <a:lvl1pPr marL="0" indent="0" algn="ctr">
              <a:buNone/>
              <a:defRPr sz="4800" b="1">
                <a:solidFill>
                  <a:schemeClr val="bg1"/>
                </a:solidFill>
                <a:latin typeface="Arial" panose="020B0604020202020204" pitchFamily="34" charset="0"/>
                <a:cs typeface="Arial" panose="020B0604020202020204" pitchFamily="34" charset="0"/>
              </a:defRPr>
            </a:lvl1pPr>
          </a:lstStyle>
          <a:p>
            <a:pPr lvl="0"/>
            <a:r>
              <a:rPr lang="en-US" dirty="0"/>
              <a:t>Click to add title</a:t>
            </a:r>
          </a:p>
        </p:txBody>
      </p:sp>
      <p:sp>
        <p:nvSpPr>
          <p:cNvPr id="8" name="Text Placeholder 7">
            <a:extLst>
              <a:ext uri="{FF2B5EF4-FFF2-40B4-BE49-F238E27FC236}">
                <a16:creationId xmlns:a16="http://schemas.microsoft.com/office/drawing/2014/main" id="{33B98C62-0FD9-4624-8D35-021561432891}"/>
              </a:ext>
            </a:extLst>
          </p:cNvPr>
          <p:cNvSpPr>
            <a:spLocks noGrp="1"/>
          </p:cNvSpPr>
          <p:nvPr>
            <p:ph type="body" sz="quarter" idx="11" hasCustomPrompt="1"/>
          </p:nvPr>
        </p:nvSpPr>
        <p:spPr>
          <a:xfrm>
            <a:off x="620112" y="4433672"/>
            <a:ext cx="10800557" cy="412750"/>
          </a:xfrm>
          <a:prstGeom prst="rect">
            <a:avLst/>
          </a:prstGeom>
        </p:spPr>
        <p:txBody>
          <a:bodyPr/>
          <a:lstStyle>
            <a:lvl1pPr marL="0" indent="0" algn="ctr">
              <a:buNone/>
              <a:defRPr sz="2000">
                <a:solidFill>
                  <a:schemeClr val="bg1"/>
                </a:solidFill>
                <a:latin typeface="Arial" panose="020B0604020202020204" pitchFamily="34" charset="0"/>
                <a:cs typeface="Arial" panose="020B0604020202020204" pitchFamily="34" charset="0"/>
              </a:defRPr>
            </a:lvl1pPr>
          </a:lstStyle>
          <a:p>
            <a:pPr lvl="0"/>
            <a:r>
              <a:rPr lang="en-US" dirty="0"/>
              <a:t>Click to add sub-title</a:t>
            </a:r>
          </a:p>
        </p:txBody>
      </p:sp>
      <p:sp>
        <p:nvSpPr>
          <p:cNvPr id="9" name="Slide Number Placeholder 4">
            <a:extLst>
              <a:ext uri="{FF2B5EF4-FFF2-40B4-BE49-F238E27FC236}">
                <a16:creationId xmlns:a16="http://schemas.microsoft.com/office/drawing/2014/main" id="{5EB812CF-FC02-4C33-A206-BCF1436A39B4}"/>
              </a:ext>
            </a:extLst>
          </p:cNvPr>
          <p:cNvSpPr>
            <a:spLocks noGrp="1"/>
          </p:cNvSpPr>
          <p:nvPr>
            <p:ph type="sldNum" sz="quarter" idx="4"/>
          </p:nvPr>
        </p:nvSpPr>
        <p:spPr>
          <a:xfrm>
            <a:off x="9448800" y="6492876"/>
            <a:ext cx="2743200" cy="365125"/>
          </a:xfrm>
          <a:prstGeom prst="rect">
            <a:avLst/>
          </a:prstGeom>
        </p:spPr>
        <p:txBody>
          <a:bodyPr vert="horz" lIns="91440" tIns="45720" rIns="91440" bIns="45720" rtlCol="0" anchor="ctr"/>
          <a:lstStyle>
            <a:lvl1pPr algn="r">
              <a:defRPr sz="1200">
                <a:solidFill>
                  <a:schemeClr val="bg1"/>
                </a:solidFill>
                <a:latin typeface="Arial" panose="020B0604020202020204" pitchFamily="34" charset="0"/>
                <a:cs typeface="Arial" panose="020B0604020202020204" pitchFamily="34" charset="0"/>
              </a:defRPr>
            </a:lvl1pPr>
          </a:lstStyle>
          <a:p>
            <a:fld id="{31D26D55-0A22-487A-A687-61FB58A6F16A}" type="slidenum">
              <a:rPr lang="en-US" smtClean="0"/>
              <a:pPr/>
              <a:t>‹#›</a:t>
            </a:fld>
            <a:endParaRPr lang="en-US" dirty="0"/>
          </a:p>
        </p:txBody>
      </p:sp>
    </p:spTree>
    <p:extLst>
      <p:ext uri="{BB962C8B-B14F-4D97-AF65-F5344CB8AC3E}">
        <p14:creationId xmlns:p14="http://schemas.microsoft.com/office/powerpoint/2010/main" val="343804140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4A957C91-5AD0-4461-941C-245F034364DB}"/>
              </a:ext>
            </a:extLst>
          </p:cNvPr>
          <p:cNvSpPr>
            <a:spLocks noGrp="1"/>
          </p:cNvSpPr>
          <p:nvPr>
            <p:ph type="subTitle" idx="1"/>
          </p:nvPr>
        </p:nvSpPr>
        <p:spPr>
          <a:xfrm>
            <a:off x="622500" y="1589103"/>
            <a:ext cx="10962859" cy="4572000"/>
          </a:xfrm>
        </p:spPr>
        <p:txBody>
          <a:bodyPr/>
          <a:lstStyle>
            <a:lvl1pPr marL="0" indent="0" algn="l">
              <a:buNone/>
              <a:defRPr sz="2400"/>
            </a:lvl1pPr>
            <a:lvl2pPr marL="457182" indent="0" algn="ctr">
              <a:buNone/>
              <a:defRPr sz="2000"/>
            </a:lvl2pPr>
            <a:lvl3pPr marL="914363" indent="0" algn="ctr">
              <a:buNone/>
              <a:defRPr sz="1800"/>
            </a:lvl3pPr>
            <a:lvl4pPr marL="1371545" indent="0" algn="ctr">
              <a:buNone/>
              <a:defRPr sz="1600"/>
            </a:lvl4pPr>
            <a:lvl5pPr marL="1828727" indent="0" algn="ctr">
              <a:buNone/>
              <a:defRPr sz="1600"/>
            </a:lvl5pPr>
            <a:lvl6pPr marL="2285909" indent="0" algn="ctr">
              <a:buNone/>
              <a:defRPr sz="1600"/>
            </a:lvl6pPr>
            <a:lvl7pPr marL="2743090" indent="0" algn="ctr">
              <a:buNone/>
              <a:defRPr sz="1600"/>
            </a:lvl7pPr>
            <a:lvl8pPr marL="3200272" indent="0" algn="ctr">
              <a:buNone/>
              <a:defRPr sz="1600"/>
            </a:lvl8pPr>
            <a:lvl9pPr marL="3657454" indent="0" algn="ctr">
              <a:buNone/>
              <a:defRPr sz="1600"/>
            </a:lvl9pPr>
          </a:lstStyle>
          <a:p>
            <a:r>
              <a:rPr lang="en-US" dirty="0"/>
              <a:t>Click to edit Master subtitle style</a:t>
            </a:r>
          </a:p>
        </p:txBody>
      </p:sp>
      <p:sp>
        <p:nvSpPr>
          <p:cNvPr id="7" name="Title 1">
            <a:extLst>
              <a:ext uri="{FF2B5EF4-FFF2-40B4-BE49-F238E27FC236}">
                <a16:creationId xmlns:a16="http://schemas.microsoft.com/office/drawing/2014/main" id="{1E181B04-7A0A-4201-BF8A-A7E924267571}"/>
              </a:ext>
            </a:extLst>
          </p:cNvPr>
          <p:cNvSpPr txBox="1">
            <a:spLocks/>
          </p:cNvSpPr>
          <p:nvPr userDrawn="1"/>
        </p:nvSpPr>
        <p:spPr>
          <a:xfrm>
            <a:off x="3311372" y="-11424"/>
            <a:ext cx="8880629" cy="789612"/>
          </a:xfrm>
          <a:prstGeom prst="rect">
            <a:avLst/>
          </a:prstGeom>
        </p:spPr>
        <p:txBody>
          <a:bodyPr vert="horz" lIns="91440" tIns="45720" rIns="91440" bIns="45720" rtlCol="0" anchor="ctr">
            <a:normAutofit/>
          </a:bodyPr>
          <a:lstStyle>
            <a:lvl1pPr algn="ctr" defTabSz="914400" rtl="0" eaLnBrk="1" latinLnBrk="0" hangingPunct="1">
              <a:lnSpc>
                <a:spcPct val="90000"/>
              </a:lnSpc>
              <a:spcBef>
                <a:spcPct val="0"/>
              </a:spcBef>
              <a:buNone/>
              <a:defRPr sz="3000" b="1" kern="1200">
                <a:solidFill>
                  <a:schemeClr val="tx1"/>
                </a:solidFill>
                <a:latin typeface="+mj-lt"/>
                <a:ea typeface="+mj-ea"/>
                <a:cs typeface="+mj-cs"/>
              </a:defRPr>
            </a:lvl1pPr>
          </a:lstStyle>
          <a:p>
            <a:endParaRPr lang="en-US" sz="3000" dirty="0"/>
          </a:p>
        </p:txBody>
      </p:sp>
      <p:sp>
        <p:nvSpPr>
          <p:cNvPr id="8" name="Slide Number Placeholder 4">
            <a:extLst>
              <a:ext uri="{FF2B5EF4-FFF2-40B4-BE49-F238E27FC236}">
                <a16:creationId xmlns:a16="http://schemas.microsoft.com/office/drawing/2014/main" id="{DBAE61E2-5E8A-4CA1-8C1E-1106F4E462E9}"/>
              </a:ext>
            </a:extLst>
          </p:cNvPr>
          <p:cNvSpPr>
            <a:spLocks noGrp="1"/>
          </p:cNvSpPr>
          <p:nvPr>
            <p:ph type="sldNum" sz="quarter" idx="4"/>
          </p:nvPr>
        </p:nvSpPr>
        <p:spPr>
          <a:xfrm>
            <a:off x="9249792" y="6356351"/>
            <a:ext cx="2743200" cy="365125"/>
          </a:xfrm>
          <a:prstGeom prst="rect">
            <a:avLst/>
          </a:prstGeom>
        </p:spPr>
        <p:txBody>
          <a:bodyPr vert="horz" lIns="91440" tIns="45720" rIns="91440" bIns="45720" rtlCol="0" anchor="ctr"/>
          <a:lstStyle>
            <a:lvl1pPr algn="r">
              <a:defRPr sz="1200">
                <a:solidFill>
                  <a:srgbClr val="00B0F0"/>
                </a:solidFill>
                <a:latin typeface="Arial" panose="020B0604020202020204" pitchFamily="34" charset="0"/>
                <a:cs typeface="Arial" panose="020B0604020202020204" pitchFamily="34" charset="0"/>
              </a:defRPr>
            </a:lvl1pPr>
          </a:lstStyle>
          <a:p>
            <a:fld id="{31D26D55-0A22-487A-A687-61FB58A6F16A}" type="slidenum">
              <a:rPr lang="en-US" smtClean="0"/>
              <a:pPr/>
              <a:t>‹#›</a:t>
            </a:fld>
            <a:endParaRPr lang="en-US" dirty="0"/>
          </a:p>
        </p:txBody>
      </p:sp>
      <p:sp>
        <p:nvSpPr>
          <p:cNvPr id="9" name="Title Placeholder 1">
            <a:extLst>
              <a:ext uri="{FF2B5EF4-FFF2-40B4-BE49-F238E27FC236}">
                <a16:creationId xmlns:a16="http://schemas.microsoft.com/office/drawing/2014/main" id="{7DA09F63-7F7A-4F6B-8B0F-50384B0193BD}"/>
              </a:ext>
            </a:extLst>
          </p:cNvPr>
          <p:cNvSpPr>
            <a:spLocks noGrp="1"/>
          </p:cNvSpPr>
          <p:nvPr>
            <p:ph type="title"/>
          </p:nvPr>
        </p:nvSpPr>
        <p:spPr>
          <a:xfrm>
            <a:off x="524238" y="19293"/>
            <a:ext cx="9146651" cy="457200"/>
          </a:xfrm>
          <a:prstGeom prst="rect">
            <a:avLst/>
          </a:prstGeom>
        </p:spPr>
        <p:txBody>
          <a:bodyPr vert="horz" lIns="91440" tIns="45720" rIns="91440" bIns="45720" rtlCol="0" anchor="ctr">
            <a:normAutofit/>
          </a:bodyPr>
          <a:lstStyle/>
          <a:p>
            <a:r>
              <a:rPr lang="en-US" dirty="0"/>
              <a:t>Click to edit Master title style</a:t>
            </a:r>
          </a:p>
        </p:txBody>
      </p:sp>
    </p:spTree>
    <p:extLst>
      <p:ext uri="{BB962C8B-B14F-4D97-AF65-F5344CB8AC3E}">
        <p14:creationId xmlns:p14="http://schemas.microsoft.com/office/powerpoint/2010/main" val="357191085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01F51A7-6B22-4874-8FC5-ED388E5D187B}"/>
              </a:ext>
            </a:extLst>
          </p:cNvPr>
          <p:cNvSpPr>
            <a:spLocks noGrp="1"/>
          </p:cNvSpPr>
          <p:nvPr>
            <p:ph idx="1"/>
          </p:nvPr>
        </p:nvSpPr>
        <p:spPr>
          <a:xfrm>
            <a:off x="622500" y="1597981"/>
            <a:ext cx="10971737" cy="4578982"/>
          </a:xfrm>
        </p:spPr>
        <p:txBody>
          <a:bodyPr/>
          <a:lstStyle>
            <a:lvl1pPr>
              <a:defRPr>
                <a:latin typeface="+mj-lt"/>
              </a:defRPr>
            </a:lvl1pPr>
            <a:lvl2pPr>
              <a:defRPr>
                <a:latin typeface="+mj-lt"/>
              </a:defRPr>
            </a:lvl2pPr>
            <a:lvl3pPr>
              <a:defRPr>
                <a:latin typeface="+mj-lt"/>
              </a:defRPr>
            </a:lvl3pPr>
            <a:lvl4pPr>
              <a:defRPr>
                <a:latin typeface="+mj-lt"/>
              </a:defRPr>
            </a:lvl4pPr>
            <a:lvl5pPr>
              <a:defRPr>
                <a:latin typeface="+mj-lt"/>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Slide Number Placeholder 4">
            <a:extLst>
              <a:ext uri="{FF2B5EF4-FFF2-40B4-BE49-F238E27FC236}">
                <a16:creationId xmlns:a16="http://schemas.microsoft.com/office/drawing/2014/main" id="{9F4D43A2-E4DB-497D-9B5D-E32D9E64BECA}"/>
              </a:ext>
            </a:extLst>
          </p:cNvPr>
          <p:cNvSpPr>
            <a:spLocks noGrp="1"/>
          </p:cNvSpPr>
          <p:nvPr>
            <p:ph type="sldNum" sz="quarter" idx="4"/>
          </p:nvPr>
        </p:nvSpPr>
        <p:spPr>
          <a:xfrm>
            <a:off x="9249792" y="6356351"/>
            <a:ext cx="2743200" cy="365125"/>
          </a:xfrm>
          <a:prstGeom prst="rect">
            <a:avLst/>
          </a:prstGeom>
        </p:spPr>
        <p:txBody>
          <a:bodyPr vert="horz" lIns="91440" tIns="45720" rIns="91440" bIns="45720" rtlCol="0" anchor="ctr"/>
          <a:lstStyle>
            <a:lvl1pPr algn="r">
              <a:defRPr sz="1200">
                <a:solidFill>
                  <a:srgbClr val="00B0F0"/>
                </a:solidFill>
                <a:latin typeface="Arial" panose="020B0604020202020204" pitchFamily="34" charset="0"/>
                <a:cs typeface="Arial" panose="020B0604020202020204" pitchFamily="34" charset="0"/>
              </a:defRPr>
            </a:lvl1pPr>
          </a:lstStyle>
          <a:p>
            <a:fld id="{31D26D55-0A22-487A-A687-61FB58A6F16A}" type="slidenum">
              <a:rPr lang="en-US" smtClean="0"/>
              <a:pPr/>
              <a:t>‹#›</a:t>
            </a:fld>
            <a:endParaRPr lang="en-US" dirty="0"/>
          </a:p>
        </p:txBody>
      </p:sp>
      <p:sp>
        <p:nvSpPr>
          <p:cNvPr id="8" name="Title Placeholder 1">
            <a:extLst>
              <a:ext uri="{FF2B5EF4-FFF2-40B4-BE49-F238E27FC236}">
                <a16:creationId xmlns:a16="http://schemas.microsoft.com/office/drawing/2014/main" id="{22B04073-83B8-47CB-9F12-D7CD4B660F09}"/>
              </a:ext>
            </a:extLst>
          </p:cNvPr>
          <p:cNvSpPr>
            <a:spLocks noGrp="1"/>
          </p:cNvSpPr>
          <p:nvPr>
            <p:ph type="title"/>
          </p:nvPr>
        </p:nvSpPr>
        <p:spPr>
          <a:xfrm>
            <a:off x="524238" y="19293"/>
            <a:ext cx="9146651" cy="457200"/>
          </a:xfrm>
          <a:prstGeom prst="rect">
            <a:avLst/>
          </a:prstGeom>
        </p:spPr>
        <p:txBody>
          <a:bodyPr vert="horz" lIns="91440" tIns="45720" rIns="91440" bIns="45720" rtlCol="0" anchor="ctr">
            <a:normAutofit/>
          </a:bodyPr>
          <a:lstStyle/>
          <a:p>
            <a:r>
              <a:rPr lang="en-US" dirty="0"/>
              <a:t>Click to edit Master title style</a:t>
            </a:r>
          </a:p>
        </p:txBody>
      </p:sp>
    </p:spTree>
    <p:extLst>
      <p:ext uri="{BB962C8B-B14F-4D97-AF65-F5344CB8AC3E}">
        <p14:creationId xmlns:p14="http://schemas.microsoft.com/office/powerpoint/2010/main" val="413625549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FAA6E213-C056-49F2-8A77-C3C4C25F42D3}"/>
              </a:ext>
            </a:extLst>
          </p:cNvPr>
          <p:cNvSpPr>
            <a:spLocks noGrp="1"/>
          </p:cNvSpPr>
          <p:nvPr>
            <p:ph type="body" idx="1"/>
          </p:nvPr>
        </p:nvSpPr>
        <p:spPr>
          <a:xfrm>
            <a:off x="622501" y="1597982"/>
            <a:ext cx="10971737" cy="4580877"/>
          </a:xfrm>
        </p:spPr>
        <p:txBody>
          <a:bodyPr/>
          <a:lstStyle>
            <a:lvl1pPr marL="0" indent="0">
              <a:buNone/>
              <a:defRPr sz="2400">
                <a:solidFill>
                  <a:srgbClr val="0070C0"/>
                </a:solidFill>
              </a:defRPr>
            </a:lvl1pPr>
            <a:lvl2pPr marL="457182" indent="0">
              <a:buNone/>
              <a:defRPr sz="2000">
                <a:solidFill>
                  <a:schemeClr val="tx1">
                    <a:tint val="75000"/>
                  </a:schemeClr>
                </a:solidFill>
              </a:defRPr>
            </a:lvl2pPr>
            <a:lvl3pPr marL="914363" indent="0">
              <a:buNone/>
              <a:defRPr sz="1800">
                <a:solidFill>
                  <a:schemeClr val="tx1">
                    <a:tint val="75000"/>
                  </a:schemeClr>
                </a:solidFill>
              </a:defRPr>
            </a:lvl3pPr>
            <a:lvl4pPr marL="1371545" indent="0">
              <a:buNone/>
              <a:defRPr sz="1600">
                <a:solidFill>
                  <a:schemeClr val="tx1">
                    <a:tint val="75000"/>
                  </a:schemeClr>
                </a:solidFill>
              </a:defRPr>
            </a:lvl4pPr>
            <a:lvl5pPr marL="1828727" indent="0">
              <a:buNone/>
              <a:defRPr sz="1600">
                <a:solidFill>
                  <a:schemeClr val="tx1">
                    <a:tint val="75000"/>
                  </a:schemeClr>
                </a:solidFill>
              </a:defRPr>
            </a:lvl5pPr>
            <a:lvl6pPr marL="2285909" indent="0">
              <a:buNone/>
              <a:defRPr sz="1600">
                <a:solidFill>
                  <a:schemeClr val="tx1">
                    <a:tint val="75000"/>
                  </a:schemeClr>
                </a:solidFill>
              </a:defRPr>
            </a:lvl6pPr>
            <a:lvl7pPr marL="2743090" indent="0">
              <a:buNone/>
              <a:defRPr sz="1600">
                <a:solidFill>
                  <a:schemeClr val="tx1">
                    <a:tint val="75000"/>
                  </a:schemeClr>
                </a:solidFill>
              </a:defRPr>
            </a:lvl7pPr>
            <a:lvl8pPr marL="3200272" indent="0">
              <a:buNone/>
              <a:defRPr sz="1600">
                <a:solidFill>
                  <a:schemeClr val="tx1">
                    <a:tint val="75000"/>
                  </a:schemeClr>
                </a:solidFill>
              </a:defRPr>
            </a:lvl8pPr>
            <a:lvl9pPr marL="3657454" indent="0">
              <a:buNone/>
              <a:defRPr sz="1600">
                <a:solidFill>
                  <a:schemeClr val="tx1">
                    <a:tint val="75000"/>
                  </a:schemeClr>
                </a:solidFill>
              </a:defRPr>
            </a:lvl9pPr>
          </a:lstStyle>
          <a:p>
            <a:pPr lvl="0"/>
            <a:r>
              <a:rPr lang="en-US" dirty="0"/>
              <a:t>Click to edit Master text styles</a:t>
            </a:r>
          </a:p>
        </p:txBody>
      </p:sp>
      <p:sp>
        <p:nvSpPr>
          <p:cNvPr id="6" name="Slide Number Placeholder 4">
            <a:extLst>
              <a:ext uri="{FF2B5EF4-FFF2-40B4-BE49-F238E27FC236}">
                <a16:creationId xmlns:a16="http://schemas.microsoft.com/office/drawing/2014/main" id="{BA76B584-4F94-4DD1-9943-77A2F3AF15CF}"/>
              </a:ext>
            </a:extLst>
          </p:cNvPr>
          <p:cNvSpPr>
            <a:spLocks noGrp="1"/>
          </p:cNvSpPr>
          <p:nvPr>
            <p:ph type="sldNum" sz="quarter" idx="4"/>
          </p:nvPr>
        </p:nvSpPr>
        <p:spPr>
          <a:xfrm>
            <a:off x="9249792" y="6356351"/>
            <a:ext cx="2743200" cy="365125"/>
          </a:xfrm>
          <a:prstGeom prst="rect">
            <a:avLst/>
          </a:prstGeom>
        </p:spPr>
        <p:txBody>
          <a:bodyPr vert="horz" lIns="91440" tIns="45720" rIns="91440" bIns="45720" rtlCol="0" anchor="ctr"/>
          <a:lstStyle>
            <a:lvl1pPr algn="r">
              <a:defRPr sz="1200">
                <a:solidFill>
                  <a:srgbClr val="00B0F0"/>
                </a:solidFill>
                <a:latin typeface="Arial" panose="020B0604020202020204" pitchFamily="34" charset="0"/>
                <a:cs typeface="Arial" panose="020B0604020202020204" pitchFamily="34" charset="0"/>
              </a:defRPr>
            </a:lvl1pPr>
          </a:lstStyle>
          <a:p>
            <a:fld id="{31D26D55-0A22-487A-A687-61FB58A6F16A}" type="slidenum">
              <a:rPr lang="en-US" smtClean="0"/>
              <a:pPr/>
              <a:t>‹#›</a:t>
            </a:fld>
            <a:endParaRPr lang="en-US" dirty="0"/>
          </a:p>
        </p:txBody>
      </p:sp>
      <p:sp>
        <p:nvSpPr>
          <p:cNvPr id="8" name="Title Placeholder 1">
            <a:extLst>
              <a:ext uri="{FF2B5EF4-FFF2-40B4-BE49-F238E27FC236}">
                <a16:creationId xmlns:a16="http://schemas.microsoft.com/office/drawing/2014/main" id="{040D9B5B-D231-4612-89E6-B4776226BA7C}"/>
              </a:ext>
            </a:extLst>
          </p:cNvPr>
          <p:cNvSpPr>
            <a:spLocks noGrp="1"/>
          </p:cNvSpPr>
          <p:nvPr>
            <p:ph type="title"/>
          </p:nvPr>
        </p:nvSpPr>
        <p:spPr>
          <a:xfrm>
            <a:off x="524238" y="0"/>
            <a:ext cx="9146651" cy="457200"/>
          </a:xfrm>
          <a:prstGeom prst="rect">
            <a:avLst/>
          </a:prstGeom>
        </p:spPr>
        <p:txBody>
          <a:bodyPr vert="horz" lIns="91440" tIns="45720" rIns="91440" bIns="45720" rtlCol="0" anchor="ctr">
            <a:normAutofit/>
          </a:bodyPr>
          <a:lstStyle/>
          <a:p>
            <a:r>
              <a:rPr lang="en-US" dirty="0"/>
              <a:t>Click to edit Master title style</a:t>
            </a:r>
          </a:p>
        </p:txBody>
      </p:sp>
    </p:spTree>
    <p:extLst>
      <p:ext uri="{BB962C8B-B14F-4D97-AF65-F5344CB8AC3E}">
        <p14:creationId xmlns:p14="http://schemas.microsoft.com/office/powerpoint/2010/main" val="266147266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75F5726-7887-4ED4-A172-AF9307881508}"/>
              </a:ext>
            </a:extLst>
          </p:cNvPr>
          <p:cNvSpPr>
            <a:spLocks noGrp="1"/>
          </p:cNvSpPr>
          <p:nvPr>
            <p:ph sz="half" idx="1"/>
          </p:nvPr>
        </p:nvSpPr>
        <p:spPr>
          <a:xfrm>
            <a:off x="622500" y="1606858"/>
            <a:ext cx="5473500" cy="4570105"/>
          </a:xfrm>
        </p:spPr>
        <p:txBody>
          <a:bodyPr/>
          <a:lstStyle>
            <a:lvl1pPr>
              <a:defRPr>
                <a:latin typeface="+mj-lt"/>
              </a:defRPr>
            </a:lvl1pPr>
            <a:lvl2pPr>
              <a:defRPr>
                <a:latin typeface="+mj-lt"/>
              </a:defRPr>
            </a:lvl2pPr>
            <a:lvl3pPr>
              <a:defRPr>
                <a:latin typeface="+mj-lt"/>
              </a:defRPr>
            </a:lvl3pPr>
            <a:lvl4pPr>
              <a:defRPr>
                <a:latin typeface="+mj-lt"/>
              </a:defRPr>
            </a:lvl4pPr>
            <a:lvl5pPr>
              <a:defRPr>
                <a:latin typeface="+mj-lt"/>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a:extLst>
              <a:ext uri="{FF2B5EF4-FFF2-40B4-BE49-F238E27FC236}">
                <a16:creationId xmlns:a16="http://schemas.microsoft.com/office/drawing/2014/main" id="{7CA0F843-3E9A-4C49-A1AC-A3FA71EF7350}"/>
              </a:ext>
            </a:extLst>
          </p:cNvPr>
          <p:cNvSpPr>
            <a:spLocks noGrp="1"/>
          </p:cNvSpPr>
          <p:nvPr>
            <p:ph sz="half" idx="2"/>
          </p:nvPr>
        </p:nvSpPr>
        <p:spPr>
          <a:xfrm>
            <a:off x="6105942" y="1606858"/>
            <a:ext cx="5473499" cy="4570105"/>
          </a:xfrm>
        </p:spPr>
        <p:txBody>
          <a:bodyPr/>
          <a:lstStyle>
            <a:lvl1pPr>
              <a:defRPr>
                <a:latin typeface="+mj-lt"/>
              </a:defRPr>
            </a:lvl1pPr>
            <a:lvl2pPr>
              <a:defRPr>
                <a:latin typeface="+mj-lt"/>
              </a:defRPr>
            </a:lvl2pPr>
            <a:lvl3pPr>
              <a:defRPr>
                <a:latin typeface="+mj-lt"/>
              </a:defRPr>
            </a:lvl3pPr>
            <a:lvl4pPr>
              <a:defRPr>
                <a:latin typeface="+mj-lt"/>
              </a:defRPr>
            </a:lvl4pPr>
            <a:lvl5pPr>
              <a:defRPr>
                <a:latin typeface="+mj-lt"/>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Slide Number Placeholder 4">
            <a:extLst>
              <a:ext uri="{FF2B5EF4-FFF2-40B4-BE49-F238E27FC236}">
                <a16:creationId xmlns:a16="http://schemas.microsoft.com/office/drawing/2014/main" id="{E6FCE726-79EE-487F-9798-E531C3475E8B}"/>
              </a:ext>
            </a:extLst>
          </p:cNvPr>
          <p:cNvSpPr>
            <a:spLocks noGrp="1"/>
          </p:cNvSpPr>
          <p:nvPr>
            <p:ph type="sldNum" sz="quarter" idx="4"/>
          </p:nvPr>
        </p:nvSpPr>
        <p:spPr>
          <a:xfrm>
            <a:off x="9249792" y="6356351"/>
            <a:ext cx="2743200" cy="365125"/>
          </a:xfrm>
          <a:prstGeom prst="rect">
            <a:avLst/>
          </a:prstGeom>
        </p:spPr>
        <p:txBody>
          <a:bodyPr vert="horz" lIns="91440" tIns="45720" rIns="91440" bIns="45720" rtlCol="0" anchor="ctr"/>
          <a:lstStyle>
            <a:lvl1pPr algn="r">
              <a:defRPr sz="1200">
                <a:solidFill>
                  <a:srgbClr val="00B0F0"/>
                </a:solidFill>
                <a:latin typeface="Arial" panose="020B0604020202020204" pitchFamily="34" charset="0"/>
                <a:cs typeface="Arial" panose="020B0604020202020204" pitchFamily="34" charset="0"/>
              </a:defRPr>
            </a:lvl1pPr>
          </a:lstStyle>
          <a:p>
            <a:fld id="{31D26D55-0A22-487A-A687-61FB58A6F16A}" type="slidenum">
              <a:rPr lang="en-US" smtClean="0"/>
              <a:pPr/>
              <a:t>‹#›</a:t>
            </a:fld>
            <a:endParaRPr lang="en-US" dirty="0"/>
          </a:p>
        </p:txBody>
      </p:sp>
      <p:sp>
        <p:nvSpPr>
          <p:cNvPr id="9" name="Title Placeholder 1">
            <a:extLst>
              <a:ext uri="{FF2B5EF4-FFF2-40B4-BE49-F238E27FC236}">
                <a16:creationId xmlns:a16="http://schemas.microsoft.com/office/drawing/2014/main" id="{3FB126F2-FBF5-4556-AAF5-1ECB22E17B0D}"/>
              </a:ext>
            </a:extLst>
          </p:cNvPr>
          <p:cNvSpPr>
            <a:spLocks noGrp="1"/>
          </p:cNvSpPr>
          <p:nvPr>
            <p:ph type="title"/>
          </p:nvPr>
        </p:nvSpPr>
        <p:spPr>
          <a:xfrm>
            <a:off x="524238" y="0"/>
            <a:ext cx="9146651" cy="457200"/>
          </a:xfrm>
          <a:prstGeom prst="rect">
            <a:avLst/>
          </a:prstGeom>
        </p:spPr>
        <p:txBody>
          <a:bodyPr vert="horz" lIns="91440" tIns="45720" rIns="91440" bIns="45720" rtlCol="0" anchor="ctr">
            <a:normAutofit/>
          </a:bodyPr>
          <a:lstStyle/>
          <a:p>
            <a:r>
              <a:rPr lang="en-US" dirty="0"/>
              <a:t>Click to edit Master title style</a:t>
            </a:r>
          </a:p>
        </p:txBody>
      </p:sp>
    </p:spTree>
    <p:extLst>
      <p:ext uri="{BB962C8B-B14F-4D97-AF65-F5344CB8AC3E}">
        <p14:creationId xmlns:p14="http://schemas.microsoft.com/office/powerpoint/2010/main" val="40991398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8241CF06-6B06-4E7F-82EA-7C5047EA60A1}"/>
              </a:ext>
            </a:extLst>
          </p:cNvPr>
          <p:cNvSpPr>
            <a:spLocks noGrp="1"/>
          </p:cNvSpPr>
          <p:nvPr>
            <p:ph type="body" idx="1"/>
          </p:nvPr>
        </p:nvSpPr>
        <p:spPr>
          <a:xfrm>
            <a:off x="622500" y="1603275"/>
            <a:ext cx="5473500" cy="823912"/>
          </a:xfrm>
        </p:spPr>
        <p:txBody>
          <a:bodyPr anchor="b"/>
          <a:lstStyle>
            <a:lvl1pPr marL="0" indent="0">
              <a:buNone/>
              <a:defRPr sz="2400" b="1">
                <a:latin typeface="+mj-lt"/>
              </a:defRPr>
            </a:lvl1pPr>
            <a:lvl2pPr marL="457182" indent="0">
              <a:buNone/>
              <a:defRPr sz="2000" b="1"/>
            </a:lvl2pPr>
            <a:lvl3pPr marL="914363" indent="0">
              <a:buNone/>
              <a:defRPr sz="1800" b="1"/>
            </a:lvl3pPr>
            <a:lvl4pPr marL="1371545" indent="0">
              <a:buNone/>
              <a:defRPr sz="1600" b="1"/>
            </a:lvl4pPr>
            <a:lvl5pPr marL="1828727" indent="0">
              <a:buNone/>
              <a:defRPr sz="1600" b="1"/>
            </a:lvl5pPr>
            <a:lvl6pPr marL="2285909" indent="0">
              <a:buNone/>
              <a:defRPr sz="1600" b="1"/>
            </a:lvl6pPr>
            <a:lvl7pPr marL="2743090" indent="0">
              <a:buNone/>
              <a:defRPr sz="1600" b="1"/>
            </a:lvl7pPr>
            <a:lvl8pPr marL="3200272" indent="0">
              <a:buNone/>
              <a:defRPr sz="1600" b="1"/>
            </a:lvl8pPr>
            <a:lvl9pPr marL="3657454" indent="0">
              <a:buNone/>
              <a:defRPr sz="1600" b="1"/>
            </a:lvl9pPr>
          </a:lstStyle>
          <a:p>
            <a:pPr lvl="0"/>
            <a:r>
              <a:rPr lang="en-US" dirty="0"/>
              <a:t>Click to edit Master text styles</a:t>
            </a:r>
          </a:p>
        </p:txBody>
      </p:sp>
      <p:sp>
        <p:nvSpPr>
          <p:cNvPr id="4" name="Content Placeholder 3">
            <a:extLst>
              <a:ext uri="{FF2B5EF4-FFF2-40B4-BE49-F238E27FC236}">
                <a16:creationId xmlns:a16="http://schemas.microsoft.com/office/drawing/2014/main" id="{4FD9E841-81B0-403F-B4A9-7ACB7AAF8E75}"/>
              </a:ext>
            </a:extLst>
          </p:cNvPr>
          <p:cNvSpPr>
            <a:spLocks noGrp="1"/>
          </p:cNvSpPr>
          <p:nvPr>
            <p:ph sz="half" idx="2"/>
          </p:nvPr>
        </p:nvSpPr>
        <p:spPr>
          <a:xfrm>
            <a:off x="622500" y="2512382"/>
            <a:ext cx="5473499" cy="3677281"/>
          </a:xfrm>
        </p:spPr>
        <p:txBody>
          <a:bodyPr/>
          <a:lstStyle>
            <a:lvl1pPr>
              <a:defRPr>
                <a:latin typeface="+mj-lt"/>
              </a:defRPr>
            </a:lvl1pPr>
            <a:lvl2pPr>
              <a:defRPr>
                <a:latin typeface="+mj-lt"/>
              </a:defRPr>
            </a:lvl2pPr>
            <a:lvl3pPr>
              <a:defRPr>
                <a:latin typeface="+mj-lt"/>
              </a:defRPr>
            </a:lvl3pPr>
            <a:lvl4pPr>
              <a:defRPr>
                <a:latin typeface="+mj-lt"/>
              </a:defRPr>
            </a:lvl4pPr>
            <a:lvl5pPr>
              <a:defRPr>
                <a:latin typeface="+mj-lt"/>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a:extLst>
              <a:ext uri="{FF2B5EF4-FFF2-40B4-BE49-F238E27FC236}">
                <a16:creationId xmlns:a16="http://schemas.microsoft.com/office/drawing/2014/main" id="{10BB9AEE-2F75-43DB-921D-43380FB8C592}"/>
              </a:ext>
            </a:extLst>
          </p:cNvPr>
          <p:cNvSpPr>
            <a:spLocks noGrp="1"/>
          </p:cNvSpPr>
          <p:nvPr>
            <p:ph type="body" sz="quarter" idx="3"/>
          </p:nvPr>
        </p:nvSpPr>
        <p:spPr>
          <a:xfrm>
            <a:off x="6096001" y="1603275"/>
            <a:ext cx="5473499" cy="823912"/>
          </a:xfrm>
        </p:spPr>
        <p:txBody>
          <a:bodyPr anchor="b"/>
          <a:lstStyle>
            <a:lvl1pPr marL="0" indent="0">
              <a:buNone/>
              <a:defRPr sz="2400" b="1"/>
            </a:lvl1pPr>
            <a:lvl2pPr marL="457182" indent="0">
              <a:buNone/>
              <a:defRPr sz="2000" b="1"/>
            </a:lvl2pPr>
            <a:lvl3pPr marL="914363" indent="0">
              <a:buNone/>
              <a:defRPr sz="1800" b="1"/>
            </a:lvl3pPr>
            <a:lvl4pPr marL="1371545" indent="0">
              <a:buNone/>
              <a:defRPr sz="1600" b="1"/>
            </a:lvl4pPr>
            <a:lvl5pPr marL="1828727" indent="0">
              <a:buNone/>
              <a:defRPr sz="1600" b="1"/>
            </a:lvl5pPr>
            <a:lvl6pPr marL="2285909" indent="0">
              <a:buNone/>
              <a:defRPr sz="1600" b="1"/>
            </a:lvl6pPr>
            <a:lvl7pPr marL="2743090" indent="0">
              <a:buNone/>
              <a:defRPr sz="1600" b="1"/>
            </a:lvl7pPr>
            <a:lvl8pPr marL="3200272" indent="0">
              <a:buNone/>
              <a:defRPr sz="1600" b="1"/>
            </a:lvl8pPr>
            <a:lvl9pPr marL="3657454" indent="0">
              <a:buNone/>
              <a:defRPr sz="1600" b="1"/>
            </a:lvl9pPr>
          </a:lstStyle>
          <a:p>
            <a:pPr lvl="0"/>
            <a:r>
              <a:rPr lang="en-US" dirty="0"/>
              <a:t>Click to edit Master text styles</a:t>
            </a:r>
          </a:p>
        </p:txBody>
      </p:sp>
      <p:sp>
        <p:nvSpPr>
          <p:cNvPr id="6" name="Content Placeholder 5">
            <a:extLst>
              <a:ext uri="{FF2B5EF4-FFF2-40B4-BE49-F238E27FC236}">
                <a16:creationId xmlns:a16="http://schemas.microsoft.com/office/drawing/2014/main" id="{34F1E4C2-CBB6-4430-BE56-3BF9E9AA8B7D}"/>
              </a:ext>
            </a:extLst>
          </p:cNvPr>
          <p:cNvSpPr>
            <a:spLocks noGrp="1"/>
          </p:cNvSpPr>
          <p:nvPr>
            <p:ph sz="quarter" idx="4"/>
          </p:nvPr>
        </p:nvSpPr>
        <p:spPr>
          <a:xfrm>
            <a:off x="6095999" y="2512382"/>
            <a:ext cx="5473500" cy="3677281"/>
          </a:xfrm>
        </p:spPr>
        <p:txBody>
          <a:bodyPr/>
          <a:lstStyle>
            <a:lvl1pPr>
              <a:defRPr>
                <a:latin typeface="+mj-lt"/>
              </a:defRPr>
            </a:lvl1pPr>
            <a:lvl2pPr>
              <a:defRPr>
                <a:latin typeface="+mj-lt"/>
              </a:defRPr>
            </a:lvl2pPr>
            <a:lvl3pPr>
              <a:defRPr>
                <a:latin typeface="+mj-lt"/>
              </a:defRPr>
            </a:lvl3pPr>
            <a:lvl4pPr>
              <a:defRPr>
                <a:latin typeface="+mj-lt"/>
              </a:defRPr>
            </a:lvl4pPr>
            <a:lvl5pPr>
              <a:defRPr>
                <a:latin typeface="+mj-lt"/>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Slide Number Placeholder 4">
            <a:extLst>
              <a:ext uri="{FF2B5EF4-FFF2-40B4-BE49-F238E27FC236}">
                <a16:creationId xmlns:a16="http://schemas.microsoft.com/office/drawing/2014/main" id="{EDD1D7D5-B40B-4404-87A7-8074677D8997}"/>
              </a:ext>
            </a:extLst>
          </p:cNvPr>
          <p:cNvSpPr>
            <a:spLocks noGrp="1"/>
          </p:cNvSpPr>
          <p:nvPr>
            <p:ph type="sldNum" sz="quarter" idx="11"/>
          </p:nvPr>
        </p:nvSpPr>
        <p:spPr>
          <a:xfrm>
            <a:off x="9249792" y="6356351"/>
            <a:ext cx="2743200" cy="365125"/>
          </a:xfrm>
          <a:prstGeom prst="rect">
            <a:avLst/>
          </a:prstGeom>
        </p:spPr>
        <p:txBody>
          <a:bodyPr vert="horz" lIns="91440" tIns="45720" rIns="91440" bIns="45720" rtlCol="0" anchor="ctr"/>
          <a:lstStyle>
            <a:lvl1pPr algn="r">
              <a:defRPr sz="1200">
                <a:solidFill>
                  <a:srgbClr val="00B0F0"/>
                </a:solidFill>
                <a:latin typeface="Arial" panose="020B0604020202020204" pitchFamily="34" charset="0"/>
                <a:cs typeface="Arial" panose="020B0604020202020204" pitchFamily="34" charset="0"/>
              </a:defRPr>
            </a:lvl1pPr>
          </a:lstStyle>
          <a:p>
            <a:fld id="{31D26D55-0A22-487A-A687-61FB58A6F16A}" type="slidenum">
              <a:rPr lang="en-US" smtClean="0"/>
              <a:pPr/>
              <a:t>‹#›</a:t>
            </a:fld>
            <a:endParaRPr lang="en-US" dirty="0"/>
          </a:p>
        </p:txBody>
      </p:sp>
      <p:sp>
        <p:nvSpPr>
          <p:cNvPr id="11" name="Title Placeholder 1">
            <a:extLst>
              <a:ext uri="{FF2B5EF4-FFF2-40B4-BE49-F238E27FC236}">
                <a16:creationId xmlns:a16="http://schemas.microsoft.com/office/drawing/2014/main" id="{401B562F-EFD8-422F-B98E-C48C0F73AC49}"/>
              </a:ext>
            </a:extLst>
          </p:cNvPr>
          <p:cNvSpPr>
            <a:spLocks noGrp="1"/>
          </p:cNvSpPr>
          <p:nvPr>
            <p:ph type="title"/>
          </p:nvPr>
        </p:nvSpPr>
        <p:spPr>
          <a:xfrm>
            <a:off x="524238" y="0"/>
            <a:ext cx="9146651" cy="457200"/>
          </a:xfrm>
          <a:prstGeom prst="rect">
            <a:avLst/>
          </a:prstGeom>
        </p:spPr>
        <p:txBody>
          <a:bodyPr vert="horz" lIns="91440" tIns="45720" rIns="91440" bIns="45720" rtlCol="0" anchor="ctr">
            <a:normAutofit/>
          </a:bodyPr>
          <a:lstStyle/>
          <a:p>
            <a:r>
              <a:rPr lang="en-US" dirty="0"/>
              <a:t>Click to edit Master title style</a:t>
            </a:r>
          </a:p>
        </p:txBody>
      </p:sp>
    </p:spTree>
    <p:extLst>
      <p:ext uri="{BB962C8B-B14F-4D97-AF65-F5344CB8AC3E}">
        <p14:creationId xmlns:p14="http://schemas.microsoft.com/office/powerpoint/2010/main" val="418276618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437972AD-1D52-4C38-A4F1-BA8AAFF97032}"/>
              </a:ext>
            </a:extLst>
          </p:cNvPr>
          <p:cNvSpPr>
            <a:spLocks noGrp="1"/>
          </p:cNvSpPr>
          <p:nvPr>
            <p:ph type="sldNum" sz="quarter" idx="4"/>
          </p:nvPr>
        </p:nvSpPr>
        <p:spPr>
          <a:xfrm>
            <a:off x="9249792" y="6356351"/>
            <a:ext cx="2743200" cy="365125"/>
          </a:xfrm>
          <a:prstGeom prst="rect">
            <a:avLst/>
          </a:prstGeom>
        </p:spPr>
        <p:txBody>
          <a:bodyPr vert="horz" lIns="91440" tIns="45720" rIns="91440" bIns="45720" rtlCol="0" anchor="ctr"/>
          <a:lstStyle>
            <a:lvl1pPr algn="r">
              <a:defRPr sz="1200">
                <a:solidFill>
                  <a:srgbClr val="00B0F0"/>
                </a:solidFill>
                <a:latin typeface="Arial" panose="020B0604020202020204" pitchFamily="34" charset="0"/>
                <a:cs typeface="Arial" panose="020B0604020202020204" pitchFamily="34" charset="0"/>
              </a:defRPr>
            </a:lvl1pPr>
          </a:lstStyle>
          <a:p>
            <a:fld id="{31D26D55-0A22-487A-A687-61FB58A6F16A}" type="slidenum">
              <a:rPr lang="en-US" smtClean="0"/>
              <a:pPr/>
              <a:t>‹#›</a:t>
            </a:fld>
            <a:endParaRPr lang="en-US" dirty="0"/>
          </a:p>
        </p:txBody>
      </p:sp>
      <p:sp>
        <p:nvSpPr>
          <p:cNvPr id="7" name="Title Placeholder 1">
            <a:extLst>
              <a:ext uri="{FF2B5EF4-FFF2-40B4-BE49-F238E27FC236}">
                <a16:creationId xmlns:a16="http://schemas.microsoft.com/office/drawing/2014/main" id="{70797FE1-3F5B-4DD2-B196-B7AAF6628D62}"/>
              </a:ext>
            </a:extLst>
          </p:cNvPr>
          <p:cNvSpPr>
            <a:spLocks noGrp="1"/>
          </p:cNvSpPr>
          <p:nvPr>
            <p:ph type="title"/>
          </p:nvPr>
        </p:nvSpPr>
        <p:spPr>
          <a:xfrm>
            <a:off x="524238" y="0"/>
            <a:ext cx="9146651" cy="457200"/>
          </a:xfrm>
          <a:prstGeom prst="rect">
            <a:avLst/>
          </a:prstGeom>
        </p:spPr>
        <p:txBody>
          <a:bodyPr vert="horz" lIns="91440" tIns="45720" rIns="91440" bIns="45720" rtlCol="0" anchor="ctr">
            <a:normAutofit/>
          </a:bodyPr>
          <a:lstStyle/>
          <a:p>
            <a:r>
              <a:rPr lang="en-US" dirty="0"/>
              <a:t>Click to edit Master title style</a:t>
            </a:r>
          </a:p>
        </p:txBody>
      </p:sp>
    </p:spTree>
    <p:extLst>
      <p:ext uri="{BB962C8B-B14F-4D97-AF65-F5344CB8AC3E}">
        <p14:creationId xmlns:p14="http://schemas.microsoft.com/office/powerpoint/2010/main" val="412431958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ontent with Caption">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0BB3D6C-BEF2-4E06-A9B0-9A309DB3444E}"/>
              </a:ext>
            </a:extLst>
          </p:cNvPr>
          <p:cNvSpPr>
            <a:spLocks noGrp="1"/>
          </p:cNvSpPr>
          <p:nvPr>
            <p:ph idx="1"/>
          </p:nvPr>
        </p:nvSpPr>
        <p:spPr>
          <a:xfrm>
            <a:off x="4935985" y="1606858"/>
            <a:ext cx="6622644" cy="4563122"/>
          </a:xfrm>
        </p:spPr>
        <p:txBody>
          <a:bodyPr/>
          <a:lstStyle>
            <a:lvl1pPr>
              <a:defRPr sz="3200">
                <a:latin typeface="+mj-lt"/>
              </a:defRPr>
            </a:lvl1pPr>
            <a:lvl2pPr>
              <a:defRPr sz="2800">
                <a:latin typeface="+mj-lt"/>
              </a:defRPr>
            </a:lvl2pPr>
            <a:lvl3pPr>
              <a:defRPr sz="2400">
                <a:latin typeface="+mj-lt"/>
              </a:defRPr>
            </a:lvl3pPr>
            <a:lvl4pPr>
              <a:defRPr sz="2000">
                <a:latin typeface="+mj-lt"/>
              </a:defRPr>
            </a:lvl4pPr>
            <a:lvl5pPr>
              <a:defRPr sz="2000">
                <a:latin typeface="+mj-lt"/>
              </a:defRPr>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a:extLst>
              <a:ext uri="{FF2B5EF4-FFF2-40B4-BE49-F238E27FC236}">
                <a16:creationId xmlns:a16="http://schemas.microsoft.com/office/drawing/2014/main" id="{48ECDB52-24E0-4CBA-AE63-33BD3EF657F8}"/>
              </a:ext>
            </a:extLst>
          </p:cNvPr>
          <p:cNvSpPr>
            <a:spLocks noGrp="1"/>
          </p:cNvSpPr>
          <p:nvPr>
            <p:ph type="body" sz="half" idx="2"/>
          </p:nvPr>
        </p:nvSpPr>
        <p:spPr>
          <a:xfrm>
            <a:off x="622500" y="1606859"/>
            <a:ext cx="4008210" cy="4563122"/>
          </a:xfrm>
        </p:spPr>
        <p:txBody>
          <a:bodyPr/>
          <a:lstStyle>
            <a:lvl1pPr marL="0" indent="0">
              <a:buNone/>
              <a:defRPr sz="1600"/>
            </a:lvl1pPr>
            <a:lvl2pPr marL="457182" indent="0">
              <a:buNone/>
              <a:defRPr sz="1400"/>
            </a:lvl2pPr>
            <a:lvl3pPr marL="914363" indent="0">
              <a:buNone/>
              <a:defRPr sz="1200"/>
            </a:lvl3pPr>
            <a:lvl4pPr marL="1371545" indent="0">
              <a:buNone/>
              <a:defRPr sz="1000"/>
            </a:lvl4pPr>
            <a:lvl5pPr marL="1828727" indent="0">
              <a:buNone/>
              <a:defRPr sz="1000"/>
            </a:lvl5pPr>
            <a:lvl6pPr marL="2285909" indent="0">
              <a:buNone/>
              <a:defRPr sz="1000"/>
            </a:lvl6pPr>
            <a:lvl7pPr marL="2743090" indent="0">
              <a:buNone/>
              <a:defRPr sz="1000"/>
            </a:lvl7pPr>
            <a:lvl8pPr marL="3200272" indent="0">
              <a:buNone/>
              <a:defRPr sz="1000"/>
            </a:lvl8pPr>
            <a:lvl9pPr marL="3657454" indent="0">
              <a:buNone/>
              <a:defRPr sz="1000"/>
            </a:lvl9pPr>
          </a:lstStyle>
          <a:p>
            <a:pPr lvl="0"/>
            <a:r>
              <a:rPr lang="en-US" dirty="0"/>
              <a:t>Click to edit Master text styles</a:t>
            </a:r>
          </a:p>
        </p:txBody>
      </p:sp>
      <p:sp>
        <p:nvSpPr>
          <p:cNvPr id="7" name="Slide Number Placeholder 4">
            <a:extLst>
              <a:ext uri="{FF2B5EF4-FFF2-40B4-BE49-F238E27FC236}">
                <a16:creationId xmlns:a16="http://schemas.microsoft.com/office/drawing/2014/main" id="{AEEB6E2B-6FA2-4169-B497-FAE2CD95A8B1}"/>
              </a:ext>
            </a:extLst>
          </p:cNvPr>
          <p:cNvSpPr>
            <a:spLocks noGrp="1"/>
          </p:cNvSpPr>
          <p:nvPr>
            <p:ph type="sldNum" sz="quarter" idx="4"/>
          </p:nvPr>
        </p:nvSpPr>
        <p:spPr>
          <a:xfrm>
            <a:off x="9249792" y="6356351"/>
            <a:ext cx="2743200" cy="365125"/>
          </a:xfrm>
          <a:prstGeom prst="rect">
            <a:avLst/>
          </a:prstGeom>
        </p:spPr>
        <p:txBody>
          <a:bodyPr vert="horz" lIns="91440" tIns="45720" rIns="91440" bIns="45720" rtlCol="0" anchor="ctr"/>
          <a:lstStyle>
            <a:lvl1pPr algn="r">
              <a:defRPr sz="1200">
                <a:solidFill>
                  <a:srgbClr val="00B0F0"/>
                </a:solidFill>
                <a:latin typeface="Arial" panose="020B0604020202020204" pitchFamily="34" charset="0"/>
                <a:cs typeface="Arial" panose="020B0604020202020204" pitchFamily="34" charset="0"/>
              </a:defRPr>
            </a:lvl1pPr>
          </a:lstStyle>
          <a:p>
            <a:fld id="{31D26D55-0A22-487A-A687-61FB58A6F16A}" type="slidenum">
              <a:rPr lang="en-US" smtClean="0"/>
              <a:pPr/>
              <a:t>‹#›</a:t>
            </a:fld>
            <a:endParaRPr lang="en-US" dirty="0"/>
          </a:p>
        </p:txBody>
      </p:sp>
      <p:sp>
        <p:nvSpPr>
          <p:cNvPr id="9" name="Title Placeholder 1">
            <a:extLst>
              <a:ext uri="{FF2B5EF4-FFF2-40B4-BE49-F238E27FC236}">
                <a16:creationId xmlns:a16="http://schemas.microsoft.com/office/drawing/2014/main" id="{479BEDD5-9D69-4F36-BBA7-2ED62B0AD6F3}"/>
              </a:ext>
            </a:extLst>
          </p:cNvPr>
          <p:cNvSpPr>
            <a:spLocks noGrp="1"/>
          </p:cNvSpPr>
          <p:nvPr>
            <p:ph type="title"/>
          </p:nvPr>
        </p:nvSpPr>
        <p:spPr>
          <a:xfrm>
            <a:off x="524238" y="0"/>
            <a:ext cx="9146651" cy="457200"/>
          </a:xfrm>
          <a:prstGeom prst="rect">
            <a:avLst/>
          </a:prstGeom>
        </p:spPr>
        <p:txBody>
          <a:bodyPr vert="horz" lIns="91440" tIns="45720" rIns="91440" bIns="45720" rtlCol="0" anchor="ctr">
            <a:normAutofit/>
          </a:bodyPr>
          <a:lstStyle/>
          <a:p>
            <a:r>
              <a:rPr lang="en-US" dirty="0"/>
              <a:t>Click to edit Master title style</a:t>
            </a:r>
          </a:p>
        </p:txBody>
      </p:sp>
    </p:spTree>
    <p:extLst>
      <p:ext uri="{BB962C8B-B14F-4D97-AF65-F5344CB8AC3E}">
        <p14:creationId xmlns:p14="http://schemas.microsoft.com/office/powerpoint/2010/main" val="34920757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46D3D43A-8744-40D7-AFFD-6F0B4A4ECB2C}"/>
              </a:ext>
            </a:extLst>
          </p:cNvPr>
          <p:cNvSpPr>
            <a:spLocks noGrp="1"/>
          </p:cNvSpPr>
          <p:nvPr>
            <p:ph type="pic" idx="1"/>
          </p:nvPr>
        </p:nvSpPr>
        <p:spPr>
          <a:xfrm>
            <a:off x="4882718" y="1606859"/>
            <a:ext cx="6675910" cy="4554244"/>
          </a:xfrm>
        </p:spPr>
        <p:txBody>
          <a:bodyPr>
            <a:normAutofit/>
          </a:bodyPr>
          <a:lstStyle>
            <a:lvl1pPr marL="0" indent="0">
              <a:buNone/>
              <a:defRPr sz="2800"/>
            </a:lvl1pPr>
            <a:lvl2pPr marL="457182" indent="0">
              <a:buNone/>
              <a:defRPr sz="2800"/>
            </a:lvl2pPr>
            <a:lvl3pPr marL="914363" indent="0">
              <a:buNone/>
              <a:defRPr sz="2400"/>
            </a:lvl3pPr>
            <a:lvl4pPr marL="1371545" indent="0">
              <a:buNone/>
              <a:defRPr sz="2000"/>
            </a:lvl4pPr>
            <a:lvl5pPr marL="1828727" indent="0">
              <a:buNone/>
              <a:defRPr sz="2000"/>
            </a:lvl5pPr>
            <a:lvl6pPr marL="2285909" indent="0">
              <a:buNone/>
              <a:defRPr sz="2000"/>
            </a:lvl6pPr>
            <a:lvl7pPr marL="2743090" indent="0">
              <a:buNone/>
              <a:defRPr sz="2000"/>
            </a:lvl7pPr>
            <a:lvl8pPr marL="3200272" indent="0">
              <a:buNone/>
              <a:defRPr sz="2000"/>
            </a:lvl8pPr>
            <a:lvl9pPr marL="3657454" indent="0">
              <a:buNone/>
              <a:defRPr sz="2000"/>
            </a:lvl9pPr>
          </a:lstStyle>
          <a:p>
            <a:r>
              <a:rPr lang="en-US" dirty="0"/>
              <a:t>Click icon to add picture</a:t>
            </a:r>
          </a:p>
        </p:txBody>
      </p:sp>
      <p:sp>
        <p:nvSpPr>
          <p:cNvPr id="4" name="Text Placeholder 3">
            <a:extLst>
              <a:ext uri="{FF2B5EF4-FFF2-40B4-BE49-F238E27FC236}">
                <a16:creationId xmlns:a16="http://schemas.microsoft.com/office/drawing/2014/main" id="{ED85C3DD-CC1C-4A73-BCDA-09DF7D09C2C1}"/>
              </a:ext>
            </a:extLst>
          </p:cNvPr>
          <p:cNvSpPr>
            <a:spLocks noGrp="1"/>
          </p:cNvSpPr>
          <p:nvPr>
            <p:ph type="body" sz="half" idx="2"/>
          </p:nvPr>
        </p:nvSpPr>
        <p:spPr>
          <a:xfrm>
            <a:off x="622500" y="1606860"/>
            <a:ext cx="3983272" cy="4554244"/>
          </a:xfrm>
        </p:spPr>
        <p:txBody>
          <a:bodyPr>
            <a:normAutofit/>
          </a:bodyPr>
          <a:lstStyle>
            <a:lvl1pPr marL="0" indent="0">
              <a:buNone/>
              <a:defRPr sz="2400"/>
            </a:lvl1pPr>
            <a:lvl2pPr marL="457182" indent="0">
              <a:buNone/>
              <a:defRPr sz="1400"/>
            </a:lvl2pPr>
            <a:lvl3pPr marL="914363" indent="0">
              <a:buNone/>
              <a:defRPr sz="1200"/>
            </a:lvl3pPr>
            <a:lvl4pPr marL="1371545" indent="0">
              <a:buNone/>
              <a:defRPr sz="1000"/>
            </a:lvl4pPr>
            <a:lvl5pPr marL="1828727" indent="0">
              <a:buNone/>
              <a:defRPr sz="1000"/>
            </a:lvl5pPr>
            <a:lvl6pPr marL="2285909" indent="0">
              <a:buNone/>
              <a:defRPr sz="1000"/>
            </a:lvl6pPr>
            <a:lvl7pPr marL="2743090" indent="0">
              <a:buNone/>
              <a:defRPr sz="1000"/>
            </a:lvl7pPr>
            <a:lvl8pPr marL="3200272" indent="0">
              <a:buNone/>
              <a:defRPr sz="1000"/>
            </a:lvl8pPr>
            <a:lvl9pPr marL="3657454" indent="0">
              <a:buNone/>
              <a:defRPr sz="1000"/>
            </a:lvl9pPr>
          </a:lstStyle>
          <a:p>
            <a:pPr lvl="0"/>
            <a:r>
              <a:rPr lang="en-US" dirty="0"/>
              <a:t>Click to edit Master text styles</a:t>
            </a:r>
          </a:p>
        </p:txBody>
      </p:sp>
      <p:sp>
        <p:nvSpPr>
          <p:cNvPr id="7" name="Slide Number Placeholder 4">
            <a:extLst>
              <a:ext uri="{FF2B5EF4-FFF2-40B4-BE49-F238E27FC236}">
                <a16:creationId xmlns:a16="http://schemas.microsoft.com/office/drawing/2014/main" id="{722E68E5-0D29-4AF4-99F7-1F5BCDCEB05F}"/>
              </a:ext>
            </a:extLst>
          </p:cNvPr>
          <p:cNvSpPr>
            <a:spLocks noGrp="1"/>
          </p:cNvSpPr>
          <p:nvPr>
            <p:ph type="sldNum" sz="quarter" idx="4"/>
          </p:nvPr>
        </p:nvSpPr>
        <p:spPr>
          <a:xfrm>
            <a:off x="9249792" y="6356351"/>
            <a:ext cx="2743200" cy="365125"/>
          </a:xfrm>
          <a:prstGeom prst="rect">
            <a:avLst/>
          </a:prstGeom>
        </p:spPr>
        <p:txBody>
          <a:bodyPr vert="horz" lIns="91440" tIns="45720" rIns="91440" bIns="45720" rtlCol="0" anchor="ctr"/>
          <a:lstStyle>
            <a:lvl1pPr algn="r">
              <a:defRPr sz="1200">
                <a:solidFill>
                  <a:srgbClr val="00B0F0"/>
                </a:solidFill>
                <a:latin typeface="Arial" panose="020B0604020202020204" pitchFamily="34" charset="0"/>
                <a:cs typeface="Arial" panose="020B0604020202020204" pitchFamily="34" charset="0"/>
              </a:defRPr>
            </a:lvl1pPr>
          </a:lstStyle>
          <a:p>
            <a:fld id="{31D26D55-0A22-487A-A687-61FB58A6F16A}" type="slidenum">
              <a:rPr lang="en-US" smtClean="0"/>
              <a:pPr/>
              <a:t>‹#›</a:t>
            </a:fld>
            <a:endParaRPr lang="en-US" dirty="0"/>
          </a:p>
        </p:txBody>
      </p:sp>
      <p:sp>
        <p:nvSpPr>
          <p:cNvPr id="9" name="Title Placeholder 1">
            <a:extLst>
              <a:ext uri="{FF2B5EF4-FFF2-40B4-BE49-F238E27FC236}">
                <a16:creationId xmlns:a16="http://schemas.microsoft.com/office/drawing/2014/main" id="{7BED9312-A7F8-456D-9D54-D034D097842E}"/>
              </a:ext>
            </a:extLst>
          </p:cNvPr>
          <p:cNvSpPr>
            <a:spLocks noGrp="1"/>
          </p:cNvSpPr>
          <p:nvPr>
            <p:ph type="title"/>
          </p:nvPr>
        </p:nvSpPr>
        <p:spPr>
          <a:xfrm>
            <a:off x="524238" y="10921"/>
            <a:ext cx="9146651" cy="457200"/>
          </a:xfrm>
          <a:prstGeom prst="rect">
            <a:avLst/>
          </a:prstGeom>
        </p:spPr>
        <p:txBody>
          <a:bodyPr vert="horz" lIns="91440" tIns="45720" rIns="91440" bIns="45720" rtlCol="0" anchor="ctr">
            <a:normAutofit/>
          </a:bodyPr>
          <a:lstStyle/>
          <a:p>
            <a:r>
              <a:rPr lang="en-US" dirty="0"/>
              <a:t>Click to edit Master title style</a:t>
            </a:r>
          </a:p>
        </p:txBody>
      </p:sp>
    </p:spTree>
    <p:extLst>
      <p:ext uri="{BB962C8B-B14F-4D97-AF65-F5344CB8AC3E}">
        <p14:creationId xmlns:p14="http://schemas.microsoft.com/office/powerpoint/2010/main" val="119258640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and Vertical Text">
    <p:spTree>
      <p:nvGrpSpPr>
        <p:cNvPr id="1" name=""/>
        <p:cNvGrpSpPr/>
        <p:nvPr/>
      </p:nvGrpSpPr>
      <p:grpSpPr>
        <a:xfrm>
          <a:off x="0" y="0"/>
          <a:ext cx="0" cy="0"/>
          <a:chOff x="0" y="0"/>
          <a:chExt cx="0" cy="0"/>
        </a:xfrm>
      </p:grpSpPr>
      <p:sp>
        <p:nvSpPr>
          <p:cNvPr id="3" name="Vertical Text Placeholder 2">
            <a:extLst>
              <a:ext uri="{FF2B5EF4-FFF2-40B4-BE49-F238E27FC236}">
                <a16:creationId xmlns:a16="http://schemas.microsoft.com/office/drawing/2014/main" id="{38B93FDE-0843-445A-8B34-9092D666FC3E}"/>
              </a:ext>
            </a:extLst>
          </p:cNvPr>
          <p:cNvSpPr>
            <a:spLocks noGrp="1"/>
          </p:cNvSpPr>
          <p:nvPr>
            <p:ph type="body" orient="vert" idx="1"/>
          </p:nvPr>
        </p:nvSpPr>
        <p:spPr>
          <a:xfrm>
            <a:off x="622500" y="1597982"/>
            <a:ext cx="10962859" cy="4578981"/>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Slide Number Placeholder 4">
            <a:extLst>
              <a:ext uri="{FF2B5EF4-FFF2-40B4-BE49-F238E27FC236}">
                <a16:creationId xmlns:a16="http://schemas.microsoft.com/office/drawing/2014/main" id="{93D0DE23-B8AD-4136-812D-27D46B8ADC89}"/>
              </a:ext>
            </a:extLst>
          </p:cNvPr>
          <p:cNvSpPr>
            <a:spLocks noGrp="1"/>
          </p:cNvSpPr>
          <p:nvPr>
            <p:ph type="sldNum" sz="quarter" idx="4"/>
          </p:nvPr>
        </p:nvSpPr>
        <p:spPr>
          <a:xfrm>
            <a:off x="9249792" y="6356351"/>
            <a:ext cx="2743200" cy="365125"/>
          </a:xfrm>
          <a:prstGeom prst="rect">
            <a:avLst/>
          </a:prstGeom>
        </p:spPr>
        <p:txBody>
          <a:bodyPr vert="horz" lIns="91440" tIns="45720" rIns="91440" bIns="45720" rtlCol="0" anchor="ctr"/>
          <a:lstStyle>
            <a:lvl1pPr algn="r">
              <a:defRPr sz="1200">
                <a:solidFill>
                  <a:srgbClr val="00B0F0"/>
                </a:solidFill>
                <a:latin typeface="Arial" panose="020B0604020202020204" pitchFamily="34" charset="0"/>
                <a:cs typeface="Arial" panose="020B0604020202020204" pitchFamily="34" charset="0"/>
              </a:defRPr>
            </a:lvl1pPr>
          </a:lstStyle>
          <a:p>
            <a:fld id="{31D26D55-0A22-487A-A687-61FB58A6F16A}" type="slidenum">
              <a:rPr lang="en-US" smtClean="0"/>
              <a:pPr/>
              <a:t>‹#›</a:t>
            </a:fld>
            <a:endParaRPr lang="en-US" dirty="0"/>
          </a:p>
        </p:txBody>
      </p:sp>
      <p:sp>
        <p:nvSpPr>
          <p:cNvPr id="8" name="Title Placeholder 1">
            <a:extLst>
              <a:ext uri="{FF2B5EF4-FFF2-40B4-BE49-F238E27FC236}">
                <a16:creationId xmlns:a16="http://schemas.microsoft.com/office/drawing/2014/main" id="{5A661BC8-CBE6-40B1-BF65-3DDC3730BEA8}"/>
              </a:ext>
            </a:extLst>
          </p:cNvPr>
          <p:cNvSpPr>
            <a:spLocks noGrp="1"/>
          </p:cNvSpPr>
          <p:nvPr>
            <p:ph type="title"/>
          </p:nvPr>
        </p:nvSpPr>
        <p:spPr>
          <a:xfrm>
            <a:off x="524238" y="0"/>
            <a:ext cx="9146651" cy="457200"/>
          </a:xfrm>
          <a:prstGeom prst="rect">
            <a:avLst/>
          </a:prstGeom>
        </p:spPr>
        <p:txBody>
          <a:bodyPr vert="horz" lIns="91440" tIns="45720" rIns="91440" bIns="45720" rtlCol="0" anchor="ctr">
            <a:normAutofit/>
          </a:bodyPr>
          <a:lstStyle/>
          <a:p>
            <a:r>
              <a:rPr lang="en-US"/>
              <a:t>Click to edit Master title style</a:t>
            </a:r>
            <a:endParaRPr lang="en-US" dirty="0"/>
          </a:p>
        </p:txBody>
      </p:sp>
    </p:spTree>
    <p:extLst>
      <p:ext uri="{BB962C8B-B14F-4D97-AF65-F5344CB8AC3E}">
        <p14:creationId xmlns:p14="http://schemas.microsoft.com/office/powerpoint/2010/main" val="3517950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Vertical Title and Text">
    <p:spTree>
      <p:nvGrpSpPr>
        <p:cNvPr id="1" name=""/>
        <p:cNvGrpSpPr/>
        <p:nvPr/>
      </p:nvGrpSpPr>
      <p:grpSpPr>
        <a:xfrm>
          <a:off x="0" y="0"/>
          <a:ext cx="0" cy="0"/>
          <a:chOff x="0" y="0"/>
          <a:chExt cx="0" cy="0"/>
        </a:xfrm>
      </p:grpSpPr>
      <p:sp>
        <p:nvSpPr>
          <p:cNvPr id="3" name="Vertical Text Placeholder 2">
            <a:extLst>
              <a:ext uri="{FF2B5EF4-FFF2-40B4-BE49-F238E27FC236}">
                <a16:creationId xmlns:a16="http://schemas.microsoft.com/office/drawing/2014/main" id="{8781CC48-27A5-4590-A158-B24464D8BE2C}"/>
              </a:ext>
            </a:extLst>
          </p:cNvPr>
          <p:cNvSpPr>
            <a:spLocks noGrp="1"/>
          </p:cNvSpPr>
          <p:nvPr>
            <p:ph type="body" orient="vert" idx="1"/>
          </p:nvPr>
        </p:nvSpPr>
        <p:spPr>
          <a:xfrm>
            <a:off x="622500" y="1589103"/>
            <a:ext cx="10962859" cy="458786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itle Placeholder 1">
            <a:extLst>
              <a:ext uri="{FF2B5EF4-FFF2-40B4-BE49-F238E27FC236}">
                <a16:creationId xmlns:a16="http://schemas.microsoft.com/office/drawing/2014/main" id="{AF7114A3-57EF-412A-8AEB-90C1FF86B1F4}"/>
              </a:ext>
            </a:extLst>
          </p:cNvPr>
          <p:cNvSpPr>
            <a:spLocks noGrp="1"/>
          </p:cNvSpPr>
          <p:nvPr>
            <p:ph type="title"/>
          </p:nvPr>
        </p:nvSpPr>
        <p:spPr>
          <a:xfrm>
            <a:off x="524238" y="0"/>
            <a:ext cx="9146651" cy="457200"/>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6" name="Slide Number Placeholder 4">
            <a:extLst>
              <a:ext uri="{FF2B5EF4-FFF2-40B4-BE49-F238E27FC236}">
                <a16:creationId xmlns:a16="http://schemas.microsoft.com/office/drawing/2014/main" id="{291FBA3B-7B9C-4B9A-93C5-F00783BA10B9}"/>
              </a:ext>
            </a:extLst>
          </p:cNvPr>
          <p:cNvSpPr>
            <a:spLocks noGrp="1"/>
          </p:cNvSpPr>
          <p:nvPr>
            <p:ph type="sldNum" sz="quarter" idx="4"/>
          </p:nvPr>
        </p:nvSpPr>
        <p:spPr>
          <a:xfrm>
            <a:off x="9249792" y="6356351"/>
            <a:ext cx="2743200" cy="365125"/>
          </a:xfrm>
          <a:prstGeom prst="rect">
            <a:avLst/>
          </a:prstGeom>
        </p:spPr>
        <p:txBody>
          <a:bodyPr vert="horz" lIns="91440" tIns="45720" rIns="91440" bIns="45720" rtlCol="0" anchor="ctr"/>
          <a:lstStyle>
            <a:lvl1pPr algn="r">
              <a:defRPr sz="1200">
                <a:solidFill>
                  <a:srgbClr val="00B0F0"/>
                </a:solidFill>
                <a:latin typeface="Arial" panose="020B0604020202020204" pitchFamily="34" charset="0"/>
                <a:cs typeface="Arial" panose="020B0604020202020204" pitchFamily="34" charset="0"/>
              </a:defRPr>
            </a:lvl1pPr>
          </a:lstStyle>
          <a:p>
            <a:fld id="{31D26D55-0A22-487A-A687-61FB58A6F16A}" type="slidenum">
              <a:rPr lang="en-US" smtClean="0"/>
              <a:pPr/>
              <a:t>‹#›</a:t>
            </a:fld>
            <a:endParaRPr lang="en-US" dirty="0"/>
          </a:p>
        </p:txBody>
      </p:sp>
    </p:spTree>
    <p:extLst>
      <p:ext uri="{BB962C8B-B14F-4D97-AF65-F5344CB8AC3E}">
        <p14:creationId xmlns:p14="http://schemas.microsoft.com/office/powerpoint/2010/main" val="2496101324"/>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1.xml"/><Relationship Id="rId1" Type="http://schemas.openxmlformats.org/officeDocument/2006/relationships/slideLayout" Target="../slideLayouts/slideLayout1.xml"/><Relationship Id="rId4" Type="http://schemas.openxmlformats.org/officeDocument/2006/relationships/image" Target="../media/image2.png"/></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9.xml"/><Relationship Id="rId13" Type="http://schemas.openxmlformats.org/officeDocument/2006/relationships/image" Target="../media/image4.png"/><Relationship Id="rId3" Type="http://schemas.openxmlformats.org/officeDocument/2006/relationships/slideLayout" Target="../slideLayouts/slideLayout4.xml"/><Relationship Id="rId7" Type="http://schemas.openxmlformats.org/officeDocument/2006/relationships/slideLayout" Target="../slideLayouts/slideLayout8.xml"/><Relationship Id="rId12" Type="http://schemas.openxmlformats.org/officeDocument/2006/relationships/image" Target="../media/image3.jpg"/><Relationship Id="rId2" Type="http://schemas.openxmlformats.org/officeDocument/2006/relationships/slideLayout" Target="../slideLayouts/slideLayout3.xml"/><Relationship Id="rId1" Type="http://schemas.openxmlformats.org/officeDocument/2006/relationships/slideLayout" Target="../slideLayouts/slideLayout2.xml"/><Relationship Id="rId6" Type="http://schemas.openxmlformats.org/officeDocument/2006/relationships/slideLayout" Target="../slideLayouts/slideLayout7.xml"/><Relationship Id="rId11" Type="http://schemas.openxmlformats.org/officeDocument/2006/relationships/theme" Target="../theme/theme2.xml"/><Relationship Id="rId5" Type="http://schemas.openxmlformats.org/officeDocument/2006/relationships/slideLayout" Target="../slideLayouts/slideLayout6.xml"/><Relationship Id="rId10" Type="http://schemas.openxmlformats.org/officeDocument/2006/relationships/slideLayout" Target="../slideLayouts/slideLayout11.xml"/><Relationship Id="rId4" Type="http://schemas.openxmlformats.org/officeDocument/2006/relationships/slideLayout" Target="../slideLayouts/slideLayout5.xml"/><Relationship Id="rId9" Type="http://schemas.openxmlformats.org/officeDocument/2006/relationships/slideLayout" Target="../slideLayouts/slideLayout10.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06166A51-751E-4C91-AF12-35FEA5D2602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630758" y="693895"/>
            <a:ext cx="2930486" cy="1316138"/>
          </a:xfrm>
          <a:prstGeom prst="rect">
            <a:avLst/>
          </a:prstGeom>
        </p:spPr>
      </p:pic>
      <p:sp>
        <p:nvSpPr>
          <p:cNvPr id="5" name="Slide Number Placeholder 4">
            <a:extLst>
              <a:ext uri="{FF2B5EF4-FFF2-40B4-BE49-F238E27FC236}">
                <a16:creationId xmlns:a16="http://schemas.microsoft.com/office/drawing/2014/main" id="{95B40CFA-9026-435C-9897-175C51B6BE55}"/>
              </a:ext>
            </a:extLst>
          </p:cNvPr>
          <p:cNvSpPr>
            <a:spLocks noGrp="1"/>
          </p:cNvSpPr>
          <p:nvPr>
            <p:ph type="sldNum" sz="quarter" idx="4"/>
          </p:nvPr>
        </p:nvSpPr>
        <p:spPr>
          <a:xfrm>
            <a:off x="9448800" y="6477848"/>
            <a:ext cx="2743200" cy="365125"/>
          </a:xfrm>
          <a:prstGeom prst="rect">
            <a:avLst/>
          </a:prstGeom>
        </p:spPr>
        <p:txBody>
          <a:bodyPr vert="horz" lIns="91440" tIns="45720" rIns="91440" bIns="45720" rtlCol="0" anchor="ctr"/>
          <a:lstStyle>
            <a:lvl1pPr algn="r">
              <a:defRPr sz="1200">
                <a:solidFill>
                  <a:schemeClr val="bg1"/>
                </a:solidFill>
                <a:latin typeface="Arial" panose="020B0604020202020204" pitchFamily="34" charset="0"/>
                <a:cs typeface="Arial" panose="020B0604020202020204" pitchFamily="34" charset="0"/>
              </a:defRPr>
            </a:lvl1pPr>
          </a:lstStyle>
          <a:p>
            <a:fld id="{31D26D55-0A22-487A-A687-61FB58A6F16A}" type="slidenum">
              <a:rPr lang="en-US" smtClean="0"/>
              <a:pPr/>
              <a:t>‹#›</a:t>
            </a:fld>
            <a:endParaRPr lang="en-US" dirty="0"/>
          </a:p>
        </p:txBody>
      </p:sp>
    </p:spTree>
    <p:extLst>
      <p:ext uri="{BB962C8B-B14F-4D97-AF65-F5344CB8AC3E}">
        <p14:creationId xmlns:p14="http://schemas.microsoft.com/office/powerpoint/2010/main" val="1254630908"/>
      </p:ext>
    </p:extLst>
  </p:cSld>
  <p:clrMap bg1="lt1" tx1="dk1" bg2="lt2" tx2="dk2" accent1="accent1" accent2="accent2" accent3="accent3" accent4="accent4" accent5="accent5" accent6="accent6" hlink="hlink" folHlink="folHlink"/>
  <p:sldLayoutIdLst>
    <p:sldLayoutId id="2147483661" r:id="rId1"/>
  </p:sldLayoutIdLst>
  <p:hf hdr="0" ftr="0"/>
  <p:txStyles>
    <p:titleStyle>
      <a:lvl1pPr algn="l" defTabSz="914363"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591" indent="-228591" algn="l" defTabSz="914363"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773" indent="-228591" algn="l" defTabSz="914363"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2954" indent="-228591" algn="l" defTabSz="914363"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136" indent="-228591" algn="l" defTabSz="914363"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318" indent="-228591" algn="l" defTabSz="914363"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499" indent="-228591" algn="l" defTabSz="914363"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681" indent="-228591" algn="l" defTabSz="914363"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863" indent="-228591" algn="l" defTabSz="914363"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045" indent="-228591" algn="l" defTabSz="914363"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63" rtl="0" eaLnBrk="1" latinLnBrk="0" hangingPunct="1">
        <a:defRPr sz="1800" kern="1200">
          <a:solidFill>
            <a:schemeClr val="tx1"/>
          </a:solidFill>
          <a:latin typeface="+mn-lt"/>
          <a:ea typeface="+mn-ea"/>
          <a:cs typeface="+mn-cs"/>
        </a:defRPr>
      </a:lvl1pPr>
      <a:lvl2pPr marL="457182" algn="l" defTabSz="914363" rtl="0" eaLnBrk="1" latinLnBrk="0" hangingPunct="1">
        <a:defRPr sz="1800" kern="1200">
          <a:solidFill>
            <a:schemeClr val="tx1"/>
          </a:solidFill>
          <a:latin typeface="+mn-lt"/>
          <a:ea typeface="+mn-ea"/>
          <a:cs typeface="+mn-cs"/>
        </a:defRPr>
      </a:lvl2pPr>
      <a:lvl3pPr marL="914363" algn="l" defTabSz="914363" rtl="0" eaLnBrk="1" latinLnBrk="0" hangingPunct="1">
        <a:defRPr sz="1800" kern="1200">
          <a:solidFill>
            <a:schemeClr val="tx1"/>
          </a:solidFill>
          <a:latin typeface="+mn-lt"/>
          <a:ea typeface="+mn-ea"/>
          <a:cs typeface="+mn-cs"/>
        </a:defRPr>
      </a:lvl3pPr>
      <a:lvl4pPr marL="1371545" algn="l" defTabSz="914363" rtl="0" eaLnBrk="1" latinLnBrk="0" hangingPunct="1">
        <a:defRPr sz="1800" kern="1200">
          <a:solidFill>
            <a:schemeClr val="tx1"/>
          </a:solidFill>
          <a:latin typeface="+mn-lt"/>
          <a:ea typeface="+mn-ea"/>
          <a:cs typeface="+mn-cs"/>
        </a:defRPr>
      </a:lvl4pPr>
      <a:lvl5pPr marL="1828727" algn="l" defTabSz="914363" rtl="0" eaLnBrk="1" latinLnBrk="0" hangingPunct="1">
        <a:defRPr sz="1800" kern="1200">
          <a:solidFill>
            <a:schemeClr val="tx1"/>
          </a:solidFill>
          <a:latin typeface="+mn-lt"/>
          <a:ea typeface="+mn-ea"/>
          <a:cs typeface="+mn-cs"/>
        </a:defRPr>
      </a:lvl5pPr>
      <a:lvl6pPr marL="2285909" algn="l" defTabSz="914363" rtl="0" eaLnBrk="1" latinLnBrk="0" hangingPunct="1">
        <a:defRPr sz="1800" kern="1200">
          <a:solidFill>
            <a:schemeClr val="tx1"/>
          </a:solidFill>
          <a:latin typeface="+mn-lt"/>
          <a:ea typeface="+mn-ea"/>
          <a:cs typeface="+mn-cs"/>
        </a:defRPr>
      </a:lvl6pPr>
      <a:lvl7pPr marL="2743090" algn="l" defTabSz="914363" rtl="0" eaLnBrk="1" latinLnBrk="0" hangingPunct="1">
        <a:defRPr sz="1800" kern="1200">
          <a:solidFill>
            <a:schemeClr val="tx1"/>
          </a:solidFill>
          <a:latin typeface="+mn-lt"/>
          <a:ea typeface="+mn-ea"/>
          <a:cs typeface="+mn-cs"/>
        </a:defRPr>
      </a:lvl7pPr>
      <a:lvl8pPr marL="3200272" algn="l" defTabSz="914363" rtl="0" eaLnBrk="1" latinLnBrk="0" hangingPunct="1">
        <a:defRPr sz="1800" kern="1200">
          <a:solidFill>
            <a:schemeClr val="tx1"/>
          </a:solidFill>
          <a:latin typeface="+mn-lt"/>
          <a:ea typeface="+mn-ea"/>
          <a:cs typeface="+mn-cs"/>
        </a:defRPr>
      </a:lvl8pPr>
      <a:lvl9pPr marL="3657454" algn="l" defTabSz="914363"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12">
            <a:lum/>
          </a:blip>
          <a:srcRect/>
          <a:stretch>
            <a:fillRect/>
          </a:stretch>
        </a:blip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316BAF0-010B-4DE2-BDEA-F2879C620864}"/>
              </a:ext>
            </a:extLst>
          </p:cNvPr>
          <p:cNvSpPr>
            <a:spLocks noGrp="1"/>
          </p:cNvSpPr>
          <p:nvPr>
            <p:ph type="title"/>
          </p:nvPr>
        </p:nvSpPr>
        <p:spPr>
          <a:xfrm>
            <a:off x="514713" y="23831"/>
            <a:ext cx="9146651" cy="466725"/>
          </a:xfrm>
          <a:prstGeom prst="rect">
            <a:avLst/>
          </a:prstGeom>
        </p:spPr>
        <p:txBody>
          <a:bodyPr vert="horz" lIns="91440" tIns="45720" rIns="91440" bIns="45720" rtlCol="0" anchor="ctr">
            <a:normAutofit/>
          </a:bodyPr>
          <a:lstStyle/>
          <a:p>
            <a:endParaRPr lang="en-US" dirty="0"/>
          </a:p>
        </p:txBody>
      </p:sp>
      <p:sp>
        <p:nvSpPr>
          <p:cNvPr id="3" name="Text Placeholder 2">
            <a:extLst>
              <a:ext uri="{FF2B5EF4-FFF2-40B4-BE49-F238E27FC236}">
                <a16:creationId xmlns:a16="http://schemas.microsoft.com/office/drawing/2014/main" id="{73FBB290-2494-4607-B867-D433D7531872}"/>
              </a:ext>
            </a:extLst>
          </p:cNvPr>
          <p:cNvSpPr>
            <a:spLocks noGrp="1"/>
          </p:cNvSpPr>
          <p:nvPr>
            <p:ph type="body" idx="1"/>
          </p:nvPr>
        </p:nvSpPr>
        <p:spPr>
          <a:xfrm>
            <a:off x="622500" y="1313896"/>
            <a:ext cx="10947000" cy="4863067"/>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Slide Number Placeholder 4">
            <a:extLst>
              <a:ext uri="{FF2B5EF4-FFF2-40B4-BE49-F238E27FC236}">
                <a16:creationId xmlns:a16="http://schemas.microsoft.com/office/drawing/2014/main" id="{1278EBD5-1C90-47B8-ADFB-BF109E3CF4A6}"/>
              </a:ext>
            </a:extLst>
          </p:cNvPr>
          <p:cNvSpPr>
            <a:spLocks noGrp="1"/>
          </p:cNvSpPr>
          <p:nvPr>
            <p:ph type="sldNum" sz="quarter" idx="4"/>
          </p:nvPr>
        </p:nvSpPr>
        <p:spPr>
          <a:xfrm>
            <a:off x="9448800" y="6492876"/>
            <a:ext cx="2743200" cy="365125"/>
          </a:xfrm>
          <a:prstGeom prst="rect">
            <a:avLst/>
          </a:prstGeom>
        </p:spPr>
        <p:txBody>
          <a:bodyPr vert="horz" lIns="91440" tIns="45720" rIns="91440" bIns="45720" rtlCol="0" anchor="ctr"/>
          <a:lstStyle>
            <a:lvl1pPr algn="r">
              <a:defRPr sz="1200">
                <a:solidFill>
                  <a:srgbClr val="00B0F0"/>
                </a:solidFill>
                <a:latin typeface="Arial" panose="020B0604020202020204" pitchFamily="34" charset="0"/>
                <a:cs typeface="Arial" panose="020B0604020202020204" pitchFamily="34" charset="0"/>
              </a:defRPr>
            </a:lvl1pPr>
          </a:lstStyle>
          <a:p>
            <a:fld id="{31D26D55-0A22-487A-A687-61FB58A6F16A}" type="slidenum">
              <a:rPr lang="en-US" smtClean="0"/>
              <a:pPr/>
              <a:t>‹#›</a:t>
            </a:fld>
            <a:endParaRPr lang="en-US" dirty="0"/>
          </a:p>
        </p:txBody>
      </p:sp>
      <p:pic>
        <p:nvPicPr>
          <p:cNvPr id="7" name="Picture 6">
            <a:extLst>
              <a:ext uri="{FF2B5EF4-FFF2-40B4-BE49-F238E27FC236}">
                <a16:creationId xmlns:a16="http://schemas.microsoft.com/office/drawing/2014/main" id="{53EC741C-2937-40DA-B5CD-6BDD68A49B85}"/>
              </a:ext>
            </a:extLst>
          </p:cNvPr>
          <p:cNvPicPr>
            <a:picLocks noChangeAspect="1"/>
          </p:cNvPicPr>
          <p:nvPr/>
        </p:nvPicPr>
        <p:blipFill>
          <a:blip r:embed="rId13">
            <a:extLst>
              <a:ext uri="{28A0092B-C50C-407E-A947-70E740481C1C}">
                <a14:useLocalDpi xmlns:a14="http://schemas.microsoft.com/office/drawing/2010/main" val="0"/>
              </a:ext>
            </a:extLst>
          </a:blip>
          <a:stretch>
            <a:fillRect/>
          </a:stretch>
        </p:blipFill>
        <p:spPr>
          <a:xfrm>
            <a:off x="10115551" y="128067"/>
            <a:ext cx="1453950" cy="258254"/>
          </a:xfrm>
          <a:prstGeom prst="rect">
            <a:avLst/>
          </a:prstGeom>
        </p:spPr>
      </p:pic>
    </p:spTree>
    <p:extLst>
      <p:ext uri="{BB962C8B-B14F-4D97-AF65-F5344CB8AC3E}">
        <p14:creationId xmlns:p14="http://schemas.microsoft.com/office/powerpoint/2010/main" val="1332609524"/>
      </p:ext>
    </p:extLst>
  </p:cSld>
  <p:clrMap bg1="lt1" tx1="dk1" bg2="lt2" tx2="dk2" accent1="accent1" accent2="accent2" accent3="accent3" accent4="accent4" accent5="accent5" accent6="accent6" hlink="hlink" folHlink="folHlink"/>
  <p:sldLayoutIdLst>
    <p:sldLayoutId id="2147483663" r:id="rId1"/>
    <p:sldLayoutId id="2147483664" r:id="rId2"/>
    <p:sldLayoutId id="2147483665" r:id="rId3"/>
    <p:sldLayoutId id="2147483666" r:id="rId4"/>
    <p:sldLayoutId id="2147483667" r:id="rId5"/>
    <p:sldLayoutId id="2147483668" r:id="rId6"/>
    <p:sldLayoutId id="2147483669" r:id="rId7"/>
    <p:sldLayoutId id="2147483670" r:id="rId8"/>
    <p:sldLayoutId id="2147483671" r:id="rId9"/>
    <p:sldLayoutId id="2147483672" r:id="rId10"/>
  </p:sldLayoutIdLst>
  <p:hf hdr="0" ftr="0"/>
  <p:txStyles>
    <p:titleStyle>
      <a:lvl1pPr algn="l" defTabSz="914363" rtl="0" eaLnBrk="1" latinLnBrk="0" hangingPunct="1">
        <a:lnSpc>
          <a:spcPct val="90000"/>
        </a:lnSpc>
        <a:spcBef>
          <a:spcPct val="0"/>
        </a:spcBef>
        <a:buNone/>
        <a:defRPr sz="2300" b="1" kern="1200" baseline="0">
          <a:solidFill>
            <a:schemeClr val="bg1"/>
          </a:solidFill>
          <a:latin typeface="+mj-lt"/>
          <a:ea typeface="+mj-ea"/>
          <a:cs typeface="+mj-cs"/>
        </a:defRPr>
      </a:lvl1pPr>
    </p:titleStyle>
    <p:bodyStyle>
      <a:lvl1pPr marL="228591" indent="-228591" algn="l" defTabSz="914363" rtl="0" eaLnBrk="1" latinLnBrk="0" hangingPunct="1">
        <a:lnSpc>
          <a:spcPct val="90000"/>
        </a:lnSpc>
        <a:spcBef>
          <a:spcPts val="1000"/>
        </a:spcBef>
        <a:buFont typeface="Arial" panose="020B0604020202020204" pitchFamily="34" charset="0"/>
        <a:buChar char="•"/>
        <a:defRPr sz="2800" kern="1200">
          <a:solidFill>
            <a:schemeClr val="tx1"/>
          </a:solidFill>
          <a:latin typeface="+mj-lt"/>
          <a:ea typeface="+mn-ea"/>
          <a:cs typeface="+mn-cs"/>
        </a:defRPr>
      </a:lvl1pPr>
      <a:lvl2pPr marL="685773" indent="-228591" algn="l" defTabSz="914363" rtl="0" eaLnBrk="1" latinLnBrk="0" hangingPunct="1">
        <a:lnSpc>
          <a:spcPct val="90000"/>
        </a:lnSpc>
        <a:spcBef>
          <a:spcPts val="500"/>
        </a:spcBef>
        <a:buFont typeface="Arial" panose="020B0604020202020204" pitchFamily="34" charset="0"/>
        <a:buChar char="•"/>
        <a:defRPr sz="2400" kern="1200">
          <a:solidFill>
            <a:schemeClr val="tx1"/>
          </a:solidFill>
          <a:latin typeface="+mj-lt"/>
          <a:ea typeface="+mn-ea"/>
          <a:cs typeface="+mn-cs"/>
        </a:defRPr>
      </a:lvl2pPr>
      <a:lvl3pPr marL="1142954" indent="-228591" algn="l" defTabSz="914363"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136" indent="-228591" algn="l" defTabSz="914363"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318" indent="-228591" algn="l" defTabSz="914363"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499" indent="-228591" algn="l" defTabSz="914363"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681" indent="-228591" algn="l" defTabSz="914363"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863" indent="-228591" algn="l" defTabSz="914363"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045" indent="-228591" algn="l" defTabSz="914363"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63" rtl="0" eaLnBrk="1" latinLnBrk="0" hangingPunct="1">
        <a:defRPr sz="1800" kern="1200">
          <a:solidFill>
            <a:schemeClr val="tx1"/>
          </a:solidFill>
          <a:latin typeface="+mn-lt"/>
          <a:ea typeface="+mn-ea"/>
          <a:cs typeface="+mn-cs"/>
        </a:defRPr>
      </a:lvl1pPr>
      <a:lvl2pPr marL="457182" algn="l" defTabSz="914363" rtl="0" eaLnBrk="1" latinLnBrk="0" hangingPunct="1">
        <a:defRPr sz="1800" kern="1200">
          <a:solidFill>
            <a:schemeClr val="tx1"/>
          </a:solidFill>
          <a:latin typeface="+mn-lt"/>
          <a:ea typeface="+mn-ea"/>
          <a:cs typeface="+mn-cs"/>
        </a:defRPr>
      </a:lvl2pPr>
      <a:lvl3pPr marL="914363" algn="l" defTabSz="914363" rtl="0" eaLnBrk="1" latinLnBrk="0" hangingPunct="1">
        <a:defRPr sz="1800" kern="1200">
          <a:solidFill>
            <a:schemeClr val="tx1"/>
          </a:solidFill>
          <a:latin typeface="+mn-lt"/>
          <a:ea typeface="+mn-ea"/>
          <a:cs typeface="+mn-cs"/>
        </a:defRPr>
      </a:lvl3pPr>
      <a:lvl4pPr marL="1371545" algn="l" defTabSz="914363" rtl="0" eaLnBrk="1" latinLnBrk="0" hangingPunct="1">
        <a:defRPr sz="1800" kern="1200">
          <a:solidFill>
            <a:schemeClr val="tx1"/>
          </a:solidFill>
          <a:latin typeface="+mn-lt"/>
          <a:ea typeface="+mn-ea"/>
          <a:cs typeface="+mn-cs"/>
        </a:defRPr>
      </a:lvl4pPr>
      <a:lvl5pPr marL="1828727" algn="l" defTabSz="914363" rtl="0" eaLnBrk="1" latinLnBrk="0" hangingPunct="1">
        <a:defRPr sz="1800" kern="1200">
          <a:solidFill>
            <a:schemeClr val="tx1"/>
          </a:solidFill>
          <a:latin typeface="+mn-lt"/>
          <a:ea typeface="+mn-ea"/>
          <a:cs typeface="+mn-cs"/>
        </a:defRPr>
      </a:lvl5pPr>
      <a:lvl6pPr marL="2285909" algn="l" defTabSz="914363" rtl="0" eaLnBrk="1" latinLnBrk="0" hangingPunct="1">
        <a:defRPr sz="1800" kern="1200">
          <a:solidFill>
            <a:schemeClr val="tx1"/>
          </a:solidFill>
          <a:latin typeface="+mn-lt"/>
          <a:ea typeface="+mn-ea"/>
          <a:cs typeface="+mn-cs"/>
        </a:defRPr>
      </a:lvl6pPr>
      <a:lvl7pPr marL="2743090" algn="l" defTabSz="914363" rtl="0" eaLnBrk="1" latinLnBrk="0" hangingPunct="1">
        <a:defRPr sz="1800" kern="1200">
          <a:solidFill>
            <a:schemeClr val="tx1"/>
          </a:solidFill>
          <a:latin typeface="+mn-lt"/>
          <a:ea typeface="+mn-ea"/>
          <a:cs typeface="+mn-cs"/>
        </a:defRPr>
      </a:lvl7pPr>
      <a:lvl8pPr marL="3200272" algn="l" defTabSz="914363" rtl="0" eaLnBrk="1" latinLnBrk="0" hangingPunct="1">
        <a:defRPr sz="1800" kern="1200">
          <a:solidFill>
            <a:schemeClr val="tx1"/>
          </a:solidFill>
          <a:latin typeface="+mn-lt"/>
          <a:ea typeface="+mn-ea"/>
          <a:cs typeface="+mn-cs"/>
        </a:defRPr>
      </a:lvl8pPr>
      <a:lvl9pPr marL="3657454" algn="l" defTabSz="914363"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3.xml"/><Relationship Id="rId4" Type="http://schemas.openxmlformats.org/officeDocument/2006/relationships/image" Target="../media/image7.jpeg"/></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xml"/><Relationship Id="rId1" Type="http://schemas.openxmlformats.org/officeDocument/2006/relationships/slideLayout" Target="../slideLayouts/slideLayout3.xml"/><Relationship Id="rId4" Type="http://schemas.openxmlformats.org/officeDocument/2006/relationships/image" Target="../media/image9.png"/></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4.xml"/><Relationship Id="rId1" Type="http://schemas.openxmlformats.org/officeDocument/2006/relationships/slideLayout" Target="../slideLayouts/slideLayout3.xml"/><Relationship Id="rId4" Type="http://schemas.openxmlformats.org/officeDocument/2006/relationships/image" Target="../media/image11.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8.xml"/><Relationship Id="rId1" Type="http://schemas.openxmlformats.org/officeDocument/2006/relationships/slideLayout" Target="../slideLayouts/slideLayout3.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15.png"/></Relationships>
</file>

<file path=ppt/slides/_rels/slide1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2.xml"/><Relationship Id="rId1" Type="http://schemas.openxmlformats.org/officeDocument/2006/relationships/slideLayout" Target="../slideLayouts/slideLayout3.xml"/><Relationship Id="rId4" Type="http://schemas.openxmlformats.org/officeDocument/2006/relationships/image" Target="../media/image20.png"/></Relationships>
</file>

<file path=ppt/slides/_rels/slide16.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3.xml"/><Relationship Id="rId1" Type="http://schemas.openxmlformats.org/officeDocument/2006/relationships/slideLayout" Target="../slideLayouts/slideLayout3.xml"/><Relationship Id="rId4" Type="http://schemas.openxmlformats.org/officeDocument/2006/relationships/image" Target="../media/image22.png"/></Relationships>
</file>

<file path=ppt/slides/_rels/slide17.xml.rels><?xml version="1.0" encoding="UTF-8" standalone="yes"?>
<Relationships xmlns="http://schemas.openxmlformats.org/package/2006/relationships"><Relationship Id="rId8" Type="http://schemas.openxmlformats.org/officeDocument/2006/relationships/image" Target="../media/image28.png"/><Relationship Id="rId3" Type="http://schemas.openxmlformats.org/officeDocument/2006/relationships/image" Target="../media/image23.png"/><Relationship Id="rId7" Type="http://schemas.openxmlformats.org/officeDocument/2006/relationships/image" Target="../media/image27.png"/><Relationship Id="rId2" Type="http://schemas.openxmlformats.org/officeDocument/2006/relationships/notesSlide" Target="../notesSlides/notesSlide14.xml"/><Relationship Id="rId1" Type="http://schemas.openxmlformats.org/officeDocument/2006/relationships/slideLayout" Target="../slideLayouts/slideLayout3.xml"/><Relationship Id="rId6" Type="http://schemas.openxmlformats.org/officeDocument/2006/relationships/image" Target="../media/image26.png"/><Relationship Id="rId5" Type="http://schemas.openxmlformats.org/officeDocument/2006/relationships/image" Target="../media/image25.png"/><Relationship Id="rId4" Type="http://schemas.openxmlformats.org/officeDocument/2006/relationships/image" Target="../media/image24.png"/><Relationship Id="rId9" Type="http://schemas.openxmlformats.org/officeDocument/2006/relationships/image" Target="../media/image29.png"/></Relationships>
</file>

<file path=ppt/slides/_rels/slide18.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20.xml"/><Relationship Id="rId1" Type="http://schemas.openxmlformats.org/officeDocument/2006/relationships/slideLayout" Target="../slideLayouts/slideLayout3.xml"/><Relationship Id="rId4" Type="http://schemas.openxmlformats.org/officeDocument/2006/relationships/image" Target="../media/image35.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22.xml"/><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23.xml"/><Relationship Id="rId1" Type="http://schemas.openxmlformats.org/officeDocument/2006/relationships/slideLayout" Target="../slideLayouts/slideLayout3.xml"/><Relationship Id="rId4" Type="http://schemas.openxmlformats.org/officeDocument/2006/relationships/image" Target="../media/image39.png"/></Relationships>
</file>

<file path=ppt/slides/_rels/slide28.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24.xml"/><Relationship Id="rId1" Type="http://schemas.openxmlformats.org/officeDocument/2006/relationships/slideLayout" Target="../slideLayouts/slideLayout3.xml"/><Relationship Id="rId5" Type="http://schemas.openxmlformats.org/officeDocument/2006/relationships/image" Target="../media/image42.png"/><Relationship Id="rId4" Type="http://schemas.openxmlformats.org/officeDocument/2006/relationships/image" Target="../media/image41.png"/></Relationships>
</file>

<file path=ppt/slides/_rels/slide29.xml.rels><?xml version="1.0" encoding="UTF-8" standalone="yes"?>
<Relationships xmlns="http://schemas.openxmlformats.org/package/2006/relationships"><Relationship Id="rId3" Type="http://schemas.openxmlformats.org/officeDocument/2006/relationships/image" Target="../media/image43.png"/><Relationship Id="rId7" Type="http://schemas.openxmlformats.org/officeDocument/2006/relationships/image" Target="../media/image47.png"/><Relationship Id="rId2" Type="http://schemas.openxmlformats.org/officeDocument/2006/relationships/notesSlide" Target="../notesSlides/notesSlide25.xml"/><Relationship Id="rId1" Type="http://schemas.openxmlformats.org/officeDocument/2006/relationships/slideLayout" Target="../slideLayouts/slideLayout3.xml"/><Relationship Id="rId6" Type="http://schemas.openxmlformats.org/officeDocument/2006/relationships/image" Target="../media/image46.png"/><Relationship Id="rId5" Type="http://schemas.openxmlformats.org/officeDocument/2006/relationships/image" Target="../media/image45.png"/><Relationship Id="rId4" Type="http://schemas.openxmlformats.org/officeDocument/2006/relationships/image" Target="../media/image44.png"/></Relationships>
</file>

<file path=ppt/slides/_rels/slide30.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26.xml"/><Relationship Id="rId1" Type="http://schemas.openxmlformats.org/officeDocument/2006/relationships/slideLayout" Target="../slideLayouts/slideLayout3.xml"/><Relationship Id="rId5" Type="http://schemas.openxmlformats.org/officeDocument/2006/relationships/image" Target="../media/image50.png"/><Relationship Id="rId4" Type="http://schemas.openxmlformats.org/officeDocument/2006/relationships/image" Target="../media/image49.png"/></Relationships>
</file>

<file path=ppt/slides/_rels/slide31.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27.xml"/><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78EACC5C-4747-42C2-9BF5-D1B4A984743F}"/>
              </a:ext>
            </a:extLst>
          </p:cNvPr>
          <p:cNvSpPr>
            <a:spLocks noGrp="1"/>
          </p:cNvSpPr>
          <p:nvPr>
            <p:ph type="body" sz="quarter" idx="10"/>
          </p:nvPr>
        </p:nvSpPr>
        <p:spPr>
          <a:xfrm>
            <a:off x="620112" y="2517788"/>
            <a:ext cx="10800557" cy="2194234"/>
          </a:xfrm>
        </p:spPr>
        <p:txBody>
          <a:bodyPr/>
          <a:lstStyle/>
          <a:p>
            <a:r>
              <a:rPr lang="en-US" err="1"/>
              <a:t>Chương</a:t>
            </a:r>
            <a:r>
              <a:rPr lang="en-US"/>
              <a:t> 2: </a:t>
            </a:r>
            <a:endParaRPr lang="en-US" dirty="0"/>
          </a:p>
          <a:p>
            <a:r>
              <a:rPr lang="vi-VN"/>
              <a:t>Truy nhập dữ liệu đa phương tiện</a:t>
            </a:r>
            <a:endParaRPr lang="en-US" dirty="0"/>
          </a:p>
        </p:txBody>
      </p:sp>
      <p:sp>
        <p:nvSpPr>
          <p:cNvPr id="4" name="Slide Number Placeholder 3">
            <a:extLst>
              <a:ext uri="{FF2B5EF4-FFF2-40B4-BE49-F238E27FC236}">
                <a16:creationId xmlns:a16="http://schemas.microsoft.com/office/drawing/2014/main" id="{26948CFE-703F-41E2-8287-36611713304E}"/>
              </a:ext>
            </a:extLst>
          </p:cNvPr>
          <p:cNvSpPr>
            <a:spLocks noGrp="1"/>
          </p:cNvSpPr>
          <p:nvPr>
            <p:ph type="sldNum" sz="quarter" idx="4"/>
          </p:nvPr>
        </p:nvSpPr>
        <p:spPr/>
        <p:txBody>
          <a:bodyPr/>
          <a:lstStyle/>
          <a:p>
            <a:pPr defTabSz="761970"/>
            <a:fld id="{31D26D55-0A22-487A-A687-61FB58A6F16A}" type="slidenum">
              <a:rPr lang="en-US">
                <a:solidFill>
                  <a:prstClr val="white"/>
                </a:solidFill>
              </a:rPr>
              <a:pPr defTabSz="761970"/>
              <a:t>1</a:t>
            </a:fld>
            <a:endParaRPr lang="en-US" dirty="0">
              <a:solidFill>
                <a:prstClr val="white"/>
              </a:solidFill>
            </a:endParaRPr>
          </a:p>
        </p:txBody>
      </p:sp>
    </p:spTree>
    <p:extLst>
      <p:ext uri="{BB962C8B-B14F-4D97-AF65-F5344CB8AC3E}">
        <p14:creationId xmlns:p14="http://schemas.microsoft.com/office/powerpoint/2010/main" val="125384868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2800" dirty="0" err="1"/>
              <a:t>Mục</a:t>
            </a:r>
            <a:r>
              <a:rPr lang="en-US" sz="2800" dirty="0"/>
              <a:t> </a:t>
            </a:r>
            <a:r>
              <a:rPr lang="en-US" sz="2800" dirty="0" err="1"/>
              <a:t>lục</a:t>
            </a:r>
            <a:endParaRPr sz="2800" dirty="0"/>
          </a:p>
        </p:txBody>
      </p:sp>
      <p:sp>
        <p:nvSpPr>
          <p:cNvPr id="4" name="TextBox 3">
            <a:extLst>
              <a:ext uri="{FF2B5EF4-FFF2-40B4-BE49-F238E27FC236}">
                <a16:creationId xmlns:a16="http://schemas.microsoft.com/office/drawing/2014/main" id="{A3CA1DCC-36BF-5424-1748-DC12B3D63F1A}"/>
              </a:ext>
            </a:extLst>
          </p:cNvPr>
          <p:cNvSpPr txBox="1"/>
          <p:nvPr/>
        </p:nvSpPr>
        <p:spPr>
          <a:xfrm>
            <a:off x="320040" y="1812048"/>
            <a:ext cx="9518904" cy="2554545"/>
          </a:xfrm>
          <a:prstGeom prst="rect">
            <a:avLst/>
          </a:prstGeom>
          <a:noFill/>
        </p:spPr>
        <p:txBody>
          <a:bodyPr wrap="square" rtlCol="0">
            <a:spAutoFit/>
          </a:bodyPr>
          <a:lstStyle/>
          <a:p>
            <a:pPr marL="457200" marR="0" lvl="0" indent="-4572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4000" dirty="0" err="1">
                <a:solidFill>
                  <a:srgbClr val="0070C0"/>
                </a:solidFill>
                <a:latin typeface="Times New Roman" panose="02020603050405020304" pitchFamily="18" charset="0"/>
              </a:rPr>
              <a:t>Đặt</a:t>
            </a:r>
            <a:r>
              <a:rPr lang="en-US" sz="4000" dirty="0">
                <a:solidFill>
                  <a:srgbClr val="0070C0"/>
                </a:solidFill>
                <a:latin typeface="Times New Roman" panose="02020603050405020304" pitchFamily="18" charset="0"/>
              </a:rPr>
              <a:t> </a:t>
            </a:r>
            <a:r>
              <a:rPr lang="en-US" sz="4000" dirty="0" err="1">
                <a:solidFill>
                  <a:srgbClr val="0070C0"/>
                </a:solidFill>
                <a:latin typeface="Times New Roman" panose="02020603050405020304" pitchFamily="18" charset="0"/>
              </a:rPr>
              <a:t>vấn</a:t>
            </a:r>
            <a:r>
              <a:rPr lang="en-US" sz="4000" dirty="0">
                <a:solidFill>
                  <a:srgbClr val="0070C0"/>
                </a:solidFill>
                <a:latin typeface="Times New Roman" panose="02020603050405020304" pitchFamily="18" charset="0"/>
              </a:rPr>
              <a:t> </a:t>
            </a:r>
            <a:r>
              <a:rPr lang="en-US" sz="4000" dirty="0" err="1">
                <a:solidFill>
                  <a:srgbClr val="0070C0"/>
                </a:solidFill>
                <a:latin typeface="Times New Roman" panose="02020603050405020304" pitchFamily="18" charset="0"/>
              </a:rPr>
              <a:t>đề</a:t>
            </a:r>
            <a:endParaRPr kumimoji="0" lang="vi-VN" sz="4000" b="0" i="0" u="none" strike="noStrike" kern="1200" cap="none" spc="0" normalizeH="0" baseline="0" noProof="0" dirty="0">
              <a:ln>
                <a:noFill/>
              </a:ln>
              <a:solidFill>
                <a:srgbClr val="0070C0"/>
              </a:solidFill>
              <a:effectLst/>
              <a:uLnTx/>
              <a:uFillTx/>
              <a:latin typeface="Times New Roman" panose="02020603050405020304" pitchFamily="18" charset="0"/>
              <a:ea typeface="+mn-ea"/>
              <a:cs typeface="+mn-cs"/>
            </a:endParaRPr>
          </a:p>
          <a:p>
            <a:pPr marL="457200" lvl="0" indent="-457200">
              <a:buFont typeface="Arial" panose="020B0604020202020204" pitchFamily="34" charset="0"/>
              <a:buChar char="•"/>
            </a:pPr>
            <a:r>
              <a:rPr lang="vi-VN" sz="4000" dirty="0"/>
              <a:t>Truy nhập dữ liệu đa phương tiện từ đĩa từ</a:t>
            </a:r>
            <a:endParaRPr lang="en-US" sz="4000" dirty="0"/>
          </a:p>
          <a:p>
            <a:pPr marL="457200" indent="-457200">
              <a:buFont typeface="Arial" panose="020B0604020202020204" pitchFamily="34" charset="0"/>
              <a:buChar char="•"/>
            </a:pPr>
            <a:r>
              <a:rPr lang="en-US" sz="4000" dirty="0" err="1"/>
              <a:t>Yêu</a:t>
            </a:r>
            <a:r>
              <a:rPr lang="en-US" sz="4000" dirty="0"/>
              <a:t> </a:t>
            </a:r>
            <a:r>
              <a:rPr lang="en-US" sz="4000" dirty="0" err="1"/>
              <a:t>cầu</a:t>
            </a:r>
            <a:r>
              <a:rPr lang="en-US" sz="4000" dirty="0"/>
              <a:t> </a:t>
            </a:r>
            <a:r>
              <a:rPr lang="en-US" sz="4000" dirty="0" err="1"/>
              <a:t>lấy</a:t>
            </a:r>
            <a:r>
              <a:rPr lang="en-US" sz="4000" dirty="0"/>
              <a:t> </a:t>
            </a:r>
            <a:r>
              <a:rPr lang="en-US" sz="4000" dirty="0" err="1"/>
              <a:t>dữ</a:t>
            </a:r>
            <a:r>
              <a:rPr lang="en-US" sz="4000" dirty="0"/>
              <a:t> </a:t>
            </a:r>
            <a:r>
              <a:rPr lang="en-US" sz="4000" dirty="0" err="1"/>
              <a:t>liệu</a:t>
            </a:r>
            <a:r>
              <a:rPr lang="en-US" sz="4000" dirty="0"/>
              <a:t> </a:t>
            </a:r>
            <a:r>
              <a:rPr lang="en-US" sz="4000" dirty="0" err="1"/>
              <a:t>từ</a:t>
            </a:r>
            <a:r>
              <a:rPr lang="en-US" sz="4000" dirty="0"/>
              <a:t> </a:t>
            </a:r>
            <a:r>
              <a:rPr lang="en-US" sz="4000" dirty="0" err="1"/>
              <a:t>đĩa</a:t>
            </a:r>
            <a:endParaRPr lang="en-US" sz="4000" dirty="0"/>
          </a:p>
          <a:p>
            <a:pPr marL="457200" indent="-457200">
              <a:buFont typeface="Arial" panose="020B0604020202020204" pitchFamily="34" charset="0"/>
              <a:buChar char="•"/>
            </a:pPr>
            <a:r>
              <a:rPr lang="en-US" sz="4000" dirty="0" err="1"/>
              <a:t>Truy</a:t>
            </a:r>
            <a:r>
              <a:rPr lang="en-US" sz="4000" dirty="0"/>
              <a:t> </a:t>
            </a:r>
            <a:r>
              <a:rPr lang="en-US" sz="4000" dirty="0" err="1"/>
              <a:t>nhập</a:t>
            </a:r>
            <a:r>
              <a:rPr lang="en-US" sz="4000" dirty="0"/>
              <a:t> </a:t>
            </a:r>
            <a:r>
              <a:rPr lang="en-US" sz="4000" dirty="0" err="1"/>
              <a:t>dữ</a:t>
            </a:r>
            <a:r>
              <a:rPr lang="en-US" sz="4000" dirty="0"/>
              <a:t> </a:t>
            </a:r>
            <a:r>
              <a:rPr lang="en-US" sz="4000" dirty="0" err="1"/>
              <a:t>liệu</a:t>
            </a:r>
            <a:r>
              <a:rPr lang="en-US" sz="4000" dirty="0"/>
              <a:t> </a:t>
            </a:r>
            <a:r>
              <a:rPr lang="en-US" sz="4000" dirty="0" err="1"/>
              <a:t>từ</a:t>
            </a:r>
            <a:r>
              <a:rPr lang="en-US" sz="4000" dirty="0"/>
              <a:t> CD-ROM</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B2938E-B9D1-6A55-9F2D-A542F3F0057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1C81087-08EC-6DB3-B110-5463D8AA5F5C}"/>
              </a:ext>
            </a:extLst>
          </p:cNvPr>
          <p:cNvSpPr>
            <a:spLocks noGrp="1"/>
          </p:cNvSpPr>
          <p:nvPr>
            <p:ph type="title"/>
          </p:nvPr>
        </p:nvSpPr>
        <p:spPr/>
        <p:txBody>
          <a:bodyPr>
            <a:noAutofit/>
          </a:bodyPr>
          <a:lstStyle/>
          <a:p>
            <a:r>
              <a:rPr lang="en-US" sz="2800" dirty="0"/>
              <a:t>1</a:t>
            </a:r>
            <a:r>
              <a:rPr lang="en-US" sz="2800"/>
              <a:t>. Đặt vấn đề</a:t>
            </a:r>
            <a:endParaRPr sz="2800" dirty="0"/>
          </a:p>
        </p:txBody>
      </p:sp>
      <p:sp>
        <p:nvSpPr>
          <p:cNvPr id="3" name="TextBox 2">
            <a:extLst>
              <a:ext uri="{FF2B5EF4-FFF2-40B4-BE49-F238E27FC236}">
                <a16:creationId xmlns:a16="http://schemas.microsoft.com/office/drawing/2014/main" id="{6D0E2612-93E5-50BB-E7E9-DBF5CBF94486}"/>
              </a:ext>
            </a:extLst>
          </p:cNvPr>
          <p:cNvSpPr txBox="1"/>
          <p:nvPr/>
        </p:nvSpPr>
        <p:spPr>
          <a:xfrm>
            <a:off x="762466" y="809393"/>
            <a:ext cx="10470216" cy="3231654"/>
          </a:xfrm>
          <a:prstGeom prst="rect">
            <a:avLst/>
          </a:prstGeom>
          <a:noFill/>
        </p:spPr>
        <p:txBody>
          <a:bodyPr wrap="square" rtlCol="0">
            <a:spAutoFit/>
          </a:bodyPr>
          <a:lstStyle/>
          <a:p>
            <a:r>
              <a:rPr lang="en-US" sz="2000" b="1">
                <a:latin typeface="+mj-lt"/>
              </a:rPr>
              <a:t>Youtube:</a:t>
            </a:r>
            <a:endParaRPr lang="en-US" sz="2000" b="1" dirty="0">
              <a:latin typeface="+mj-lt"/>
            </a:endParaRPr>
          </a:p>
          <a:p>
            <a:pPr marL="342900" indent="-342900">
              <a:buFont typeface="Arial" panose="020B0604020202020204" pitchFamily="34" charset="0"/>
              <a:buChar char="•"/>
            </a:pPr>
            <a:r>
              <a:rPr lang="vi-VN" sz="2000">
                <a:solidFill>
                  <a:schemeClr val="bg2">
                    <a:lumMod val="25000"/>
                  </a:schemeClr>
                </a:solidFill>
              </a:rPr>
              <a:t>2009: hơn 1 tỷ video mỗi ngày </a:t>
            </a:r>
            <a:endParaRPr lang="en-US" sz="2000">
              <a:solidFill>
                <a:schemeClr val="bg2">
                  <a:lumMod val="25000"/>
                </a:schemeClr>
              </a:solidFill>
            </a:endParaRPr>
          </a:p>
          <a:p>
            <a:pPr marL="342900" indent="-342900">
              <a:buFont typeface="Arial" panose="020B0604020202020204" pitchFamily="34" charset="0"/>
              <a:buChar char="•"/>
            </a:pPr>
            <a:r>
              <a:rPr lang="vi-VN" sz="2000">
                <a:solidFill>
                  <a:schemeClr val="bg2">
                    <a:lumMod val="25000"/>
                  </a:schemeClr>
                </a:solidFill>
              </a:rPr>
              <a:t>Băng thông chiếm khoảng 51% chi phí - với tỷ lệ chạy 1 triệu đô la mỗi ngày - với giấy phép nội dung chiếm 36%</a:t>
            </a:r>
            <a:endParaRPr lang="en-US" sz="2000">
              <a:solidFill>
                <a:schemeClr val="bg2">
                  <a:lumMod val="25000"/>
                </a:schemeClr>
              </a:solidFill>
            </a:endParaRPr>
          </a:p>
          <a:p>
            <a:pPr marL="342900" indent="-342900">
              <a:buFont typeface="Arial" panose="020B0604020202020204" pitchFamily="34" charset="0"/>
              <a:buChar char="•"/>
            </a:pPr>
            <a:r>
              <a:rPr lang="en-US" sz="2000">
                <a:solidFill>
                  <a:schemeClr val="bg2">
                    <a:lumMod val="25000"/>
                  </a:schemeClr>
                </a:solidFill>
              </a:rPr>
              <a:t>Máy chủ video YouTube (2010):</a:t>
            </a:r>
          </a:p>
          <a:p>
            <a:pPr marL="800100" lvl="1" indent="-342900">
              <a:buFont typeface="Arial" panose="020B0604020202020204" pitchFamily="34" charset="0"/>
              <a:buChar char="•"/>
            </a:pPr>
            <a:r>
              <a:rPr lang="vi-VN" sz="2000">
                <a:solidFill>
                  <a:schemeClr val="bg2">
                    <a:lumMod val="25000"/>
                  </a:schemeClr>
                </a:solidFill>
              </a:rPr>
              <a:t>Tháng 5 năm 2010, 2 tỷ video được phân phát mỗi ngày
Hơn 24 giờ video được tải lên mỗi phút (và +) (2011: 48h / phút) 
Video thường dài dưới 10 phút
Các video hàng đầu ("Evolution of Dance", "Charlie Bit My Finger" và "Bad Romance" của Lady Gaga) đang đạt 200 triệu lượt xem</a:t>
            </a:r>
            <a:endParaRPr lang="en-US" sz="2000">
              <a:solidFill>
                <a:schemeClr val="bg2">
                  <a:lumMod val="25000"/>
                </a:schemeClr>
              </a:solidFill>
            </a:endParaRPr>
          </a:p>
        </p:txBody>
      </p:sp>
      <p:sp>
        <p:nvSpPr>
          <p:cNvPr id="4" name="TextBox 3">
            <a:extLst>
              <a:ext uri="{FF2B5EF4-FFF2-40B4-BE49-F238E27FC236}">
                <a16:creationId xmlns:a16="http://schemas.microsoft.com/office/drawing/2014/main" id="{2449CF06-BCB1-8EF1-D4A0-5933208F231D}"/>
              </a:ext>
            </a:extLst>
          </p:cNvPr>
          <p:cNvSpPr txBox="1"/>
          <p:nvPr/>
        </p:nvSpPr>
        <p:spPr>
          <a:xfrm>
            <a:off x="762466" y="4041047"/>
            <a:ext cx="10470216" cy="1323439"/>
          </a:xfrm>
          <a:prstGeom prst="rect">
            <a:avLst/>
          </a:prstGeom>
          <a:noFill/>
        </p:spPr>
        <p:txBody>
          <a:bodyPr wrap="square" rtlCol="0">
            <a:spAutoFit/>
          </a:bodyPr>
          <a:lstStyle/>
          <a:p>
            <a:r>
              <a:rPr lang="en-US" sz="2000" b="1">
                <a:latin typeface="+mj-lt"/>
              </a:rPr>
              <a:t>Dailymotion:</a:t>
            </a:r>
            <a:endParaRPr lang="en-US" sz="2000" b="1" dirty="0">
              <a:latin typeface="+mj-lt"/>
            </a:endParaRPr>
          </a:p>
          <a:p>
            <a:pPr marL="342900" indent="-342900">
              <a:buFont typeface="Arial" panose="020B0604020202020204" pitchFamily="34" charset="0"/>
              <a:buChar char="•"/>
            </a:pPr>
            <a:r>
              <a:rPr lang="vi-VN" sz="2000">
                <a:solidFill>
                  <a:schemeClr val="bg2">
                    <a:lumMod val="25000"/>
                  </a:schemeClr>
                </a:solidFill>
              </a:rPr>
              <a:t>Dailymotion là trang web video lớn thứ hai trên thế giới sau YouTube </a:t>
            </a:r>
            <a:endParaRPr lang="en-US" sz="2000">
              <a:solidFill>
                <a:schemeClr val="bg2">
                  <a:lumMod val="25000"/>
                </a:schemeClr>
              </a:solidFill>
            </a:endParaRPr>
          </a:p>
          <a:p>
            <a:pPr marL="342900" indent="-342900">
              <a:buFont typeface="Arial" panose="020B0604020202020204" pitchFamily="34" charset="0"/>
              <a:buChar char="•"/>
            </a:pPr>
            <a:r>
              <a:rPr lang="en-US" sz="2000">
                <a:solidFill>
                  <a:schemeClr val="bg2">
                    <a:lumMod val="25000"/>
                  </a:schemeClr>
                </a:solidFill>
              </a:rPr>
              <a:t>T</a:t>
            </a:r>
            <a:r>
              <a:rPr lang="vi-VN" sz="2000">
                <a:solidFill>
                  <a:schemeClr val="bg2">
                    <a:lumMod val="25000"/>
                  </a:schemeClr>
                </a:solidFill>
              </a:rPr>
              <a:t>rang web được truy cập nhiều thứ 29 trên thế giới </a:t>
            </a:r>
            <a:endParaRPr lang="en-US" sz="2000">
              <a:solidFill>
                <a:schemeClr val="bg2">
                  <a:lumMod val="25000"/>
                </a:schemeClr>
              </a:solidFill>
            </a:endParaRPr>
          </a:p>
          <a:p>
            <a:pPr marL="342900" indent="-342900">
              <a:buFont typeface="Arial" panose="020B0604020202020204" pitchFamily="34" charset="0"/>
              <a:buChar char="•"/>
            </a:pPr>
            <a:r>
              <a:rPr lang="vi-VN" sz="2000">
                <a:solidFill>
                  <a:schemeClr val="bg2">
                    <a:lumMod val="25000"/>
                  </a:schemeClr>
                </a:solidFill>
              </a:rPr>
              <a:t>114 triệu khách truy cập và hơn 1,2 tỷ lượt xem video mỗi tháng (Comscore, 5/2011)</a:t>
            </a:r>
            <a:endParaRPr lang="en-US" sz="2000">
              <a:solidFill>
                <a:schemeClr val="bg2">
                  <a:lumMod val="25000"/>
                </a:schemeClr>
              </a:solidFill>
            </a:endParaRPr>
          </a:p>
        </p:txBody>
      </p:sp>
      <p:pic>
        <p:nvPicPr>
          <p:cNvPr id="7" name="Picture 6" descr="A black question mark painted on a white background&#10;&#10;AI-generated content may be incorrect.">
            <a:extLst>
              <a:ext uri="{FF2B5EF4-FFF2-40B4-BE49-F238E27FC236}">
                <a16:creationId xmlns:a16="http://schemas.microsoft.com/office/drawing/2014/main" id="{82C37A7C-FFA7-8ABB-BD43-96C8237C9658}"/>
              </a:ext>
            </a:extLst>
          </p:cNvPr>
          <p:cNvPicPr>
            <a:picLocks noChangeAspect="1"/>
          </p:cNvPicPr>
          <p:nvPr/>
        </p:nvPicPr>
        <p:blipFill>
          <a:blip r:embed="rId3"/>
          <a:stretch>
            <a:fillRect/>
          </a:stretch>
        </p:blipFill>
        <p:spPr>
          <a:xfrm>
            <a:off x="762466" y="5601439"/>
            <a:ext cx="498443" cy="669033"/>
          </a:xfrm>
          <a:prstGeom prst="rect">
            <a:avLst/>
          </a:prstGeom>
        </p:spPr>
      </p:pic>
      <p:sp>
        <p:nvSpPr>
          <p:cNvPr id="8" name="TextBox 7">
            <a:extLst>
              <a:ext uri="{FF2B5EF4-FFF2-40B4-BE49-F238E27FC236}">
                <a16:creationId xmlns:a16="http://schemas.microsoft.com/office/drawing/2014/main" id="{35DCE514-2929-2586-9657-D65003BB9AA2}"/>
              </a:ext>
            </a:extLst>
          </p:cNvPr>
          <p:cNvSpPr txBox="1"/>
          <p:nvPr/>
        </p:nvSpPr>
        <p:spPr>
          <a:xfrm>
            <a:off x="1434631" y="5601439"/>
            <a:ext cx="10470216" cy="707886"/>
          </a:xfrm>
          <a:prstGeom prst="rect">
            <a:avLst/>
          </a:prstGeom>
          <a:noFill/>
        </p:spPr>
        <p:txBody>
          <a:bodyPr wrap="square" rtlCol="0">
            <a:spAutoFit/>
          </a:bodyPr>
          <a:lstStyle/>
          <a:p>
            <a:r>
              <a:rPr lang="en-US" sz="2000">
                <a:solidFill>
                  <a:schemeClr val="bg2">
                    <a:lumMod val="25000"/>
                  </a:schemeClr>
                </a:solidFill>
              </a:rPr>
              <a:t>Làm thế nào để đảm bảo tính liên tục (continuous) cho dữ liệu di động (audio, video) khi phục vụ hàng tỷ yêu cầu từ một hạ tầng vật lý có giới hạn?</a:t>
            </a:r>
          </a:p>
        </p:txBody>
      </p:sp>
    </p:spTree>
    <p:extLst>
      <p:ext uri="{BB962C8B-B14F-4D97-AF65-F5344CB8AC3E}">
        <p14:creationId xmlns:p14="http://schemas.microsoft.com/office/powerpoint/2010/main" val="400890217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531834-E334-985F-E1E7-FC0DCED7FEF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ABFF174-DD19-B852-8913-2512B36C731C}"/>
              </a:ext>
            </a:extLst>
          </p:cNvPr>
          <p:cNvSpPr>
            <a:spLocks noGrp="1"/>
          </p:cNvSpPr>
          <p:nvPr>
            <p:ph type="title"/>
          </p:nvPr>
        </p:nvSpPr>
        <p:spPr/>
        <p:txBody>
          <a:bodyPr>
            <a:noAutofit/>
          </a:bodyPr>
          <a:lstStyle/>
          <a:p>
            <a:r>
              <a:rPr lang="en-US" sz="2800" dirty="0"/>
              <a:t>2. </a:t>
            </a:r>
            <a:r>
              <a:rPr lang="vi-VN" sz="2800" dirty="0"/>
              <a:t>Truy nhập dữ liệu đa phương tiện từ đĩa từ</a:t>
            </a:r>
            <a:endParaRPr sz="2800" dirty="0"/>
          </a:p>
        </p:txBody>
      </p:sp>
      <p:pic>
        <p:nvPicPr>
          <p:cNvPr id="6" name="Picture 5" descr="A hard drive with a blue line drawing&#10;&#10;AI-generated content may be incorrect.">
            <a:extLst>
              <a:ext uri="{FF2B5EF4-FFF2-40B4-BE49-F238E27FC236}">
                <a16:creationId xmlns:a16="http://schemas.microsoft.com/office/drawing/2014/main" id="{4475C9F8-D8E9-5E2A-CC4B-1398413EEB6F}"/>
              </a:ext>
            </a:extLst>
          </p:cNvPr>
          <p:cNvPicPr>
            <a:picLocks noChangeAspect="1"/>
          </p:cNvPicPr>
          <p:nvPr/>
        </p:nvPicPr>
        <p:blipFill>
          <a:blip r:embed="rId3"/>
          <a:stretch>
            <a:fillRect/>
          </a:stretch>
        </p:blipFill>
        <p:spPr>
          <a:xfrm>
            <a:off x="473405" y="1213799"/>
            <a:ext cx="5622595" cy="4090031"/>
          </a:xfrm>
          <a:prstGeom prst="rect">
            <a:avLst/>
          </a:prstGeom>
        </p:spPr>
      </p:pic>
      <p:sp>
        <p:nvSpPr>
          <p:cNvPr id="9" name="TextBox 8">
            <a:extLst>
              <a:ext uri="{FF2B5EF4-FFF2-40B4-BE49-F238E27FC236}">
                <a16:creationId xmlns:a16="http://schemas.microsoft.com/office/drawing/2014/main" id="{24D2D43A-ECD3-7C6D-2E5E-B5788D7F3F57}"/>
              </a:ext>
            </a:extLst>
          </p:cNvPr>
          <p:cNvSpPr txBox="1"/>
          <p:nvPr/>
        </p:nvSpPr>
        <p:spPr>
          <a:xfrm>
            <a:off x="6027349" y="1497573"/>
            <a:ext cx="1797228" cy="646331"/>
          </a:xfrm>
          <a:prstGeom prst="rect">
            <a:avLst/>
          </a:prstGeom>
          <a:noFill/>
        </p:spPr>
        <p:txBody>
          <a:bodyPr wrap="square" rtlCol="0">
            <a:spAutoFit/>
          </a:bodyPr>
          <a:lstStyle/>
          <a:p>
            <a:r>
              <a:rPr lang="en-US" b="1">
                <a:solidFill>
                  <a:schemeClr val="bg2">
                    <a:lumMod val="25000"/>
                  </a:schemeClr>
                </a:solidFill>
              </a:rPr>
              <a:t>Platters</a:t>
            </a:r>
            <a:br>
              <a:rPr lang="en-US">
                <a:solidFill>
                  <a:schemeClr val="bg2">
                    <a:lumMod val="25000"/>
                  </a:schemeClr>
                </a:solidFill>
              </a:rPr>
            </a:br>
            <a:r>
              <a:rPr lang="en-US">
                <a:solidFill>
                  <a:schemeClr val="bg2">
                    <a:lumMod val="25000"/>
                  </a:schemeClr>
                </a:solidFill>
              </a:rPr>
              <a:t>(Đĩa phẳng)</a:t>
            </a:r>
          </a:p>
        </p:txBody>
      </p:sp>
      <p:sp>
        <p:nvSpPr>
          <p:cNvPr id="10" name="TextBox 9">
            <a:extLst>
              <a:ext uri="{FF2B5EF4-FFF2-40B4-BE49-F238E27FC236}">
                <a16:creationId xmlns:a16="http://schemas.microsoft.com/office/drawing/2014/main" id="{46A2126F-340F-89FA-B407-B8FD1ED33D09}"/>
              </a:ext>
            </a:extLst>
          </p:cNvPr>
          <p:cNvSpPr txBox="1"/>
          <p:nvPr/>
        </p:nvSpPr>
        <p:spPr>
          <a:xfrm>
            <a:off x="6027349" y="2284862"/>
            <a:ext cx="1797228" cy="646331"/>
          </a:xfrm>
          <a:prstGeom prst="rect">
            <a:avLst/>
          </a:prstGeom>
          <a:noFill/>
        </p:spPr>
        <p:txBody>
          <a:bodyPr wrap="square" rtlCol="0">
            <a:spAutoFit/>
          </a:bodyPr>
          <a:lstStyle/>
          <a:p>
            <a:r>
              <a:rPr lang="en-US" b="1">
                <a:solidFill>
                  <a:schemeClr val="bg2">
                    <a:lumMod val="25000"/>
                  </a:schemeClr>
                </a:solidFill>
              </a:rPr>
              <a:t>Spindle</a:t>
            </a:r>
          </a:p>
          <a:p>
            <a:r>
              <a:rPr lang="en-US">
                <a:solidFill>
                  <a:schemeClr val="bg2">
                    <a:lumMod val="25000"/>
                  </a:schemeClr>
                </a:solidFill>
              </a:rPr>
              <a:t>(Trục chính)</a:t>
            </a:r>
          </a:p>
        </p:txBody>
      </p:sp>
      <p:sp>
        <p:nvSpPr>
          <p:cNvPr id="11" name="TextBox 10">
            <a:extLst>
              <a:ext uri="{FF2B5EF4-FFF2-40B4-BE49-F238E27FC236}">
                <a16:creationId xmlns:a16="http://schemas.microsoft.com/office/drawing/2014/main" id="{112541AA-C99A-9299-CE57-EC384501C9B4}"/>
              </a:ext>
            </a:extLst>
          </p:cNvPr>
          <p:cNvSpPr txBox="1"/>
          <p:nvPr/>
        </p:nvSpPr>
        <p:spPr>
          <a:xfrm>
            <a:off x="6027349" y="3072151"/>
            <a:ext cx="2114862" cy="646331"/>
          </a:xfrm>
          <a:prstGeom prst="rect">
            <a:avLst/>
          </a:prstGeom>
          <a:noFill/>
        </p:spPr>
        <p:txBody>
          <a:bodyPr wrap="square" rtlCol="0">
            <a:spAutoFit/>
          </a:bodyPr>
          <a:lstStyle/>
          <a:p>
            <a:r>
              <a:rPr lang="en-US" b="1">
                <a:solidFill>
                  <a:schemeClr val="bg2">
                    <a:lumMod val="25000"/>
                  </a:schemeClr>
                </a:solidFill>
              </a:rPr>
              <a:t>Read/Write Heads</a:t>
            </a:r>
          </a:p>
          <a:p>
            <a:r>
              <a:rPr lang="en-US">
                <a:solidFill>
                  <a:schemeClr val="bg2">
                    <a:lumMod val="25000"/>
                  </a:schemeClr>
                </a:solidFill>
              </a:rPr>
              <a:t>(Đầu đọc/ghi)</a:t>
            </a:r>
          </a:p>
        </p:txBody>
      </p:sp>
      <p:sp>
        <p:nvSpPr>
          <p:cNvPr id="12" name="TextBox 11">
            <a:extLst>
              <a:ext uri="{FF2B5EF4-FFF2-40B4-BE49-F238E27FC236}">
                <a16:creationId xmlns:a16="http://schemas.microsoft.com/office/drawing/2014/main" id="{C619FF2B-9529-4F8D-2A87-1C62FD0DA6EC}"/>
              </a:ext>
            </a:extLst>
          </p:cNvPr>
          <p:cNvSpPr txBox="1"/>
          <p:nvPr/>
        </p:nvSpPr>
        <p:spPr>
          <a:xfrm>
            <a:off x="6027349" y="3902352"/>
            <a:ext cx="2114862" cy="646331"/>
          </a:xfrm>
          <a:prstGeom prst="rect">
            <a:avLst/>
          </a:prstGeom>
          <a:noFill/>
        </p:spPr>
        <p:txBody>
          <a:bodyPr wrap="square" rtlCol="0">
            <a:spAutoFit/>
          </a:bodyPr>
          <a:lstStyle/>
          <a:p>
            <a:r>
              <a:rPr lang="en-US" b="1">
                <a:solidFill>
                  <a:schemeClr val="bg2">
                    <a:lumMod val="25000"/>
                  </a:schemeClr>
                </a:solidFill>
              </a:rPr>
              <a:t>Actuator Arm</a:t>
            </a:r>
          </a:p>
          <a:p>
            <a:r>
              <a:rPr lang="en-US">
                <a:solidFill>
                  <a:schemeClr val="bg2">
                    <a:lumMod val="25000"/>
                  </a:schemeClr>
                </a:solidFill>
              </a:rPr>
              <a:t>(Cần di chuyển)</a:t>
            </a:r>
          </a:p>
        </p:txBody>
      </p:sp>
      <p:sp>
        <p:nvSpPr>
          <p:cNvPr id="14" name="TextBox 13">
            <a:extLst>
              <a:ext uri="{FF2B5EF4-FFF2-40B4-BE49-F238E27FC236}">
                <a16:creationId xmlns:a16="http://schemas.microsoft.com/office/drawing/2014/main" id="{D4C14F43-EDE9-D720-9F7C-EFCEE29207FB}"/>
              </a:ext>
            </a:extLst>
          </p:cNvPr>
          <p:cNvSpPr txBox="1"/>
          <p:nvPr/>
        </p:nvSpPr>
        <p:spPr>
          <a:xfrm>
            <a:off x="524238" y="875806"/>
            <a:ext cx="6097604" cy="369332"/>
          </a:xfrm>
          <a:prstGeom prst="rect">
            <a:avLst/>
          </a:prstGeom>
          <a:noFill/>
        </p:spPr>
        <p:txBody>
          <a:bodyPr wrap="square">
            <a:spAutoFit/>
          </a:bodyPr>
          <a:lstStyle/>
          <a:p>
            <a:r>
              <a:rPr lang="en-US" sz="1800" b="1">
                <a:latin typeface="+mj-lt"/>
              </a:rPr>
              <a:t>Cấu trúc đĩa từ:</a:t>
            </a:r>
            <a:endParaRPr lang="en-US" sz="1800" b="1" dirty="0">
              <a:latin typeface="+mj-lt"/>
            </a:endParaRPr>
          </a:p>
        </p:txBody>
      </p:sp>
      <p:sp>
        <p:nvSpPr>
          <p:cNvPr id="15" name="TextBox 14">
            <a:extLst>
              <a:ext uri="{FF2B5EF4-FFF2-40B4-BE49-F238E27FC236}">
                <a16:creationId xmlns:a16="http://schemas.microsoft.com/office/drawing/2014/main" id="{EB74CBD3-5FA0-01FB-7A42-838F1C0013E2}"/>
              </a:ext>
            </a:extLst>
          </p:cNvPr>
          <p:cNvSpPr txBox="1"/>
          <p:nvPr/>
        </p:nvSpPr>
        <p:spPr>
          <a:xfrm>
            <a:off x="8302631" y="1497573"/>
            <a:ext cx="3313970" cy="646331"/>
          </a:xfrm>
          <a:prstGeom prst="rect">
            <a:avLst/>
          </a:prstGeom>
          <a:noFill/>
        </p:spPr>
        <p:txBody>
          <a:bodyPr wrap="square" rtlCol="0">
            <a:spAutoFit/>
          </a:bodyPr>
          <a:lstStyle/>
          <a:p>
            <a:r>
              <a:rPr lang="en-US" b="1">
                <a:solidFill>
                  <a:schemeClr val="bg2">
                    <a:lumMod val="25000"/>
                  </a:schemeClr>
                </a:solidFill>
              </a:rPr>
              <a:t>Track (A): </a:t>
            </a:r>
            <a:r>
              <a:rPr lang="en-US">
                <a:solidFill>
                  <a:schemeClr val="bg2">
                    <a:lumMod val="25000"/>
                  </a:schemeClr>
                </a:solidFill>
              </a:rPr>
              <a:t>vòng tròn đồng tâm chứa dữ liệu</a:t>
            </a:r>
          </a:p>
        </p:txBody>
      </p:sp>
      <p:sp>
        <p:nvSpPr>
          <p:cNvPr id="16" name="TextBox 15">
            <a:extLst>
              <a:ext uri="{FF2B5EF4-FFF2-40B4-BE49-F238E27FC236}">
                <a16:creationId xmlns:a16="http://schemas.microsoft.com/office/drawing/2014/main" id="{F4F0B9D4-7F05-EB7B-0150-B87E54E51485}"/>
              </a:ext>
            </a:extLst>
          </p:cNvPr>
          <p:cNvSpPr txBox="1"/>
          <p:nvPr/>
        </p:nvSpPr>
        <p:spPr>
          <a:xfrm>
            <a:off x="8302631" y="2357101"/>
            <a:ext cx="3313971" cy="646331"/>
          </a:xfrm>
          <a:prstGeom prst="rect">
            <a:avLst/>
          </a:prstGeom>
          <a:noFill/>
        </p:spPr>
        <p:txBody>
          <a:bodyPr wrap="square" rtlCol="0">
            <a:spAutoFit/>
          </a:bodyPr>
          <a:lstStyle/>
          <a:p>
            <a:r>
              <a:rPr lang="en-US" b="1">
                <a:solidFill>
                  <a:schemeClr val="bg2">
                    <a:lumMod val="25000"/>
                  </a:schemeClr>
                </a:solidFill>
              </a:rPr>
              <a:t>Region (B): </a:t>
            </a:r>
            <a:r>
              <a:rPr lang="en-US">
                <a:solidFill>
                  <a:schemeClr val="bg2">
                    <a:lumMod val="25000"/>
                  </a:schemeClr>
                </a:solidFill>
              </a:rPr>
              <a:t>m</a:t>
            </a:r>
            <a:r>
              <a:rPr lang="vi-VN">
                <a:solidFill>
                  <a:schemeClr val="bg2">
                    <a:lumMod val="25000"/>
                  </a:schemeClr>
                </a:solidFill>
              </a:rPr>
              <a:t>ỗi mặt đĩa được chia thành k</a:t>
            </a:r>
            <a:r>
              <a:rPr lang="en-US">
                <a:solidFill>
                  <a:schemeClr val="bg2">
                    <a:lumMod val="25000"/>
                  </a:schemeClr>
                </a:solidFill>
              </a:rPr>
              <a:t>hông</a:t>
            </a:r>
            <a:r>
              <a:rPr lang="vi-VN">
                <a:solidFill>
                  <a:schemeClr val="bg2">
                    <a:lumMod val="25000"/>
                  </a:schemeClr>
                </a:solidFill>
              </a:rPr>
              <a:t> vùng đều nhau</a:t>
            </a:r>
            <a:endParaRPr lang="en-US">
              <a:solidFill>
                <a:schemeClr val="bg2">
                  <a:lumMod val="25000"/>
                </a:schemeClr>
              </a:solidFill>
            </a:endParaRPr>
          </a:p>
        </p:txBody>
      </p:sp>
      <p:sp>
        <p:nvSpPr>
          <p:cNvPr id="17" name="TextBox 16">
            <a:extLst>
              <a:ext uri="{FF2B5EF4-FFF2-40B4-BE49-F238E27FC236}">
                <a16:creationId xmlns:a16="http://schemas.microsoft.com/office/drawing/2014/main" id="{7B57655E-F6DA-10C3-A2A3-7ABF825505FC}"/>
              </a:ext>
            </a:extLst>
          </p:cNvPr>
          <p:cNvSpPr txBox="1"/>
          <p:nvPr/>
        </p:nvSpPr>
        <p:spPr>
          <a:xfrm>
            <a:off x="8302630" y="3281414"/>
            <a:ext cx="3313971" cy="646331"/>
          </a:xfrm>
          <a:prstGeom prst="rect">
            <a:avLst/>
          </a:prstGeom>
          <a:noFill/>
        </p:spPr>
        <p:txBody>
          <a:bodyPr wrap="square" rtlCol="0">
            <a:spAutoFit/>
          </a:bodyPr>
          <a:lstStyle/>
          <a:p>
            <a:r>
              <a:rPr lang="en-US" b="1">
                <a:solidFill>
                  <a:schemeClr val="bg2">
                    <a:lumMod val="25000"/>
                  </a:schemeClr>
                </a:solidFill>
              </a:rPr>
              <a:t>Sector (C): </a:t>
            </a:r>
            <a:r>
              <a:rPr lang="en-US">
                <a:solidFill>
                  <a:schemeClr val="bg2">
                    <a:lumMod val="25000"/>
                  </a:schemeClr>
                </a:solidFill>
              </a:rPr>
              <a:t>phần giao của mỗi track và region</a:t>
            </a:r>
          </a:p>
        </p:txBody>
      </p:sp>
      <p:sp>
        <p:nvSpPr>
          <p:cNvPr id="18" name="TextBox 17">
            <a:extLst>
              <a:ext uri="{FF2B5EF4-FFF2-40B4-BE49-F238E27FC236}">
                <a16:creationId xmlns:a16="http://schemas.microsoft.com/office/drawing/2014/main" id="{6E882826-44BD-6FBD-FEE4-5BCCE7B5F947}"/>
              </a:ext>
            </a:extLst>
          </p:cNvPr>
          <p:cNvSpPr txBox="1"/>
          <p:nvPr/>
        </p:nvSpPr>
        <p:spPr>
          <a:xfrm>
            <a:off x="8302630" y="4205728"/>
            <a:ext cx="3313971" cy="369332"/>
          </a:xfrm>
          <a:prstGeom prst="rect">
            <a:avLst/>
          </a:prstGeom>
          <a:noFill/>
        </p:spPr>
        <p:txBody>
          <a:bodyPr wrap="square" rtlCol="0">
            <a:spAutoFit/>
          </a:bodyPr>
          <a:lstStyle/>
          <a:p>
            <a:r>
              <a:rPr lang="en-US" b="1">
                <a:solidFill>
                  <a:schemeClr val="bg2">
                    <a:lumMod val="25000"/>
                  </a:schemeClr>
                </a:solidFill>
              </a:rPr>
              <a:t>Cluster (D): </a:t>
            </a:r>
            <a:r>
              <a:rPr lang="en-US">
                <a:solidFill>
                  <a:schemeClr val="bg2">
                    <a:lumMod val="25000"/>
                  </a:schemeClr>
                </a:solidFill>
              </a:rPr>
              <a:t>tập các sector</a:t>
            </a:r>
          </a:p>
        </p:txBody>
      </p:sp>
      <p:sp>
        <p:nvSpPr>
          <p:cNvPr id="19" name="TextBox 18">
            <a:extLst>
              <a:ext uri="{FF2B5EF4-FFF2-40B4-BE49-F238E27FC236}">
                <a16:creationId xmlns:a16="http://schemas.microsoft.com/office/drawing/2014/main" id="{03E9043F-1B50-904D-5FBC-7FE0F17E054E}"/>
              </a:ext>
            </a:extLst>
          </p:cNvPr>
          <p:cNvSpPr txBox="1"/>
          <p:nvPr/>
        </p:nvSpPr>
        <p:spPr>
          <a:xfrm>
            <a:off x="8302630" y="4897095"/>
            <a:ext cx="3313971" cy="646331"/>
          </a:xfrm>
          <a:prstGeom prst="rect">
            <a:avLst/>
          </a:prstGeom>
          <a:noFill/>
        </p:spPr>
        <p:txBody>
          <a:bodyPr wrap="square" rtlCol="0">
            <a:spAutoFit/>
          </a:bodyPr>
          <a:lstStyle/>
          <a:p>
            <a:r>
              <a:rPr lang="en-US" b="1">
                <a:solidFill>
                  <a:schemeClr val="bg2">
                    <a:lumMod val="25000"/>
                  </a:schemeClr>
                </a:solidFill>
              </a:rPr>
              <a:t>Cylinder: </a:t>
            </a:r>
            <a:r>
              <a:rPr lang="en-US">
                <a:solidFill>
                  <a:schemeClr val="bg2">
                    <a:lumMod val="25000"/>
                  </a:schemeClr>
                </a:solidFill>
              </a:rPr>
              <a:t>Tập các tracks có cùng bán kính trên tất cả các mặt đĩa</a:t>
            </a:r>
          </a:p>
        </p:txBody>
      </p:sp>
      <p:pic>
        <p:nvPicPr>
          <p:cNvPr id="1026" name="Picture 2" descr="Cyber Security Final Flashcards | Quizlet">
            <a:extLst>
              <a:ext uri="{FF2B5EF4-FFF2-40B4-BE49-F238E27FC236}">
                <a16:creationId xmlns:a16="http://schemas.microsoft.com/office/drawing/2014/main" id="{9B4E482C-185A-108B-3A1C-1F2C1F5762E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298772" y="4546887"/>
            <a:ext cx="1405800" cy="1737915"/>
          </a:xfrm>
          <a:prstGeom prst="rect">
            <a:avLst/>
          </a:prstGeom>
          <a:noFill/>
          <a:extLst>
            <a:ext uri="{909E8E84-426E-40DD-AFC4-6F175D3DCCD1}">
              <a14:hiddenFill xmlns:a14="http://schemas.microsoft.com/office/drawing/2010/main">
                <a:solidFill>
                  <a:srgbClr val="FFFFFF"/>
                </a:solidFill>
              </a14:hiddenFill>
            </a:ext>
          </a:extLst>
        </p:spPr>
      </p:pic>
      <p:cxnSp>
        <p:nvCxnSpPr>
          <p:cNvPr id="4" name="Straight Connector 3">
            <a:extLst>
              <a:ext uri="{FF2B5EF4-FFF2-40B4-BE49-F238E27FC236}">
                <a16:creationId xmlns:a16="http://schemas.microsoft.com/office/drawing/2014/main" id="{5B298318-BBF5-C61B-0013-02C58CC281CF}"/>
              </a:ext>
            </a:extLst>
          </p:cNvPr>
          <p:cNvCxnSpPr>
            <a:cxnSpLocks/>
          </p:cNvCxnSpPr>
          <p:nvPr/>
        </p:nvCxnSpPr>
        <p:spPr>
          <a:xfrm>
            <a:off x="3975995" y="3718482"/>
            <a:ext cx="583305" cy="1052161"/>
          </a:xfrm>
          <a:prstGeom prst="line">
            <a:avLst/>
          </a:prstGeom>
          <a:ln w="9525">
            <a:solidFill>
              <a:schemeClr val="accent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4716700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E30FC9-C3BF-30D9-D24A-2EAE6CC2DB3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6595E2B-7713-68F2-37AF-41E1D53E5E05}"/>
              </a:ext>
            </a:extLst>
          </p:cNvPr>
          <p:cNvSpPr>
            <a:spLocks noGrp="1"/>
          </p:cNvSpPr>
          <p:nvPr>
            <p:ph type="title"/>
          </p:nvPr>
        </p:nvSpPr>
        <p:spPr/>
        <p:txBody>
          <a:bodyPr>
            <a:noAutofit/>
          </a:bodyPr>
          <a:lstStyle/>
          <a:p>
            <a:r>
              <a:rPr lang="en-US" sz="2800"/>
              <a:t>2. </a:t>
            </a:r>
            <a:r>
              <a:rPr lang="vi-VN" sz="2800"/>
              <a:t>Truy nhập dữ liệu đa phương tiện từ đĩa từ</a:t>
            </a:r>
            <a:endParaRPr sz="2800" dirty="0"/>
          </a:p>
        </p:txBody>
      </p:sp>
      <p:sp>
        <p:nvSpPr>
          <p:cNvPr id="3" name="TextBox 2">
            <a:extLst>
              <a:ext uri="{FF2B5EF4-FFF2-40B4-BE49-F238E27FC236}">
                <a16:creationId xmlns:a16="http://schemas.microsoft.com/office/drawing/2014/main" id="{1F0D4E5C-F26C-A6A6-207E-02AAA08C774F}"/>
              </a:ext>
            </a:extLst>
          </p:cNvPr>
          <p:cNvSpPr txBox="1"/>
          <p:nvPr/>
        </p:nvSpPr>
        <p:spPr>
          <a:xfrm>
            <a:off x="524238" y="875806"/>
            <a:ext cx="10470216" cy="2246769"/>
          </a:xfrm>
          <a:prstGeom prst="rect">
            <a:avLst/>
          </a:prstGeom>
          <a:noFill/>
        </p:spPr>
        <p:txBody>
          <a:bodyPr wrap="square" rtlCol="0">
            <a:spAutoFit/>
          </a:bodyPr>
          <a:lstStyle/>
          <a:p>
            <a:r>
              <a:rPr lang="en-US" sz="2000" b="1">
                <a:latin typeface="+mj-lt"/>
              </a:rPr>
              <a:t>Truy nhập đĩa từ (2 bước):</a:t>
            </a:r>
            <a:endParaRPr lang="en-US" sz="2000" b="1" dirty="0">
              <a:latin typeface="+mj-lt"/>
            </a:endParaRPr>
          </a:p>
          <a:p>
            <a:pPr marL="342900" indent="-342900">
              <a:buFont typeface="Arial" panose="020B0604020202020204" pitchFamily="34" charset="0"/>
              <a:buChar char="•"/>
            </a:pPr>
            <a:r>
              <a:rPr lang="en-US" sz="2000">
                <a:solidFill>
                  <a:schemeClr val="bg2">
                    <a:lumMod val="25000"/>
                  </a:schemeClr>
                </a:solidFill>
              </a:rPr>
              <a:t>Phép dịch (seek operations): tìm đến track có chứa địa chỉ cần tìm kiếm =&gt; Seektime:</a:t>
            </a:r>
          </a:p>
          <a:p>
            <a:pPr marL="800100" lvl="1" indent="-342900">
              <a:buFont typeface="Arial" panose="020B0604020202020204" pitchFamily="34" charset="0"/>
              <a:buChar char="•"/>
            </a:pPr>
            <a:r>
              <a:rPr lang="en-US" sz="2000">
                <a:solidFill>
                  <a:schemeClr val="bg2">
                    <a:lumMod val="25000"/>
                  </a:schemeClr>
                </a:solidFill>
              </a:rPr>
              <a:t>Tăng tốc (acceleration phase) </a:t>
            </a:r>
          </a:p>
          <a:p>
            <a:pPr marL="800100" lvl="1" indent="-342900">
              <a:buFont typeface="Arial" panose="020B0604020202020204" pitchFamily="34" charset="0"/>
              <a:buChar char="•"/>
            </a:pPr>
            <a:r>
              <a:rPr lang="en-US" sz="2000">
                <a:solidFill>
                  <a:schemeClr val="bg2">
                    <a:lumMod val="25000"/>
                  </a:schemeClr>
                </a:solidFill>
              </a:rPr>
              <a:t>Chạy ổn định (coast phase) </a:t>
            </a:r>
          </a:p>
          <a:p>
            <a:pPr marL="800100" lvl="1" indent="-342900">
              <a:buFont typeface="Arial" panose="020B0604020202020204" pitchFamily="34" charset="0"/>
              <a:buChar char="•"/>
            </a:pPr>
            <a:r>
              <a:rPr lang="en-US" sz="2000">
                <a:solidFill>
                  <a:schemeClr val="bg2">
                    <a:lumMod val="25000"/>
                  </a:schemeClr>
                </a:solidFill>
              </a:rPr>
              <a:t>Giảm tốc độ (deceleration phase) </a:t>
            </a:r>
          </a:p>
          <a:p>
            <a:pPr marL="800100" lvl="1" indent="-342900">
              <a:buFont typeface="Arial" panose="020B0604020202020204" pitchFamily="34" charset="0"/>
              <a:buChar char="•"/>
            </a:pPr>
            <a:r>
              <a:rPr lang="en-US" sz="2000">
                <a:solidFill>
                  <a:schemeClr val="bg2">
                    <a:lumMod val="25000"/>
                  </a:schemeClr>
                </a:solidFill>
              </a:rPr>
              <a:t>Ổn định vị trí (settle phase)</a:t>
            </a:r>
          </a:p>
          <a:p>
            <a:pPr marL="342900" indent="-342900">
              <a:buFont typeface="Arial" panose="020B0604020202020204" pitchFamily="34" charset="0"/>
              <a:buChar char="•"/>
            </a:pPr>
            <a:r>
              <a:rPr lang="en-US" sz="2000">
                <a:solidFill>
                  <a:schemeClr val="bg2">
                    <a:lumMod val="25000"/>
                  </a:schemeClr>
                </a:solidFill>
              </a:rPr>
              <a:t>Phép quay (rotational operations) =&gt; rotational latency (spin time)</a:t>
            </a:r>
          </a:p>
        </p:txBody>
      </p:sp>
      <p:sp>
        <p:nvSpPr>
          <p:cNvPr id="7" name="AutoShape 4" descr="IOPS (Input/Output Operation Per Second)에 대하여~ :: 루키의 보석함">
            <a:extLst>
              <a:ext uri="{FF2B5EF4-FFF2-40B4-BE49-F238E27FC236}">
                <a16:creationId xmlns:a16="http://schemas.microsoft.com/office/drawing/2014/main" id="{9EF3599B-8AFD-0099-928E-CB28981DDC78}"/>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13" name="Picture 12" descr="A diagram of a data processing process&#10;&#10;AI-generated content may be incorrect.">
            <a:extLst>
              <a:ext uri="{FF2B5EF4-FFF2-40B4-BE49-F238E27FC236}">
                <a16:creationId xmlns:a16="http://schemas.microsoft.com/office/drawing/2014/main" id="{999BC19B-CC23-BBA1-D203-B82EE0AD685A}"/>
              </a:ext>
            </a:extLst>
          </p:cNvPr>
          <p:cNvPicPr>
            <a:picLocks noChangeAspect="1"/>
          </p:cNvPicPr>
          <p:nvPr/>
        </p:nvPicPr>
        <p:blipFill>
          <a:blip r:embed="rId3"/>
          <a:stretch>
            <a:fillRect/>
          </a:stretch>
        </p:blipFill>
        <p:spPr>
          <a:xfrm>
            <a:off x="8778491" y="1781082"/>
            <a:ext cx="2889271" cy="2275154"/>
          </a:xfrm>
          <a:prstGeom prst="rect">
            <a:avLst/>
          </a:prstGeom>
        </p:spPr>
      </p:pic>
      <p:sp>
        <p:nvSpPr>
          <p:cNvPr id="20" name="TextBox 19">
            <a:extLst>
              <a:ext uri="{FF2B5EF4-FFF2-40B4-BE49-F238E27FC236}">
                <a16:creationId xmlns:a16="http://schemas.microsoft.com/office/drawing/2014/main" id="{0BA7D682-4296-EAB0-5241-6528D80EC6F0}"/>
              </a:ext>
            </a:extLst>
          </p:cNvPr>
          <p:cNvSpPr txBox="1"/>
          <p:nvPr/>
        </p:nvSpPr>
        <p:spPr>
          <a:xfrm>
            <a:off x="524238" y="3938499"/>
            <a:ext cx="10470216" cy="369332"/>
          </a:xfrm>
          <a:prstGeom prst="rect">
            <a:avLst/>
          </a:prstGeom>
          <a:noFill/>
        </p:spPr>
        <p:txBody>
          <a:bodyPr wrap="square" rtlCol="0">
            <a:spAutoFit/>
          </a:bodyPr>
          <a:lstStyle/>
          <a:p>
            <a:r>
              <a:rPr lang="en-US" b="1">
                <a:solidFill>
                  <a:schemeClr val="bg2">
                    <a:lumMod val="25000"/>
                  </a:schemeClr>
                </a:solidFill>
                <a:latin typeface="+mj-lt"/>
              </a:rPr>
              <a:t>Thời gian = Thời gian dịch + thời gian quay + thời gian đọc dữ liệu</a:t>
            </a:r>
            <a:endParaRPr lang="en-US" b="1">
              <a:solidFill>
                <a:schemeClr val="bg2">
                  <a:lumMod val="25000"/>
                </a:schemeClr>
              </a:solidFill>
            </a:endParaRPr>
          </a:p>
        </p:txBody>
      </p:sp>
      <p:pic>
        <p:nvPicPr>
          <p:cNvPr id="22" name="Picture 21" descr="A drawing of a sword&#10;&#10;AI-generated content may be incorrect.">
            <a:extLst>
              <a:ext uri="{FF2B5EF4-FFF2-40B4-BE49-F238E27FC236}">
                <a16:creationId xmlns:a16="http://schemas.microsoft.com/office/drawing/2014/main" id="{30BEF402-BD2D-4B28-D2E5-C181A11820B9}"/>
              </a:ext>
            </a:extLst>
          </p:cNvPr>
          <p:cNvPicPr>
            <a:picLocks noChangeAspect="1"/>
          </p:cNvPicPr>
          <p:nvPr/>
        </p:nvPicPr>
        <p:blipFill>
          <a:blip r:embed="rId4"/>
          <a:stretch>
            <a:fillRect/>
          </a:stretch>
        </p:blipFill>
        <p:spPr>
          <a:xfrm>
            <a:off x="645566" y="4483079"/>
            <a:ext cx="7793584" cy="1622456"/>
          </a:xfrm>
          <a:prstGeom prst="rect">
            <a:avLst/>
          </a:prstGeom>
        </p:spPr>
      </p:pic>
    </p:spTree>
    <p:extLst>
      <p:ext uri="{BB962C8B-B14F-4D97-AF65-F5344CB8AC3E}">
        <p14:creationId xmlns:p14="http://schemas.microsoft.com/office/powerpoint/2010/main" val="250222220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F34511-9F71-C84D-024F-7B517E0261C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72430E6-C411-6027-B25D-374AC7B18A87}"/>
              </a:ext>
            </a:extLst>
          </p:cNvPr>
          <p:cNvSpPr>
            <a:spLocks noGrp="1"/>
          </p:cNvSpPr>
          <p:nvPr>
            <p:ph type="title"/>
          </p:nvPr>
        </p:nvSpPr>
        <p:spPr/>
        <p:txBody>
          <a:bodyPr>
            <a:noAutofit/>
          </a:bodyPr>
          <a:lstStyle/>
          <a:p>
            <a:r>
              <a:rPr lang="en-US" sz="2800"/>
              <a:t>2. </a:t>
            </a:r>
            <a:r>
              <a:rPr lang="vi-VN" sz="2800"/>
              <a:t>Truy nhập dữ liệu đa phương tiện từ đĩa từ</a:t>
            </a:r>
            <a:endParaRPr sz="2800" dirty="0"/>
          </a:p>
        </p:txBody>
      </p:sp>
      <p:sp>
        <p:nvSpPr>
          <p:cNvPr id="3" name="TextBox 2">
            <a:extLst>
              <a:ext uri="{FF2B5EF4-FFF2-40B4-BE49-F238E27FC236}">
                <a16:creationId xmlns:a16="http://schemas.microsoft.com/office/drawing/2014/main" id="{54D7EA83-72B8-9008-9BE4-2BE4EBD974E9}"/>
              </a:ext>
            </a:extLst>
          </p:cNvPr>
          <p:cNvSpPr txBox="1"/>
          <p:nvPr/>
        </p:nvSpPr>
        <p:spPr>
          <a:xfrm>
            <a:off x="524238" y="753241"/>
            <a:ext cx="10470216" cy="2400657"/>
          </a:xfrm>
          <a:prstGeom prst="rect">
            <a:avLst/>
          </a:prstGeom>
          <a:noFill/>
        </p:spPr>
        <p:txBody>
          <a:bodyPr wrap="square" rtlCol="0">
            <a:spAutoFit/>
          </a:bodyPr>
          <a:lstStyle/>
          <a:p>
            <a:r>
              <a:rPr lang="en-US" sz="2000" b="1">
                <a:latin typeface="+mj-lt"/>
              </a:rPr>
              <a:t>Truy nhập đĩa từ: </a:t>
            </a:r>
            <a:endParaRPr lang="en-US" sz="2000" b="1" dirty="0">
              <a:latin typeface="+mj-lt"/>
            </a:endParaRPr>
          </a:p>
          <a:p>
            <a:pPr marL="342900" indent="-342900">
              <a:buFont typeface="Arial" panose="020B0604020202020204" pitchFamily="34" charset="0"/>
              <a:buChar char="•"/>
            </a:pPr>
            <a:r>
              <a:rPr lang="en-US" sz="2000" b="1">
                <a:solidFill>
                  <a:schemeClr val="bg2">
                    <a:lumMod val="25000"/>
                  </a:schemeClr>
                </a:solidFill>
              </a:rPr>
              <a:t>Transfer rate </a:t>
            </a:r>
            <a:r>
              <a:rPr lang="en-US" sz="2000">
                <a:solidFill>
                  <a:schemeClr val="bg2">
                    <a:lumMod val="25000"/>
                  </a:schemeClr>
                </a:solidFill>
              </a:rPr>
              <a:t>(bandwidth) (TR):</a:t>
            </a:r>
          </a:p>
          <a:p>
            <a:pPr marL="800100" lvl="1" indent="-342900">
              <a:buFont typeface="Arial" panose="020B0604020202020204" pitchFamily="34" charset="0"/>
              <a:buChar char="•"/>
            </a:pPr>
            <a:r>
              <a:rPr lang="vi-VN">
                <a:solidFill>
                  <a:schemeClr val="bg2">
                    <a:lumMod val="25000"/>
                  </a:schemeClr>
                </a:solidFill>
              </a:rPr>
              <a:t>MB/s</a:t>
            </a:r>
            <a:endParaRPr lang="en-US">
              <a:solidFill>
                <a:schemeClr val="bg2">
                  <a:lumMod val="25000"/>
                </a:schemeClr>
              </a:solidFill>
            </a:endParaRPr>
          </a:p>
          <a:p>
            <a:pPr marL="800100" lvl="1" indent="-342900">
              <a:buFont typeface="Arial" panose="020B0604020202020204" pitchFamily="34" charset="0"/>
              <a:buChar char="•"/>
            </a:pPr>
            <a:r>
              <a:rPr lang="vi-VN">
                <a:solidFill>
                  <a:schemeClr val="bg2">
                    <a:lumMod val="25000"/>
                  </a:schemeClr>
                </a:solidFill>
              </a:rPr>
              <a:t>Tốc độ ghi và đọc thường khác nhau</a:t>
            </a:r>
            <a:endParaRPr lang="en-US">
              <a:solidFill>
                <a:schemeClr val="bg2">
                  <a:lumMod val="25000"/>
                </a:schemeClr>
              </a:solidFill>
            </a:endParaRPr>
          </a:p>
          <a:p>
            <a:pPr marL="800100" lvl="1" indent="-342900">
              <a:buFont typeface="Arial" panose="020B0604020202020204" pitchFamily="34" charset="0"/>
              <a:buChar char="•"/>
            </a:pPr>
            <a:r>
              <a:rPr lang="vi-VN">
                <a:solidFill>
                  <a:schemeClr val="bg2">
                    <a:lumMod val="25000"/>
                  </a:schemeClr>
                </a:solidFill>
              </a:rPr>
              <a:t>Thường TR được ngầm hiểu là tốc độ đọc, còn tốc độ ghi thì thường được chỉ rõ</a:t>
            </a:r>
            <a:endParaRPr lang="en-US">
              <a:solidFill>
                <a:schemeClr val="bg2">
                  <a:lumMod val="25000"/>
                </a:schemeClr>
              </a:solidFill>
            </a:endParaRPr>
          </a:p>
          <a:p>
            <a:pPr marL="342900" indent="-342900">
              <a:buFont typeface="Arial" panose="020B0604020202020204" pitchFamily="34" charset="0"/>
              <a:buChar char="•"/>
            </a:pPr>
            <a:r>
              <a:rPr lang="en-US" sz="2000" b="1">
                <a:solidFill>
                  <a:schemeClr val="bg2">
                    <a:lumMod val="25000"/>
                  </a:schemeClr>
                </a:solidFill>
              </a:rPr>
              <a:t>Vận tốc góc:</a:t>
            </a:r>
          </a:p>
          <a:p>
            <a:pPr marL="800100" lvl="1" indent="-342900">
              <a:buFont typeface="Arial" panose="020B0604020202020204" pitchFamily="34" charset="0"/>
              <a:buChar char="•"/>
            </a:pPr>
            <a:r>
              <a:rPr lang="en-US">
                <a:solidFill>
                  <a:schemeClr val="bg2">
                    <a:lumMod val="25000"/>
                  </a:schemeClr>
                </a:solidFill>
              </a:rPr>
              <a:t>Hầu hết các đĩa có vận tốc góc quay không đổi (</a:t>
            </a:r>
            <a:r>
              <a:rPr lang="en-US" b="1">
                <a:solidFill>
                  <a:schemeClr val="bg2">
                    <a:lumMod val="25000"/>
                  </a:schemeClr>
                </a:solidFill>
              </a:rPr>
              <a:t>constant angular veolocity- CAV</a:t>
            </a:r>
            <a:r>
              <a:rPr lang="en-US">
                <a:solidFill>
                  <a:schemeClr val="bg2">
                    <a:lumMod val="25000"/>
                  </a:schemeClr>
                </a:solidFill>
              </a:rPr>
              <a:t>) </a:t>
            </a:r>
          </a:p>
          <a:p>
            <a:pPr marL="800100" lvl="1" indent="-342900">
              <a:buFont typeface="Arial" panose="020B0604020202020204" pitchFamily="34" charset="0"/>
              <a:buChar char="•"/>
            </a:pPr>
            <a:r>
              <a:rPr lang="en-US" b="1">
                <a:solidFill>
                  <a:schemeClr val="bg2">
                    <a:lumMod val="25000"/>
                  </a:schemeClr>
                </a:solidFill>
              </a:rPr>
              <a:t>Thời gian </a:t>
            </a:r>
            <a:r>
              <a:rPr lang="en-US">
                <a:solidFill>
                  <a:schemeClr val="bg2">
                    <a:lumMod val="25000"/>
                  </a:schemeClr>
                </a:solidFill>
              </a:rPr>
              <a:t>chuyển từ </a:t>
            </a:r>
            <a:r>
              <a:rPr lang="en-US" b="1">
                <a:solidFill>
                  <a:schemeClr val="bg2">
                    <a:lumMod val="25000"/>
                  </a:schemeClr>
                </a:solidFill>
              </a:rPr>
              <a:t>sector x -&gt; sector y </a:t>
            </a:r>
            <a:r>
              <a:rPr lang="en-US">
                <a:solidFill>
                  <a:schemeClr val="bg2">
                    <a:lumMod val="25000"/>
                  </a:schemeClr>
                </a:solidFill>
              </a:rPr>
              <a:t>là </a:t>
            </a:r>
            <a:r>
              <a:rPr lang="en-US" b="1">
                <a:solidFill>
                  <a:schemeClr val="bg2">
                    <a:lumMod val="25000"/>
                  </a:schemeClr>
                </a:solidFill>
              </a:rPr>
              <a:t>giống nhau </a:t>
            </a:r>
            <a:r>
              <a:rPr lang="en-US">
                <a:solidFill>
                  <a:schemeClr val="bg2">
                    <a:lumMod val="25000"/>
                  </a:schemeClr>
                </a:solidFill>
              </a:rPr>
              <a:t>trên tất cả các track</a:t>
            </a:r>
            <a:endParaRPr lang="en-US" b="1">
              <a:solidFill>
                <a:schemeClr val="bg2">
                  <a:lumMod val="25000"/>
                </a:schemeClr>
              </a:solidFill>
            </a:endParaRPr>
          </a:p>
        </p:txBody>
      </p:sp>
      <p:sp>
        <p:nvSpPr>
          <p:cNvPr id="7" name="AutoShape 4" descr="IOPS (Input/Output Operation Per Second)에 대하여~ :: 루키의 보석함">
            <a:extLst>
              <a:ext uri="{FF2B5EF4-FFF2-40B4-BE49-F238E27FC236}">
                <a16:creationId xmlns:a16="http://schemas.microsoft.com/office/drawing/2014/main" id="{27C7AE4A-D992-83D9-EEDE-7DC275CFD037}"/>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aphicFrame>
        <p:nvGraphicFramePr>
          <p:cNvPr id="4" name="Table 3">
            <a:extLst>
              <a:ext uri="{FF2B5EF4-FFF2-40B4-BE49-F238E27FC236}">
                <a16:creationId xmlns:a16="http://schemas.microsoft.com/office/drawing/2014/main" id="{CFFDECA2-1895-500F-397E-6CD5C3806A47}"/>
              </a:ext>
            </a:extLst>
          </p:cNvPr>
          <p:cNvGraphicFramePr>
            <a:graphicFrameLocks noGrp="1"/>
          </p:cNvGraphicFramePr>
          <p:nvPr>
            <p:extLst>
              <p:ext uri="{D42A27DB-BD31-4B8C-83A1-F6EECF244321}">
                <p14:modId xmlns:p14="http://schemas.microsoft.com/office/powerpoint/2010/main" val="2741778530"/>
              </p:ext>
            </p:extLst>
          </p:nvPr>
        </p:nvGraphicFramePr>
        <p:xfrm>
          <a:off x="6248400" y="3276600"/>
          <a:ext cx="5182134" cy="3086501"/>
        </p:xfrm>
        <a:graphic>
          <a:graphicData uri="http://schemas.openxmlformats.org/drawingml/2006/table">
            <a:tbl>
              <a:tblPr firstRow="1" bandRow="1">
                <a:tableStyleId>{5C22544A-7EE6-4342-B048-85BDC9FD1C3A}</a:tableStyleId>
              </a:tblPr>
              <a:tblGrid>
                <a:gridCol w="1336307">
                  <a:extLst>
                    <a:ext uri="{9D8B030D-6E8A-4147-A177-3AD203B41FA5}">
                      <a16:colId xmlns:a16="http://schemas.microsoft.com/office/drawing/2014/main" val="3196453428"/>
                    </a:ext>
                  </a:extLst>
                </a:gridCol>
                <a:gridCol w="3845827">
                  <a:extLst>
                    <a:ext uri="{9D8B030D-6E8A-4147-A177-3AD203B41FA5}">
                      <a16:colId xmlns:a16="http://schemas.microsoft.com/office/drawing/2014/main" val="1593220113"/>
                    </a:ext>
                  </a:extLst>
                </a:gridCol>
              </a:tblGrid>
              <a:tr h="343301">
                <a:tc>
                  <a:txBody>
                    <a:bodyPr/>
                    <a:lstStyle/>
                    <a:p>
                      <a:pPr algn="ctr"/>
                      <a:r>
                        <a:rPr lang="en-US" sz="1400"/>
                        <a:t>Ký hiệu</a:t>
                      </a:r>
                    </a:p>
                  </a:txBody>
                  <a:tcPr/>
                </a:tc>
                <a:tc>
                  <a:txBody>
                    <a:bodyPr/>
                    <a:lstStyle/>
                    <a:p>
                      <a:pPr algn="ctr"/>
                      <a:r>
                        <a:rPr lang="en-US" sz="1400"/>
                        <a:t>Ý nghĩa</a:t>
                      </a:r>
                    </a:p>
                  </a:txBody>
                  <a:tcPr/>
                </a:tc>
                <a:extLst>
                  <a:ext uri="{0D108BD9-81ED-4DB2-BD59-A6C34878D82A}">
                    <a16:rowId xmlns:a16="http://schemas.microsoft.com/office/drawing/2014/main" val="1341598662"/>
                  </a:ext>
                </a:extLst>
              </a:tr>
              <a:tr h="370840">
                <a:tc>
                  <a:txBody>
                    <a:bodyPr/>
                    <a:lstStyle/>
                    <a:p>
                      <a:r>
                        <a:rPr lang="en-US" sz="1400">
                          <a:solidFill>
                            <a:schemeClr val="bg2">
                              <a:lumMod val="25000"/>
                            </a:schemeClr>
                          </a:solidFill>
                        </a:rPr>
                        <a:t>tj , j</a:t>
                      </a:r>
                    </a:p>
                  </a:txBody>
                  <a:tcPr/>
                </a:tc>
                <a:tc>
                  <a:txBody>
                    <a:bodyPr/>
                    <a:lstStyle/>
                    <a:p>
                      <a:r>
                        <a:rPr lang="en-US" sz="1400">
                          <a:solidFill>
                            <a:schemeClr val="bg2">
                              <a:lumMod val="25000"/>
                            </a:schemeClr>
                          </a:solidFill>
                        </a:rPr>
                        <a:t>Vị trí đầu đọc hiện tại: sector j, track tj</a:t>
                      </a:r>
                    </a:p>
                  </a:txBody>
                  <a:tcPr/>
                </a:tc>
                <a:extLst>
                  <a:ext uri="{0D108BD9-81ED-4DB2-BD59-A6C34878D82A}">
                    <a16:rowId xmlns:a16="http://schemas.microsoft.com/office/drawing/2014/main" val="3068958214"/>
                  </a:ext>
                </a:extLst>
              </a:tr>
              <a:tr h="370840">
                <a:tc>
                  <a:txBody>
                    <a:bodyPr/>
                    <a:lstStyle/>
                    <a:p>
                      <a:r>
                        <a:rPr lang="en-US" sz="1400">
                          <a:solidFill>
                            <a:schemeClr val="bg2">
                              <a:lumMod val="25000"/>
                            </a:schemeClr>
                          </a:solidFill>
                        </a:rPr>
                        <a:t>ti, i</a:t>
                      </a:r>
                    </a:p>
                  </a:txBody>
                  <a:tcPr/>
                </a:tc>
                <a:tc>
                  <a:txBody>
                    <a:bodyPr/>
                    <a:lstStyle/>
                    <a:p>
                      <a:r>
                        <a:rPr lang="vi-VN" sz="1400">
                          <a:solidFill>
                            <a:schemeClr val="bg2">
                              <a:lumMod val="25000"/>
                            </a:schemeClr>
                          </a:solidFill>
                        </a:rPr>
                        <a:t>Vị trí DL sẽ được đọc: sector i, track ti</a:t>
                      </a:r>
                      <a:endParaRPr lang="en-US" sz="1400">
                        <a:solidFill>
                          <a:schemeClr val="bg2">
                            <a:lumMod val="25000"/>
                          </a:schemeClr>
                        </a:solidFill>
                      </a:endParaRPr>
                    </a:p>
                  </a:txBody>
                  <a:tcPr/>
                </a:tc>
                <a:extLst>
                  <a:ext uri="{0D108BD9-81ED-4DB2-BD59-A6C34878D82A}">
                    <a16:rowId xmlns:a16="http://schemas.microsoft.com/office/drawing/2014/main" val="466292363"/>
                  </a:ext>
                </a:extLst>
              </a:tr>
              <a:tr h="370840">
                <a:tc>
                  <a:txBody>
                    <a:bodyPr/>
                    <a:lstStyle/>
                    <a:p>
                      <a:r>
                        <a:rPr lang="en-US" sz="1400">
                          <a:solidFill>
                            <a:schemeClr val="bg2">
                              <a:lumMod val="25000"/>
                            </a:schemeClr>
                          </a:solidFill>
                        </a:rPr>
                        <a:t>rd</a:t>
                      </a:r>
                    </a:p>
                  </a:txBody>
                  <a:tcPr/>
                </a:tc>
                <a:tc>
                  <a:txBody>
                    <a:bodyPr/>
                    <a:lstStyle/>
                    <a:p>
                      <a:r>
                        <a:rPr lang="en-US" sz="1400">
                          <a:solidFill>
                            <a:schemeClr val="bg2">
                              <a:lumMod val="25000"/>
                            </a:schemeClr>
                          </a:solidFill>
                        </a:rPr>
                        <a:t>mật độ dữ liệu (MB/sector)</a:t>
                      </a:r>
                    </a:p>
                  </a:txBody>
                  <a:tcPr/>
                </a:tc>
                <a:extLst>
                  <a:ext uri="{0D108BD9-81ED-4DB2-BD59-A6C34878D82A}">
                    <a16:rowId xmlns:a16="http://schemas.microsoft.com/office/drawing/2014/main" val="1121030426"/>
                  </a:ext>
                </a:extLst>
              </a:tr>
              <a:tr h="370840">
                <a:tc>
                  <a:txBody>
                    <a:bodyPr/>
                    <a:lstStyle/>
                    <a:p>
                      <a:r>
                        <a:rPr lang="en-US" sz="1400">
                          <a:solidFill>
                            <a:schemeClr val="bg2">
                              <a:lumMod val="25000"/>
                            </a:schemeClr>
                          </a:solidFill>
                        </a:rPr>
                        <a:t>dtr</a:t>
                      </a:r>
                    </a:p>
                  </a:txBody>
                  <a:tcPr/>
                </a:tc>
                <a:tc>
                  <a:txBody>
                    <a:bodyPr/>
                    <a:lstStyle/>
                    <a:p>
                      <a:r>
                        <a:rPr lang="en-US" sz="1400">
                          <a:solidFill>
                            <a:schemeClr val="bg2">
                              <a:lumMod val="25000"/>
                            </a:schemeClr>
                          </a:solidFill>
                        </a:rPr>
                        <a:t>tốc độ đọc DL (MB/giây) </a:t>
                      </a:r>
                    </a:p>
                  </a:txBody>
                  <a:tcPr/>
                </a:tc>
                <a:extLst>
                  <a:ext uri="{0D108BD9-81ED-4DB2-BD59-A6C34878D82A}">
                    <a16:rowId xmlns:a16="http://schemas.microsoft.com/office/drawing/2014/main" val="2048517012"/>
                  </a:ext>
                </a:extLst>
              </a:tr>
              <a:tr h="370840">
                <a:tc>
                  <a:txBody>
                    <a:bodyPr/>
                    <a:lstStyle/>
                    <a:p>
                      <a:r>
                        <a:rPr lang="en-US" sz="1400">
                          <a:solidFill>
                            <a:schemeClr val="bg2">
                              <a:lumMod val="25000"/>
                            </a:schemeClr>
                          </a:solidFill>
                        </a:rPr>
                        <a:t>rv</a:t>
                      </a:r>
                    </a:p>
                  </a:txBody>
                  <a:tcPr/>
                </a:tc>
                <a:tc>
                  <a:txBody>
                    <a:bodyPr/>
                    <a:lstStyle/>
                    <a:p>
                      <a:r>
                        <a:rPr lang="en-US" sz="1400">
                          <a:solidFill>
                            <a:schemeClr val="bg2">
                              <a:lumMod val="25000"/>
                            </a:schemeClr>
                          </a:solidFill>
                        </a:rPr>
                        <a:t>vận tốc dịch trung bình của cần di chuyển đầu đọc/ghi </a:t>
                      </a:r>
                    </a:p>
                  </a:txBody>
                  <a:tcPr/>
                </a:tc>
                <a:extLst>
                  <a:ext uri="{0D108BD9-81ED-4DB2-BD59-A6C34878D82A}">
                    <a16:rowId xmlns:a16="http://schemas.microsoft.com/office/drawing/2014/main" val="3517856467"/>
                  </a:ext>
                </a:extLst>
              </a:tr>
              <a:tr h="370840">
                <a:tc>
                  <a:txBody>
                    <a:bodyPr/>
                    <a:lstStyle/>
                    <a:p>
                      <a:r>
                        <a:rPr lang="en-US" sz="1400">
                          <a:solidFill>
                            <a:schemeClr val="bg2">
                              <a:lumMod val="25000"/>
                            </a:schemeClr>
                          </a:solidFill>
                        </a:rPr>
                        <a:t>rnum</a:t>
                      </a:r>
                    </a:p>
                  </a:txBody>
                  <a:tcPr/>
                </a:tc>
                <a:tc>
                  <a:txBody>
                    <a:bodyPr/>
                    <a:lstStyle/>
                    <a:p>
                      <a:r>
                        <a:rPr lang="en-US" sz="1400">
                          <a:solidFill>
                            <a:schemeClr val="bg2">
                              <a:lumMod val="25000"/>
                            </a:schemeClr>
                          </a:solidFill>
                        </a:rPr>
                        <a:t>số vùng trên mỗi mặt đĩa</a:t>
                      </a:r>
                    </a:p>
                  </a:txBody>
                  <a:tcPr/>
                </a:tc>
                <a:extLst>
                  <a:ext uri="{0D108BD9-81ED-4DB2-BD59-A6C34878D82A}">
                    <a16:rowId xmlns:a16="http://schemas.microsoft.com/office/drawing/2014/main" val="297095095"/>
                  </a:ext>
                </a:extLst>
              </a:tr>
              <a:tr h="370840">
                <a:tc>
                  <a:txBody>
                    <a:bodyPr/>
                    <a:lstStyle/>
                    <a:p>
                      <a:r>
                        <a:rPr lang="en-US" sz="1400">
                          <a:solidFill>
                            <a:schemeClr val="bg2">
                              <a:lumMod val="25000"/>
                            </a:schemeClr>
                          </a:solidFill>
                        </a:rPr>
                        <a:t>ss</a:t>
                      </a:r>
                    </a:p>
                  </a:txBody>
                  <a:tcPr/>
                </a:tc>
                <a:tc>
                  <a:txBody>
                    <a:bodyPr/>
                    <a:lstStyle/>
                    <a:p>
                      <a:r>
                        <a:rPr lang="en-US" sz="1400">
                          <a:solidFill>
                            <a:schemeClr val="bg2">
                              <a:lumMod val="25000"/>
                            </a:schemeClr>
                          </a:solidFill>
                        </a:rPr>
                        <a:t>tốc độ quay (độ / phút)</a:t>
                      </a:r>
                    </a:p>
                  </a:txBody>
                  <a:tcPr/>
                </a:tc>
                <a:extLst>
                  <a:ext uri="{0D108BD9-81ED-4DB2-BD59-A6C34878D82A}">
                    <a16:rowId xmlns:a16="http://schemas.microsoft.com/office/drawing/2014/main" val="3654512141"/>
                  </a:ext>
                </a:extLst>
              </a:tr>
            </a:tbl>
          </a:graphicData>
        </a:graphic>
      </p:graphicFrame>
      <p:sp>
        <p:nvSpPr>
          <p:cNvPr id="5" name="TextBox 4">
            <a:extLst>
              <a:ext uri="{FF2B5EF4-FFF2-40B4-BE49-F238E27FC236}">
                <a16:creationId xmlns:a16="http://schemas.microsoft.com/office/drawing/2014/main" id="{1B817248-2013-D7CF-84B6-9C476FABECFB}"/>
              </a:ext>
            </a:extLst>
          </p:cNvPr>
          <p:cNvSpPr txBox="1"/>
          <p:nvPr/>
        </p:nvSpPr>
        <p:spPr>
          <a:xfrm>
            <a:off x="618886" y="3276600"/>
            <a:ext cx="10470216" cy="707886"/>
          </a:xfrm>
          <a:prstGeom prst="rect">
            <a:avLst/>
          </a:prstGeom>
          <a:noFill/>
        </p:spPr>
        <p:txBody>
          <a:bodyPr wrap="square" rtlCol="0">
            <a:spAutoFit/>
          </a:bodyPr>
          <a:lstStyle/>
          <a:p>
            <a:r>
              <a:rPr lang="en-US" sz="2000" b="1">
                <a:latin typeface="+mj-lt"/>
              </a:rPr>
              <a:t>Thời gian đọc dữ liệu: </a:t>
            </a:r>
          </a:p>
          <a:p>
            <a:endParaRPr lang="en-US" sz="2000" b="1" dirty="0">
              <a:latin typeface="+mj-lt"/>
            </a:endParaRPr>
          </a:p>
        </p:txBody>
      </p:sp>
      <p:pic>
        <p:nvPicPr>
          <p:cNvPr id="8" name="Picture 7" descr="A black text on a blue background&#10;&#10;AI-generated content may be incorrect.">
            <a:extLst>
              <a:ext uri="{FF2B5EF4-FFF2-40B4-BE49-F238E27FC236}">
                <a16:creationId xmlns:a16="http://schemas.microsoft.com/office/drawing/2014/main" id="{AEBECDF4-A6F6-FB9D-E76A-92C64972AD90}"/>
              </a:ext>
            </a:extLst>
          </p:cNvPr>
          <p:cNvPicPr>
            <a:picLocks noChangeAspect="1"/>
          </p:cNvPicPr>
          <p:nvPr/>
        </p:nvPicPr>
        <p:blipFill>
          <a:blip r:embed="rId3"/>
          <a:stretch>
            <a:fillRect/>
          </a:stretch>
        </p:blipFill>
        <p:spPr>
          <a:xfrm>
            <a:off x="761466" y="3774541"/>
            <a:ext cx="4455427" cy="604630"/>
          </a:xfrm>
          <a:prstGeom prst="rect">
            <a:avLst/>
          </a:prstGeom>
        </p:spPr>
      </p:pic>
      <p:pic>
        <p:nvPicPr>
          <p:cNvPr id="10" name="Picture 9" descr="A math equations on a white background&#10;&#10;AI-generated content may be incorrect.">
            <a:extLst>
              <a:ext uri="{FF2B5EF4-FFF2-40B4-BE49-F238E27FC236}">
                <a16:creationId xmlns:a16="http://schemas.microsoft.com/office/drawing/2014/main" id="{130B056E-BC28-1C66-6066-235DC4B6BBCB}"/>
              </a:ext>
            </a:extLst>
          </p:cNvPr>
          <p:cNvPicPr>
            <a:picLocks noChangeAspect="1"/>
          </p:cNvPicPr>
          <p:nvPr/>
        </p:nvPicPr>
        <p:blipFill>
          <a:blip r:embed="rId4"/>
          <a:stretch>
            <a:fillRect/>
          </a:stretch>
        </p:blipFill>
        <p:spPr>
          <a:xfrm>
            <a:off x="761466" y="4482427"/>
            <a:ext cx="4455427" cy="1414421"/>
          </a:xfrm>
          <a:prstGeom prst="rect">
            <a:avLst/>
          </a:prstGeom>
        </p:spPr>
      </p:pic>
    </p:spTree>
    <p:extLst>
      <p:ext uri="{BB962C8B-B14F-4D97-AF65-F5344CB8AC3E}">
        <p14:creationId xmlns:p14="http://schemas.microsoft.com/office/powerpoint/2010/main" val="356367143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BA625F-4680-EE71-F534-3517D8612A3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D50A9AE-F38F-A827-A148-201E9EFBD4BE}"/>
              </a:ext>
            </a:extLst>
          </p:cNvPr>
          <p:cNvSpPr>
            <a:spLocks noGrp="1"/>
          </p:cNvSpPr>
          <p:nvPr>
            <p:ph type="title"/>
          </p:nvPr>
        </p:nvSpPr>
        <p:spPr/>
        <p:txBody>
          <a:bodyPr>
            <a:noAutofit/>
          </a:bodyPr>
          <a:lstStyle/>
          <a:p>
            <a:r>
              <a:rPr lang="en-US" sz="2800"/>
              <a:t>2. </a:t>
            </a:r>
            <a:r>
              <a:rPr lang="vi-VN" sz="2800"/>
              <a:t>Truy nhập dữ liệu đa phương tiện từ đĩa từ</a:t>
            </a:r>
            <a:endParaRPr sz="2800" dirty="0"/>
          </a:p>
        </p:txBody>
      </p:sp>
      <p:sp>
        <p:nvSpPr>
          <p:cNvPr id="3" name="TextBox 2">
            <a:extLst>
              <a:ext uri="{FF2B5EF4-FFF2-40B4-BE49-F238E27FC236}">
                <a16:creationId xmlns:a16="http://schemas.microsoft.com/office/drawing/2014/main" id="{7BFE527B-478B-5E3A-9EAA-90B7FB81077C}"/>
              </a:ext>
            </a:extLst>
          </p:cNvPr>
          <p:cNvSpPr txBox="1"/>
          <p:nvPr/>
        </p:nvSpPr>
        <p:spPr>
          <a:xfrm>
            <a:off x="524238" y="949777"/>
            <a:ext cx="10470216" cy="4653646"/>
          </a:xfrm>
          <a:prstGeom prst="rect">
            <a:avLst/>
          </a:prstGeom>
          <a:noFill/>
        </p:spPr>
        <p:txBody>
          <a:bodyPr wrap="square" rtlCol="0">
            <a:spAutoFit/>
          </a:bodyPr>
          <a:lstStyle/>
          <a:p>
            <a:pPr>
              <a:lnSpc>
                <a:spcPct val="150000"/>
              </a:lnSpc>
            </a:pPr>
            <a:r>
              <a:rPr lang="en-US" sz="2000" b="1">
                <a:latin typeface="+mj-lt"/>
              </a:rPr>
              <a:t>Phương pháp lưu trữ phổ biến: </a:t>
            </a:r>
          </a:p>
          <a:p>
            <a:pPr marL="342900" indent="-342900">
              <a:lnSpc>
                <a:spcPct val="150000"/>
              </a:lnSpc>
              <a:buFont typeface="Arial" panose="020B0604020202020204" pitchFamily="34" charset="0"/>
              <a:buChar char="•"/>
            </a:pPr>
            <a:r>
              <a:rPr lang="vi-VN" sz="2000" b="1">
                <a:solidFill>
                  <a:schemeClr val="bg2">
                    <a:lumMod val="25000"/>
                  </a:schemeClr>
                </a:solidFill>
              </a:rPr>
              <a:t>RAID: </a:t>
            </a:r>
            <a:r>
              <a:rPr lang="vi-VN" sz="2000">
                <a:solidFill>
                  <a:schemeClr val="bg2">
                    <a:lumMod val="25000"/>
                  </a:schemeClr>
                </a:solidFill>
              </a:rPr>
              <a:t>RedundantArray of Inexpensive Disks</a:t>
            </a:r>
            <a:endParaRPr lang="en-US" sz="2000">
              <a:solidFill>
                <a:schemeClr val="bg2">
                  <a:lumMod val="25000"/>
                </a:schemeClr>
              </a:solidFill>
            </a:endParaRPr>
          </a:p>
          <a:p>
            <a:pPr marL="800100" lvl="1" indent="-342900">
              <a:lnSpc>
                <a:spcPct val="150000"/>
              </a:lnSpc>
              <a:buFont typeface="Arial" panose="020B0604020202020204" pitchFamily="34" charset="0"/>
              <a:buChar char="•"/>
            </a:pPr>
            <a:r>
              <a:rPr lang="vi-VN" sz="2000">
                <a:solidFill>
                  <a:schemeClr val="bg2">
                    <a:lumMod val="25000"/>
                  </a:schemeClr>
                </a:solidFill>
              </a:rPr>
              <a:t>RAID-0</a:t>
            </a:r>
            <a:endParaRPr lang="en-US" sz="2000">
              <a:solidFill>
                <a:schemeClr val="bg2">
                  <a:lumMod val="25000"/>
                </a:schemeClr>
              </a:solidFill>
            </a:endParaRPr>
          </a:p>
          <a:p>
            <a:pPr marL="800100" lvl="1" indent="-342900">
              <a:lnSpc>
                <a:spcPct val="150000"/>
              </a:lnSpc>
              <a:buFont typeface="Arial" panose="020B0604020202020204" pitchFamily="34" charset="0"/>
              <a:buChar char="•"/>
            </a:pPr>
            <a:r>
              <a:rPr lang="vi-VN" sz="2000">
                <a:solidFill>
                  <a:schemeClr val="bg2">
                    <a:lumMod val="25000"/>
                  </a:schemeClr>
                </a:solidFill>
              </a:rPr>
              <a:t>RAID-1 </a:t>
            </a:r>
            <a:endParaRPr lang="en-US" sz="2000">
              <a:solidFill>
                <a:schemeClr val="bg2">
                  <a:lumMod val="25000"/>
                </a:schemeClr>
              </a:solidFill>
            </a:endParaRPr>
          </a:p>
          <a:p>
            <a:pPr marL="800100" lvl="1" indent="-342900">
              <a:lnSpc>
                <a:spcPct val="150000"/>
              </a:lnSpc>
              <a:buFont typeface="Arial" panose="020B0604020202020204" pitchFamily="34" charset="0"/>
              <a:buChar char="•"/>
            </a:pPr>
            <a:r>
              <a:rPr lang="vi-VN" sz="2000">
                <a:solidFill>
                  <a:schemeClr val="bg2">
                    <a:lumMod val="25000"/>
                  </a:schemeClr>
                </a:solidFill>
              </a:rPr>
              <a:t>RAID-5 </a:t>
            </a:r>
            <a:endParaRPr lang="en-US" sz="2000">
              <a:solidFill>
                <a:schemeClr val="bg2">
                  <a:lumMod val="25000"/>
                </a:schemeClr>
              </a:solidFill>
            </a:endParaRPr>
          </a:p>
          <a:p>
            <a:pPr marL="800100" lvl="1" indent="-342900">
              <a:lnSpc>
                <a:spcPct val="150000"/>
              </a:lnSpc>
              <a:buFont typeface="Arial" panose="020B0604020202020204" pitchFamily="34" charset="0"/>
              <a:buChar char="•"/>
            </a:pPr>
            <a:r>
              <a:rPr lang="vi-VN" sz="2000">
                <a:solidFill>
                  <a:schemeClr val="bg2">
                    <a:lumMod val="25000"/>
                  </a:schemeClr>
                </a:solidFill>
              </a:rPr>
              <a:t>RAID-2, RAID-3, RAID-4, RAID0+1, RAID1+0, …</a:t>
            </a:r>
          </a:p>
          <a:p>
            <a:pPr marL="342900" indent="-342900">
              <a:lnSpc>
                <a:spcPct val="150000"/>
              </a:lnSpc>
              <a:buFont typeface="Arial" panose="020B0604020202020204" pitchFamily="34" charset="0"/>
              <a:buChar char="•"/>
            </a:pPr>
            <a:r>
              <a:rPr lang="vi-VN" sz="2000" b="1">
                <a:solidFill>
                  <a:schemeClr val="bg2">
                    <a:lumMod val="25000"/>
                  </a:schemeClr>
                </a:solidFill>
              </a:rPr>
              <a:t>Nguyên tắc: </a:t>
            </a:r>
            <a:r>
              <a:rPr lang="vi-VN" sz="2000">
                <a:solidFill>
                  <a:schemeClr val="bg2">
                    <a:lumMod val="25000"/>
                  </a:schemeClr>
                </a:solidFill>
              </a:rPr>
              <a:t>ghép nhiều ổ đĩa cứng vật lý thành một</a:t>
            </a:r>
            <a:r>
              <a:rPr lang="en-US" sz="2000">
                <a:solidFill>
                  <a:schemeClr val="bg2">
                    <a:lumMod val="25000"/>
                  </a:schemeClr>
                </a:solidFill>
              </a:rPr>
              <a:t> </a:t>
            </a:r>
            <a:r>
              <a:rPr lang="vi-VN" sz="2000">
                <a:solidFill>
                  <a:schemeClr val="bg2">
                    <a:lumMod val="25000"/>
                  </a:schemeClr>
                </a:solidFill>
              </a:rPr>
              <a:t>hệ thống ổ đĩa cứng</a:t>
            </a:r>
            <a:endParaRPr lang="en-US" sz="2000">
              <a:solidFill>
                <a:schemeClr val="bg2">
                  <a:lumMod val="25000"/>
                </a:schemeClr>
              </a:solidFill>
            </a:endParaRPr>
          </a:p>
          <a:p>
            <a:pPr marL="800100" lvl="1" indent="-342900">
              <a:lnSpc>
                <a:spcPct val="150000"/>
              </a:lnSpc>
              <a:buFont typeface="Arial" panose="020B0604020202020204" pitchFamily="34" charset="0"/>
              <a:buChar char="•"/>
            </a:pPr>
            <a:r>
              <a:rPr lang="en-US" sz="2000">
                <a:solidFill>
                  <a:schemeClr val="bg2">
                    <a:lumMod val="25000"/>
                  </a:schemeClr>
                </a:solidFill>
              </a:rPr>
              <a:t>G</a:t>
            </a:r>
            <a:r>
              <a:rPr lang="vi-VN" sz="2000">
                <a:solidFill>
                  <a:schemeClr val="bg2">
                    <a:lumMod val="25000"/>
                  </a:schemeClr>
                </a:solidFill>
              </a:rPr>
              <a:t>ia tăng tốc độ đọc/ghi dữ liệu</a:t>
            </a:r>
            <a:endParaRPr lang="en-US" sz="2000">
              <a:solidFill>
                <a:schemeClr val="bg2">
                  <a:lumMod val="25000"/>
                </a:schemeClr>
              </a:solidFill>
            </a:endParaRPr>
          </a:p>
          <a:p>
            <a:pPr marL="800100" lvl="1" indent="-342900">
              <a:lnSpc>
                <a:spcPct val="150000"/>
              </a:lnSpc>
              <a:buFont typeface="Arial" panose="020B0604020202020204" pitchFamily="34" charset="0"/>
              <a:buChar char="•"/>
            </a:pPr>
            <a:r>
              <a:rPr lang="en-US" sz="2000">
                <a:solidFill>
                  <a:schemeClr val="bg2">
                    <a:lumMod val="25000"/>
                  </a:schemeClr>
                </a:solidFill>
              </a:rPr>
              <a:t>H</a:t>
            </a:r>
            <a:r>
              <a:rPr lang="vi-VN" sz="2000">
                <a:solidFill>
                  <a:schemeClr val="bg2">
                    <a:lumMod val="25000"/>
                  </a:schemeClr>
                </a:solidFill>
              </a:rPr>
              <a:t>oặc/và nhằm tăng thêm sự an toàn của dữ liệu</a:t>
            </a:r>
          </a:p>
          <a:p>
            <a:pPr marL="342900" indent="-342900">
              <a:lnSpc>
                <a:spcPct val="150000"/>
              </a:lnSpc>
              <a:buFont typeface="Arial" panose="020B0604020202020204" pitchFamily="34" charset="0"/>
              <a:buChar char="•"/>
            </a:pPr>
            <a:r>
              <a:rPr lang="vi-VN" sz="2000" b="1">
                <a:solidFill>
                  <a:schemeClr val="bg2">
                    <a:lumMod val="25000"/>
                  </a:schemeClr>
                </a:solidFill>
              </a:rPr>
              <a:t>Khái niệm</a:t>
            </a:r>
            <a:r>
              <a:rPr lang="vi-VN" sz="2000">
                <a:solidFill>
                  <a:schemeClr val="bg2">
                    <a:lumMod val="25000"/>
                  </a:schemeClr>
                </a:solidFill>
              </a:rPr>
              <a:t>:</a:t>
            </a:r>
            <a:r>
              <a:rPr lang="en-US" sz="2000">
                <a:solidFill>
                  <a:schemeClr val="bg2">
                    <a:lumMod val="25000"/>
                  </a:schemeClr>
                </a:solidFill>
              </a:rPr>
              <a:t> </a:t>
            </a:r>
            <a:r>
              <a:rPr lang="vi-VN" sz="2000">
                <a:solidFill>
                  <a:schemeClr val="bg2">
                    <a:lumMod val="25000"/>
                  </a:schemeClr>
                </a:solidFill>
              </a:rPr>
              <a:t>block</a:t>
            </a:r>
            <a:r>
              <a:rPr lang="en-US" sz="2000">
                <a:solidFill>
                  <a:schemeClr val="bg2">
                    <a:lumMod val="25000"/>
                  </a:schemeClr>
                </a:solidFill>
              </a:rPr>
              <a:t> là</a:t>
            </a:r>
            <a:r>
              <a:rPr lang="vi-VN" sz="2000">
                <a:solidFill>
                  <a:schemeClr val="bg2">
                    <a:lumMod val="25000"/>
                  </a:schemeClr>
                </a:solidFill>
              </a:rPr>
              <a:t> khối </a:t>
            </a:r>
            <a:r>
              <a:rPr lang="en-US" sz="2000">
                <a:solidFill>
                  <a:schemeClr val="bg2">
                    <a:lumMod val="25000"/>
                  </a:schemeClr>
                </a:solidFill>
              </a:rPr>
              <a:t>dữ liệu</a:t>
            </a:r>
            <a:r>
              <a:rPr lang="vi-VN" sz="2000">
                <a:solidFill>
                  <a:schemeClr val="bg2">
                    <a:lumMod val="25000"/>
                  </a:schemeClr>
                </a:solidFill>
              </a:rPr>
              <a:t> nhỏ nhất được quan tâm khi đọc, ghi</a:t>
            </a:r>
            <a:endParaRPr lang="en-US">
              <a:solidFill>
                <a:schemeClr val="bg2">
                  <a:lumMod val="25000"/>
                </a:schemeClr>
              </a:solidFill>
            </a:endParaRPr>
          </a:p>
        </p:txBody>
      </p:sp>
      <p:sp>
        <p:nvSpPr>
          <p:cNvPr id="7" name="AutoShape 4" descr="IOPS (Input/Output Operation Per Second)에 대하여~ :: 루키의 보석함">
            <a:extLst>
              <a:ext uri="{FF2B5EF4-FFF2-40B4-BE49-F238E27FC236}">
                <a16:creationId xmlns:a16="http://schemas.microsoft.com/office/drawing/2014/main" id="{45BF2221-720C-A0F3-E29A-FAF3EB644B17}"/>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372294591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CD9487-A1EB-F9B8-F34F-6BE37EB9092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F98397A-DDDC-B4F3-2A76-457DC5A29221}"/>
              </a:ext>
            </a:extLst>
          </p:cNvPr>
          <p:cNvSpPr>
            <a:spLocks noGrp="1"/>
          </p:cNvSpPr>
          <p:nvPr>
            <p:ph type="title"/>
          </p:nvPr>
        </p:nvSpPr>
        <p:spPr/>
        <p:txBody>
          <a:bodyPr>
            <a:noAutofit/>
          </a:bodyPr>
          <a:lstStyle/>
          <a:p>
            <a:r>
              <a:rPr lang="en-US" sz="2800"/>
              <a:t>2. </a:t>
            </a:r>
            <a:r>
              <a:rPr lang="vi-VN" sz="2800"/>
              <a:t>Truy nhập dữ liệu đa phương tiện từ đĩa từ</a:t>
            </a:r>
            <a:endParaRPr sz="2800" dirty="0"/>
          </a:p>
        </p:txBody>
      </p:sp>
      <p:sp>
        <p:nvSpPr>
          <p:cNvPr id="3" name="TextBox 2">
            <a:extLst>
              <a:ext uri="{FF2B5EF4-FFF2-40B4-BE49-F238E27FC236}">
                <a16:creationId xmlns:a16="http://schemas.microsoft.com/office/drawing/2014/main" id="{B3C5BCD3-0C32-7CF9-E2DF-16AD6CDA27C5}"/>
              </a:ext>
            </a:extLst>
          </p:cNvPr>
          <p:cNvSpPr txBox="1"/>
          <p:nvPr/>
        </p:nvSpPr>
        <p:spPr>
          <a:xfrm>
            <a:off x="524238" y="753241"/>
            <a:ext cx="6762316" cy="2646878"/>
          </a:xfrm>
          <a:prstGeom prst="rect">
            <a:avLst/>
          </a:prstGeom>
          <a:noFill/>
        </p:spPr>
        <p:txBody>
          <a:bodyPr wrap="square" rtlCol="0">
            <a:spAutoFit/>
          </a:bodyPr>
          <a:lstStyle/>
          <a:p>
            <a:r>
              <a:rPr lang="en-US" sz="2000" b="1">
                <a:latin typeface="+mj-lt"/>
              </a:rPr>
              <a:t>RAID-0: </a:t>
            </a:r>
            <a:endParaRPr lang="en-US" sz="2000" b="1" dirty="0">
              <a:latin typeface="+mj-lt"/>
            </a:endParaRPr>
          </a:p>
          <a:p>
            <a:pPr marL="342900" indent="-342900">
              <a:buFont typeface="Arial" panose="020B0604020202020204" pitchFamily="34" charset="0"/>
              <a:buChar char="•"/>
            </a:pPr>
            <a:r>
              <a:rPr lang="pt-BR" sz="2000">
                <a:solidFill>
                  <a:schemeClr val="bg2">
                    <a:lumMod val="25000"/>
                  </a:schemeClr>
                </a:solidFill>
              </a:rPr>
              <a:t>1 đĩa điều khiển + n đĩa dữ liệu (0, 1,…, n-1), n &gt;= 2</a:t>
            </a:r>
          </a:p>
          <a:p>
            <a:pPr marL="342900" indent="-342900">
              <a:buFont typeface="Arial" panose="020B0604020202020204" pitchFamily="34" charset="0"/>
              <a:buChar char="•"/>
            </a:pPr>
            <a:r>
              <a:rPr lang="en-US">
                <a:solidFill>
                  <a:schemeClr val="bg2">
                    <a:lumMod val="25000"/>
                  </a:schemeClr>
                </a:solidFill>
              </a:rPr>
              <a:t>Sử dụng kỹ thuật phân chia (striping): chia dữ liệu thành các phần bằng nhau đặt trên nhiều đĩa và không có sự lặp lại DL</a:t>
            </a:r>
          </a:p>
          <a:p>
            <a:pPr marL="342900" indent="-342900">
              <a:buFont typeface="Arial" panose="020B0604020202020204" pitchFamily="34" charset="0"/>
              <a:buChar char="•"/>
            </a:pPr>
            <a:r>
              <a:rPr lang="en-US">
                <a:solidFill>
                  <a:schemeClr val="bg2">
                    <a:lumMod val="25000"/>
                  </a:schemeClr>
                </a:solidFill>
              </a:rPr>
              <a:t>k-stripe: (k&lt;n)</a:t>
            </a:r>
          </a:p>
          <a:p>
            <a:pPr marL="800100" lvl="1" indent="-342900">
              <a:buFont typeface="Arial" panose="020B0604020202020204" pitchFamily="34" charset="0"/>
              <a:buChar char="•"/>
            </a:pPr>
            <a:r>
              <a:rPr lang="en-US">
                <a:solidFill>
                  <a:schemeClr val="bg2">
                    <a:lumMod val="25000"/>
                  </a:schemeClr>
                </a:solidFill>
              </a:rPr>
              <a:t>M</a:t>
            </a:r>
            <a:r>
              <a:rPr lang="vi-VN">
                <a:solidFill>
                  <a:schemeClr val="bg2">
                    <a:lumMod val="25000"/>
                  </a:schemeClr>
                </a:solidFill>
              </a:rPr>
              <a:t>ỗi DLđược phân chia trên nhóm gồm k đĩa (1 cluster)  </a:t>
            </a:r>
            <a:endParaRPr lang="en-US">
              <a:solidFill>
                <a:schemeClr val="bg2">
                  <a:lumMod val="25000"/>
                </a:schemeClr>
              </a:solidFill>
            </a:endParaRPr>
          </a:p>
          <a:p>
            <a:pPr marL="800100" lvl="1" indent="-342900">
              <a:buFont typeface="Arial" panose="020B0604020202020204" pitchFamily="34" charset="0"/>
              <a:buChar char="•"/>
            </a:pPr>
            <a:r>
              <a:rPr lang="en-US">
                <a:solidFill>
                  <a:schemeClr val="bg2">
                    <a:lumMod val="25000"/>
                  </a:schemeClr>
                </a:solidFill>
              </a:rPr>
              <a:t>M</a:t>
            </a:r>
            <a:r>
              <a:rPr lang="vi-VN">
                <a:solidFill>
                  <a:schemeClr val="bg2">
                    <a:lumMod val="25000"/>
                  </a:schemeClr>
                </a:solidFill>
              </a:rPr>
              <a:t>ỗi nhóm có thể được bắt đầu từ bất kỳ đĩa nào</a:t>
            </a:r>
            <a:endParaRPr lang="en-US">
              <a:solidFill>
                <a:schemeClr val="bg2">
                  <a:lumMod val="25000"/>
                </a:schemeClr>
              </a:solidFill>
            </a:endParaRPr>
          </a:p>
          <a:p>
            <a:pPr marL="342900" indent="-342900">
              <a:buFont typeface="Arial" panose="020B0604020202020204" pitchFamily="34" charset="0"/>
              <a:buChar char="•"/>
            </a:pPr>
            <a:r>
              <a:rPr lang="en-US">
                <a:solidFill>
                  <a:schemeClr val="bg2">
                    <a:lumMod val="25000"/>
                  </a:schemeClr>
                </a:solidFill>
              </a:rPr>
              <a:t>Movie 1: blocks: b0, b1, b2, b3, b4 với k = 3 bắt đầu từ đĩa 0</a:t>
            </a:r>
          </a:p>
          <a:p>
            <a:pPr marL="342900" indent="-342900">
              <a:buFont typeface="Arial" panose="020B0604020202020204" pitchFamily="34" charset="0"/>
              <a:buChar char="•"/>
            </a:pPr>
            <a:r>
              <a:rPr lang="en-US">
                <a:solidFill>
                  <a:schemeClr val="bg2">
                    <a:lumMod val="25000"/>
                  </a:schemeClr>
                </a:solidFill>
              </a:rPr>
              <a:t>Movie 2: blocks: c0, c1, c2, c3, c4, c5 với k = 4 bắt đầu từ đĩa 1</a:t>
            </a:r>
          </a:p>
        </p:txBody>
      </p:sp>
      <p:sp>
        <p:nvSpPr>
          <p:cNvPr id="7" name="AutoShape 4" descr="IOPS (Input/Output Operation Per Second)에 대하여~ :: 루키의 보석함">
            <a:extLst>
              <a:ext uri="{FF2B5EF4-FFF2-40B4-BE49-F238E27FC236}">
                <a16:creationId xmlns:a16="http://schemas.microsoft.com/office/drawing/2014/main" id="{99581F4F-E284-9EE7-F5BF-F41D53B5CF5D}"/>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5" name="Picture 4" descr="A diagram of a server&#10;&#10;AI-generated content may be incorrect.">
            <a:extLst>
              <a:ext uri="{FF2B5EF4-FFF2-40B4-BE49-F238E27FC236}">
                <a16:creationId xmlns:a16="http://schemas.microsoft.com/office/drawing/2014/main" id="{262236A1-EC54-B141-7F4E-A61DFCE8E547}"/>
              </a:ext>
            </a:extLst>
          </p:cNvPr>
          <p:cNvPicPr>
            <a:picLocks noChangeAspect="1"/>
          </p:cNvPicPr>
          <p:nvPr/>
        </p:nvPicPr>
        <p:blipFill>
          <a:blip r:embed="rId3"/>
          <a:srcRect t="1569"/>
          <a:stretch>
            <a:fillRect/>
          </a:stretch>
        </p:blipFill>
        <p:spPr>
          <a:xfrm>
            <a:off x="7061965" y="1202399"/>
            <a:ext cx="4757820" cy="2074201"/>
          </a:xfrm>
          <a:prstGeom prst="rect">
            <a:avLst/>
          </a:prstGeom>
        </p:spPr>
      </p:pic>
      <p:sp>
        <p:nvSpPr>
          <p:cNvPr id="6" name="TextBox 5">
            <a:extLst>
              <a:ext uri="{FF2B5EF4-FFF2-40B4-BE49-F238E27FC236}">
                <a16:creationId xmlns:a16="http://schemas.microsoft.com/office/drawing/2014/main" id="{C5B35DBF-4B2C-54EB-543C-E0ED670FF8AD}"/>
              </a:ext>
            </a:extLst>
          </p:cNvPr>
          <p:cNvSpPr txBox="1"/>
          <p:nvPr/>
        </p:nvSpPr>
        <p:spPr>
          <a:xfrm>
            <a:off x="524238" y="3490759"/>
            <a:ext cx="5506218" cy="1231106"/>
          </a:xfrm>
          <a:prstGeom prst="rect">
            <a:avLst/>
          </a:prstGeom>
          <a:noFill/>
        </p:spPr>
        <p:txBody>
          <a:bodyPr wrap="square" rtlCol="0">
            <a:spAutoFit/>
          </a:bodyPr>
          <a:lstStyle/>
          <a:p>
            <a:r>
              <a:rPr lang="en-US" sz="2000" b="1">
                <a:latin typeface="+mj-lt"/>
              </a:rPr>
              <a:t>Tổng quát:</a:t>
            </a:r>
          </a:p>
          <a:p>
            <a:r>
              <a:rPr lang="en-US">
                <a:solidFill>
                  <a:schemeClr val="bg2">
                    <a:lumMod val="25000"/>
                  </a:schemeClr>
                </a:solidFill>
              </a:rPr>
              <a:t>C</a:t>
            </a:r>
            <a:r>
              <a:rPr lang="vi-VN">
                <a:solidFill>
                  <a:schemeClr val="bg2">
                    <a:lumMod val="25000"/>
                  </a:schemeClr>
                </a:solidFill>
              </a:rPr>
              <a:t>ác block liên tiếp </a:t>
            </a:r>
            <a:r>
              <a:rPr lang="vi-VN"/>
              <a:t>b0, b1, b2, ..., br-1 </a:t>
            </a:r>
            <a:r>
              <a:rPr lang="vi-VN">
                <a:solidFill>
                  <a:schemeClr val="bg2">
                    <a:lumMod val="25000"/>
                  </a:schemeClr>
                </a:solidFill>
              </a:rPr>
              <a:t>lưu trữ trong RAID 0 với nhóm </a:t>
            </a:r>
            <a:r>
              <a:rPr lang="vi-VN"/>
              <a:t>k đĩa bắt đầu ở đĩa j</a:t>
            </a:r>
            <a:endParaRPr lang="en-US"/>
          </a:p>
          <a:p>
            <a:r>
              <a:rPr lang="en-US">
                <a:solidFill>
                  <a:schemeClr val="bg2">
                    <a:lumMod val="25000"/>
                  </a:schemeClr>
                </a:solidFill>
              </a:rPr>
              <a:t>=&gt; </a:t>
            </a:r>
            <a:r>
              <a:rPr lang="vi-VN">
                <a:solidFill>
                  <a:schemeClr val="bg2">
                    <a:lumMod val="25000"/>
                  </a:schemeClr>
                </a:solidFill>
              </a:rPr>
              <a:t>block </a:t>
            </a:r>
            <a:r>
              <a:rPr lang="vi-VN"/>
              <a:t>bi</a:t>
            </a:r>
            <a:r>
              <a:rPr lang="vi-VN">
                <a:solidFill>
                  <a:schemeClr val="bg2">
                    <a:lumMod val="25000"/>
                  </a:schemeClr>
                </a:solidFill>
              </a:rPr>
              <a:t> sẽ được lưu vào đĩa </a:t>
            </a:r>
            <a:r>
              <a:rPr lang="vi-VN"/>
              <a:t>(i+j) mod k </a:t>
            </a:r>
            <a:endParaRPr lang="en-US"/>
          </a:p>
        </p:txBody>
      </p:sp>
      <p:sp>
        <p:nvSpPr>
          <p:cNvPr id="8" name="TextBox 7">
            <a:extLst>
              <a:ext uri="{FF2B5EF4-FFF2-40B4-BE49-F238E27FC236}">
                <a16:creationId xmlns:a16="http://schemas.microsoft.com/office/drawing/2014/main" id="{925A39E7-6823-73A6-F710-0D086C1B528D}"/>
              </a:ext>
            </a:extLst>
          </p:cNvPr>
          <p:cNvSpPr txBox="1"/>
          <p:nvPr/>
        </p:nvSpPr>
        <p:spPr>
          <a:xfrm>
            <a:off x="589782" y="4916785"/>
            <a:ext cx="5108374" cy="1354217"/>
          </a:xfrm>
          <a:prstGeom prst="rect">
            <a:avLst/>
          </a:prstGeom>
          <a:noFill/>
        </p:spPr>
        <p:txBody>
          <a:bodyPr wrap="square" rtlCol="0">
            <a:spAutoFit/>
          </a:bodyPr>
          <a:lstStyle/>
          <a:p>
            <a:r>
              <a:rPr lang="en-US" b="1">
                <a:latin typeface="+mj-lt"/>
              </a:rPr>
              <a:t>Ưu điểm:</a:t>
            </a:r>
          </a:p>
          <a:p>
            <a:r>
              <a:rPr lang="vi-VN" sz="1600">
                <a:solidFill>
                  <a:schemeClr val="bg2">
                    <a:lumMod val="25000"/>
                  </a:schemeClr>
                </a:solidFill>
              </a:rPr>
              <a:t>Tốc độ đọc dữ liệu ra tăng lên do có thể đọc đồng thời từ k đĩa, tuy nhiên có giới hạn, phụ thuộc vào: </a:t>
            </a:r>
            <a:endParaRPr lang="en-US" sz="1600">
              <a:solidFill>
                <a:schemeClr val="bg2">
                  <a:lumMod val="25000"/>
                </a:schemeClr>
              </a:solidFill>
            </a:endParaRPr>
          </a:p>
          <a:p>
            <a:pPr marL="285750" indent="-285750">
              <a:buFont typeface="Arial" panose="020B0604020202020204" pitchFamily="34" charset="0"/>
              <a:buChar char="•"/>
            </a:pPr>
            <a:r>
              <a:rPr lang="vi-VN" sz="1600">
                <a:solidFill>
                  <a:schemeClr val="bg2">
                    <a:lumMod val="25000"/>
                  </a:schemeClr>
                </a:solidFill>
              </a:rPr>
              <a:t>Kích thước bộ đệm</a:t>
            </a:r>
            <a:endParaRPr lang="en-US" sz="1600">
              <a:solidFill>
                <a:schemeClr val="bg2">
                  <a:lumMod val="25000"/>
                </a:schemeClr>
              </a:solidFill>
            </a:endParaRPr>
          </a:p>
          <a:p>
            <a:pPr marL="285750" indent="-285750">
              <a:buFont typeface="Arial" panose="020B0604020202020204" pitchFamily="34" charset="0"/>
              <a:buChar char="•"/>
            </a:pPr>
            <a:r>
              <a:rPr lang="vi-VN" sz="1600">
                <a:solidFill>
                  <a:schemeClr val="bg2">
                    <a:lumMod val="25000"/>
                  </a:schemeClr>
                </a:solidFill>
              </a:rPr>
              <a:t>Độ</a:t>
            </a:r>
            <a:r>
              <a:rPr lang="en-US" sz="1600">
                <a:solidFill>
                  <a:schemeClr val="bg2">
                    <a:lumMod val="25000"/>
                  </a:schemeClr>
                </a:solidFill>
              </a:rPr>
              <a:t> </a:t>
            </a:r>
            <a:r>
              <a:rPr lang="vi-VN" sz="1600">
                <a:solidFill>
                  <a:schemeClr val="bg2">
                    <a:lumMod val="25000"/>
                  </a:schemeClr>
                </a:solidFill>
              </a:rPr>
              <a:t>rộng băng thông của đường bus cho thiết bị ra</a:t>
            </a:r>
            <a:endParaRPr lang="en-US" sz="1600">
              <a:solidFill>
                <a:schemeClr val="bg2">
                  <a:lumMod val="25000"/>
                </a:schemeClr>
              </a:solidFill>
            </a:endParaRPr>
          </a:p>
        </p:txBody>
      </p:sp>
      <p:sp>
        <p:nvSpPr>
          <p:cNvPr id="9" name="TextBox 8">
            <a:extLst>
              <a:ext uri="{FF2B5EF4-FFF2-40B4-BE49-F238E27FC236}">
                <a16:creationId xmlns:a16="http://schemas.microsoft.com/office/drawing/2014/main" id="{1FDB7DAC-24AF-E012-3466-DC631DAD2438}"/>
              </a:ext>
            </a:extLst>
          </p:cNvPr>
          <p:cNvSpPr txBox="1"/>
          <p:nvPr/>
        </p:nvSpPr>
        <p:spPr>
          <a:xfrm>
            <a:off x="6248400" y="4916785"/>
            <a:ext cx="5108374" cy="861774"/>
          </a:xfrm>
          <a:prstGeom prst="rect">
            <a:avLst/>
          </a:prstGeom>
          <a:noFill/>
        </p:spPr>
        <p:txBody>
          <a:bodyPr wrap="square" rtlCol="0">
            <a:spAutoFit/>
          </a:bodyPr>
          <a:lstStyle/>
          <a:p>
            <a:r>
              <a:rPr lang="en-US" b="1">
                <a:solidFill>
                  <a:srgbClr val="C00000"/>
                </a:solidFill>
                <a:latin typeface="+mj-lt"/>
              </a:rPr>
              <a:t>Nhược điểm:</a:t>
            </a:r>
          </a:p>
          <a:p>
            <a:r>
              <a:rPr lang="vi-VN" sz="1600">
                <a:solidFill>
                  <a:schemeClr val="bg2">
                    <a:lumMod val="25000"/>
                  </a:schemeClr>
                </a:solidFill>
              </a:rPr>
              <a:t>Không đảm bảo tính tin cậy: nếu 1 đĩa hỏng </a:t>
            </a:r>
            <a:r>
              <a:rPr lang="en-US" sz="1600">
                <a:solidFill>
                  <a:schemeClr val="bg2">
                    <a:lumMod val="25000"/>
                  </a:schemeClr>
                </a:solidFill>
              </a:rPr>
              <a:t>=&gt;</a:t>
            </a:r>
            <a:r>
              <a:rPr lang="vi-VN" sz="1600">
                <a:solidFill>
                  <a:schemeClr val="bg2">
                    <a:lumMod val="25000"/>
                  </a:schemeClr>
                </a:solidFill>
              </a:rPr>
              <a:t> mất dữ liệu và ảnh hưởng toàn bộ hệ thống</a:t>
            </a:r>
            <a:endParaRPr lang="en-US" sz="1600">
              <a:solidFill>
                <a:schemeClr val="bg2">
                  <a:lumMod val="25000"/>
                </a:schemeClr>
              </a:solidFill>
            </a:endParaRPr>
          </a:p>
        </p:txBody>
      </p:sp>
    </p:spTree>
    <p:extLst>
      <p:ext uri="{BB962C8B-B14F-4D97-AF65-F5344CB8AC3E}">
        <p14:creationId xmlns:p14="http://schemas.microsoft.com/office/powerpoint/2010/main" val="342153526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35A2F1-B1A0-4207-5A0A-D76DDEC6B54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81291C6-C9A1-B53F-E45F-12950EAC34D8}"/>
              </a:ext>
            </a:extLst>
          </p:cNvPr>
          <p:cNvSpPr>
            <a:spLocks noGrp="1"/>
          </p:cNvSpPr>
          <p:nvPr>
            <p:ph type="title"/>
          </p:nvPr>
        </p:nvSpPr>
        <p:spPr/>
        <p:txBody>
          <a:bodyPr>
            <a:noAutofit/>
          </a:bodyPr>
          <a:lstStyle/>
          <a:p>
            <a:r>
              <a:rPr lang="en-US" sz="2800"/>
              <a:t>2. </a:t>
            </a:r>
            <a:r>
              <a:rPr lang="vi-VN" sz="2800"/>
              <a:t>Truy nhập dữ liệu đa phương tiện từ đĩa từ</a:t>
            </a:r>
            <a:endParaRPr sz="2800" dirty="0"/>
          </a:p>
        </p:txBody>
      </p:sp>
      <p:sp>
        <p:nvSpPr>
          <p:cNvPr id="3" name="TextBox 2">
            <a:extLst>
              <a:ext uri="{FF2B5EF4-FFF2-40B4-BE49-F238E27FC236}">
                <a16:creationId xmlns:a16="http://schemas.microsoft.com/office/drawing/2014/main" id="{DA471155-FE30-3A49-6A29-926442E54DC5}"/>
              </a:ext>
            </a:extLst>
          </p:cNvPr>
          <p:cNvSpPr txBox="1"/>
          <p:nvPr/>
        </p:nvSpPr>
        <p:spPr>
          <a:xfrm>
            <a:off x="524238" y="1590639"/>
            <a:ext cx="6762316" cy="3477875"/>
          </a:xfrm>
          <a:prstGeom prst="rect">
            <a:avLst/>
          </a:prstGeom>
          <a:noFill/>
        </p:spPr>
        <p:txBody>
          <a:bodyPr wrap="square" rtlCol="0">
            <a:spAutoFit/>
          </a:bodyPr>
          <a:lstStyle/>
          <a:p>
            <a:r>
              <a:rPr lang="en-US" sz="2000" b="1">
                <a:latin typeface="+mj-lt"/>
              </a:rPr>
              <a:t>RAID-1: </a:t>
            </a:r>
            <a:endParaRPr lang="en-US" sz="2000" b="1" dirty="0">
              <a:latin typeface="+mj-lt"/>
            </a:endParaRPr>
          </a:p>
          <a:p>
            <a:pPr marL="342900" indent="-342900">
              <a:buFont typeface="Arial" panose="020B0604020202020204" pitchFamily="34" charset="0"/>
              <a:buChar char="•"/>
            </a:pPr>
            <a:r>
              <a:rPr lang="en-US" sz="2000">
                <a:solidFill>
                  <a:schemeClr val="bg2">
                    <a:lumMod val="25000"/>
                  </a:schemeClr>
                </a:solidFill>
              </a:rPr>
              <a:t>Sử dụng khái niệm đối xứng (</a:t>
            </a:r>
            <a:r>
              <a:rPr lang="en-US" sz="2000" b="1">
                <a:solidFill>
                  <a:schemeClr val="bg2">
                    <a:lumMod val="25000"/>
                  </a:schemeClr>
                </a:solidFill>
              </a:rPr>
              <a:t>mirroring</a:t>
            </a:r>
            <a:r>
              <a:rPr lang="en-US" sz="2000">
                <a:solidFill>
                  <a:schemeClr val="bg2">
                    <a:lumMod val="25000"/>
                  </a:schemeClr>
                </a:solidFill>
              </a:rPr>
              <a:t>):</a:t>
            </a:r>
          </a:p>
          <a:p>
            <a:pPr marL="800100" lvl="1" indent="-342900">
              <a:buFont typeface="Arial" panose="020B0604020202020204" pitchFamily="34" charset="0"/>
              <a:buChar char="•"/>
            </a:pPr>
            <a:r>
              <a:rPr lang="vi-VN">
                <a:solidFill>
                  <a:schemeClr val="bg2">
                    <a:lumMod val="25000"/>
                  </a:schemeClr>
                </a:solidFill>
              </a:rPr>
              <a:t>Mỗi đĩa có 1 đĩa đối xứng</a:t>
            </a:r>
            <a:endParaRPr lang="en-US">
              <a:solidFill>
                <a:schemeClr val="bg2">
                  <a:lumMod val="25000"/>
                </a:schemeClr>
              </a:solidFill>
            </a:endParaRPr>
          </a:p>
          <a:p>
            <a:pPr marL="800100" lvl="1" indent="-342900">
              <a:buFont typeface="Arial" panose="020B0604020202020204" pitchFamily="34" charset="0"/>
              <a:buChar char="•"/>
            </a:pPr>
            <a:r>
              <a:rPr lang="vi-VN">
                <a:solidFill>
                  <a:schemeClr val="bg2">
                    <a:lumMod val="25000"/>
                  </a:schemeClr>
                </a:solidFill>
              </a:rPr>
              <a:t>Nếu có N đĩa có thể sử dụng </a:t>
            </a:r>
            <a:r>
              <a:rPr lang="en-US">
                <a:solidFill>
                  <a:schemeClr val="bg2">
                    <a:lumMod val="25000"/>
                  </a:schemeClr>
                </a:solidFill>
              </a:rPr>
              <a:t>=&gt;</a:t>
            </a:r>
            <a:r>
              <a:rPr lang="vi-VN">
                <a:solidFill>
                  <a:schemeClr val="bg2">
                    <a:lumMod val="25000"/>
                  </a:schemeClr>
                </a:solidFill>
              </a:rPr>
              <a:t> chỉ có n = N/2 đĩa được sử dụng đồng thời. </a:t>
            </a:r>
            <a:endParaRPr lang="en-US">
              <a:solidFill>
                <a:schemeClr val="bg2">
                  <a:lumMod val="25000"/>
                </a:schemeClr>
              </a:solidFill>
            </a:endParaRPr>
          </a:p>
          <a:p>
            <a:pPr marL="800100" lvl="1" indent="-342900">
              <a:buFont typeface="Arial" panose="020B0604020202020204" pitchFamily="34" charset="0"/>
              <a:buChar char="•"/>
            </a:pPr>
            <a:r>
              <a:rPr lang="vi-VN">
                <a:solidFill>
                  <a:schemeClr val="bg2">
                    <a:lumMod val="25000"/>
                  </a:schemeClr>
                </a:solidFill>
              </a:rPr>
              <a:t>Striping có thể được sử dụng cho n đĩa này</a:t>
            </a:r>
            <a:endParaRPr lang="en-US">
              <a:solidFill>
                <a:schemeClr val="bg2">
                  <a:lumMod val="25000"/>
                </a:schemeClr>
              </a:solidFill>
            </a:endParaRPr>
          </a:p>
          <a:p>
            <a:pPr marL="342900" indent="-342900">
              <a:buFont typeface="Arial" panose="020B0604020202020204" pitchFamily="34" charset="0"/>
              <a:buChar char="•"/>
            </a:pPr>
            <a:r>
              <a:rPr lang="en-US">
                <a:solidFill>
                  <a:schemeClr val="bg2">
                    <a:lumMod val="25000"/>
                  </a:schemeClr>
                </a:solidFill>
              </a:rPr>
              <a:t>Ghi: </a:t>
            </a:r>
            <a:r>
              <a:rPr lang="vi-VN">
                <a:solidFill>
                  <a:schemeClr val="bg2">
                    <a:lumMod val="25000"/>
                  </a:schemeClr>
                </a:solidFill>
              </a:rPr>
              <a:t>ghi đồng thời lên đĩa chính + đĩa đối xứng </a:t>
            </a:r>
            <a:endParaRPr lang="en-US">
              <a:solidFill>
                <a:schemeClr val="bg2">
                  <a:lumMod val="25000"/>
                </a:schemeClr>
              </a:solidFill>
            </a:endParaRPr>
          </a:p>
          <a:p>
            <a:pPr marL="342900" indent="-342900">
              <a:buFont typeface="Arial" panose="020B0604020202020204" pitchFamily="34" charset="0"/>
              <a:buChar char="•"/>
            </a:pPr>
            <a:r>
              <a:rPr lang="vi-VN">
                <a:solidFill>
                  <a:schemeClr val="bg2">
                    <a:lumMod val="25000"/>
                  </a:schemeClr>
                </a:solidFill>
              </a:rPr>
              <a:t>Đọc: từ đĩa chính hoặc từ đĩa đối xứng nếu đĩa chính hỏng </a:t>
            </a:r>
            <a:endParaRPr lang="en-US">
              <a:solidFill>
                <a:schemeClr val="bg2">
                  <a:lumMod val="25000"/>
                </a:schemeClr>
              </a:solidFill>
            </a:endParaRPr>
          </a:p>
          <a:p>
            <a:pPr marL="342900" indent="-342900">
              <a:buFont typeface="Arial" panose="020B0604020202020204" pitchFamily="34" charset="0"/>
              <a:buChar char="•"/>
            </a:pPr>
            <a:endParaRPr lang="en-US">
              <a:solidFill>
                <a:schemeClr val="bg2">
                  <a:lumMod val="25000"/>
                </a:schemeClr>
              </a:solidFill>
            </a:endParaRPr>
          </a:p>
          <a:p>
            <a:endParaRPr lang="en-US">
              <a:solidFill>
                <a:schemeClr val="bg2">
                  <a:lumMod val="25000"/>
                </a:schemeClr>
              </a:solidFill>
            </a:endParaRPr>
          </a:p>
          <a:p>
            <a:pPr marL="342900" indent="-342900">
              <a:buFont typeface="Arial" panose="020B0604020202020204" pitchFamily="34" charset="0"/>
              <a:buChar char="•"/>
            </a:pPr>
            <a:r>
              <a:rPr lang="vi-VN"/>
              <a:t>Ưu</a:t>
            </a:r>
            <a:r>
              <a:rPr lang="en-US"/>
              <a:t> điểm</a:t>
            </a:r>
            <a:r>
              <a:rPr lang="vi-VN"/>
              <a:t>:</a:t>
            </a:r>
            <a:r>
              <a:rPr lang="vi-VN">
                <a:solidFill>
                  <a:schemeClr val="bg2">
                    <a:lumMod val="25000"/>
                  </a:schemeClr>
                </a:solidFill>
              </a:rPr>
              <a:t> tăng độ an toàn, tin cậy về DL </a:t>
            </a:r>
            <a:endParaRPr lang="en-US">
              <a:solidFill>
                <a:schemeClr val="bg2">
                  <a:lumMod val="25000"/>
                </a:schemeClr>
              </a:solidFill>
            </a:endParaRPr>
          </a:p>
          <a:p>
            <a:pPr marL="342900" indent="-342900">
              <a:buFont typeface="Arial" panose="020B0604020202020204" pitchFamily="34" charset="0"/>
              <a:buChar char="•"/>
            </a:pPr>
            <a:r>
              <a:rPr lang="vi-VN">
                <a:solidFill>
                  <a:srgbClr val="C00000"/>
                </a:solidFill>
              </a:rPr>
              <a:t>Nhược</a:t>
            </a:r>
            <a:r>
              <a:rPr lang="en-US">
                <a:solidFill>
                  <a:srgbClr val="C00000"/>
                </a:solidFill>
              </a:rPr>
              <a:t> điểm</a:t>
            </a:r>
            <a:r>
              <a:rPr lang="vi-VN">
                <a:solidFill>
                  <a:srgbClr val="C00000"/>
                </a:solidFill>
              </a:rPr>
              <a:t>:</a:t>
            </a:r>
            <a:r>
              <a:rPr lang="vi-VN">
                <a:solidFill>
                  <a:schemeClr val="bg2">
                    <a:lumMod val="25000"/>
                  </a:schemeClr>
                </a:solidFill>
              </a:rPr>
              <a:t> tốn không gian lưu trữ (hiệu suất sử dụng:50%)</a:t>
            </a:r>
            <a:endParaRPr lang="en-US">
              <a:solidFill>
                <a:schemeClr val="bg2">
                  <a:lumMod val="25000"/>
                </a:schemeClr>
              </a:solidFill>
            </a:endParaRPr>
          </a:p>
        </p:txBody>
      </p:sp>
      <p:sp>
        <p:nvSpPr>
          <p:cNvPr id="7" name="AutoShape 4" descr="IOPS (Input/Output Operation Per Second)에 대하여~ :: 루키의 보석함">
            <a:extLst>
              <a:ext uri="{FF2B5EF4-FFF2-40B4-BE49-F238E27FC236}">
                <a16:creationId xmlns:a16="http://schemas.microsoft.com/office/drawing/2014/main" id="{4E466245-C485-376C-F3F7-B2C7EB628DB8}"/>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10" name="Picture 9" descr="A diagram of a computer server&#10;&#10;AI-generated content may be incorrect.">
            <a:extLst>
              <a:ext uri="{FF2B5EF4-FFF2-40B4-BE49-F238E27FC236}">
                <a16:creationId xmlns:a16="http://schemas.microsoft.com/office/drawing/2014/main" id="{7577B783-8AFE-165B-D35F-462D2D1E4D55}"/>
              </a:ext>
            </a:extLst>
          </p:cNvPr>
          <p:cNvPicPr>
            <a:picLocks noChangeAspect="1"/>
          </p:cNvPicPr>
          <p:nvPr/>
        </p:nvPicPr>
        <p:blipFill>
          <a:blip r:embed="rId3"/>
          <a:stretch>
            <a:fillRect/>
          </a:stretch>
        </p:blipFill>
        <p:spPr>
          <a:xfrm>
            <a:off x="7117069" y="1763644"/>
            <a:ext cx="4669243" cy="2750872"/>
          </a:xfrm>
          <a:prstGeom prst="rect">
            <a:avLst/>
          </a:prstGeom>
        </p:spPr>
      </p:pic>
    </p:spTree>
    <p:extLst>
      <p:ext uri="{BB962C8B-B14F-4D97-AF65-F5344CB8AC3E}">
        <p14:creationId xmlns:p14="http://schemas.microsoft.com/office/powerpoint/2010/main" val="328206309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1434DD-B00F-4AB4-6760-6BAAAE0E402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C580031-3C1E-28E4-7FC8-CA353494EB4D}"/>
              </a:ext>
            </a:extLst>
          </p:cNvPr>
          <p:cNvSpPr>
            <a:spLocks noGrp="1"/>
          </p:cNvSpPr>
          <p:nvPr>
            <p:ph type="title"/>
          </p:nvPr>
        </p:nvSpPr>
        <p:spPr/>
        <p:txBody>
          <a:bodyPr>
            <a:noAutofit/>
          </a:bodyPr>
          <a:lstStyle/>
          <a:p>
            <a:r>
              <a:rPr lang="en-US" sz="2800"/>
              <a:t>2. </a:t>
            </a:r>
            <a:r>
              <a:rPr lang="vi-VN" sz="2800"/>
              <a:t>Truy nhập dữ liệu đa phương tiện từ đĩa từ</a:t>
            </a:r>
            <a:endParaRPr sz="2800" dirty="0"/>
          </a:p>
        </p:txBody>
      </p:sp>
      <p:sp>
        <p:nvSpPr>
          <p:cNvPr id="3" name="TextBox 2">
            <a:extLst>
              <a:ext uri="{FF2B5EF4-FFF2-40B4-BE49-F238E27FC236}">
                <a16:creationId xmlns:a16="http://schemas.microsoft.com/office/drawing/2014/main" id="{FBE3851B-72E1-CC6F-FEF1-4CF10E6B1517}"/>
              </a:ext>
            </a:extLst>
          </p:cNvPr>
          <p:cNvSpPr txBox="1"/>
          <p:nvPr/>
        </p:nvSpPr>
        <p:spPr>
          <a:xfrm>
            <a:off x="524238" y="960156"/>
            <a:ext cx="6762316" cy="3231654"/>
          </a:xfrm>
          <a:prstGeom prst="rect">
            <a:avLst/>
          </a:prstGeom>
          <a:noFill/>
        </p:spPr>
        <p:txBody>
          <a:bodyPr wrap="square" rtlCol="0">
            <a:spAutoFit/>
          </a:bodyPr>
          <a:lstStyle/>
          <a:p>
            <a:r>
              <a:rPr lang="en-US" sz="2000" b="1">
                <a:latin typeface="+mj-lt"/>
              </a:rPr>
              <a:t>RAID-5: </a:t>
            </a:r>
            <a:r>
              <a:rPr lang="vi-VN" sz="2000"/>
              <a:t>striping + parity checking</a:t>
            </a:r>
            <a:endParaRPr lang="en-US" sz="2000"/>
          </a:p>
          <a:p>
            <a:pPr marL="342900" indent="-342900">
              <a:buFont typeface="Arial" panose="020B0604020202020204" pitchFamily="34" charset="0"/>
              <a:buChar char="•"/>
            </a:pPr>
            <a:r>
              <a:rPr lang="vi-VN" sz="2000">
                <a:solidFill>
                  <a:schemeClr val="bg2">
                    <a:lumMod val="25000"/>
                  </a:schemeClr>
                </a:solidFill>
              </a:rPr>
              <a:t>Cân đối được không gian lưu trữ và sự an toàn của </a:t>
            </a:r>
            <a:r>
              <a:rPr lang="en-US" sz="2000">
                <a:solidFill>
                  <a:schemeClr val="bg2">
                    <a:lumMod val="25000"/>
                  </a:schemeClr>
                </a:solidFill>
              </a:rPr>
              <a:t>dữ liệu</a:t>
            </a:r>
          </a:p>
          <a:p>
            <a:pPr marL="342900" indent="-342900">
              <a:buFont typeface="Arial" panose="020B0604020202020204" pitchFamily="34" charset="0"/>
              <a:buChar char="•"/>
            </a:pPr>
            <a:r>
              <a:rPr lang="en-US">
                <a:solidFill>
                  <a:schemeClr val="bg2">
                    <a:lumMod val="25000"/>
                  </a:schemeClr>
                </a:solidFill>
              </a:rPr>
              <a:t>Mỗi nhóm k đĩa (cluster) sẽ có 1 đĩa parity giúp kiểm tra và phục hồi dữ liệu nếu 1 đĩa trong nhóm bị hỏng</a:t>
            </a:r>
          </a:p>
          <a:p>
            <a:r>
              <a:rPr lang="vi-VN" sz="2000" b="1">
                <a:solidFill>
                  <a:schemeClr val="bg2">
                    <a:lumMod val="25000"/>
                  </a:schemeClr>
                </a:solidFill>
              </a:rPr>
              <a:t>Giả sử</a:t>
            </a:r>
            <a:r>
              <a:rPr lang="en-US" sz="2000" b="1">
                <a:solidFill>
                  <a:schemeClr val="bg2">
                    <a:lumMod val="25000"/>
                  </a:schemeClr>
                </a:solidFill>
              </a:rPr>
              <a:t>:</a:t>
            </a:r>
          </a:p>
          <a:p>
            <a:pPr marL="342900" indent="-342900">
              <a:buFont typeface="Arial" panose="020B0604020202020204" pitchFamily="34" charset="0"/>
              <a:buChar char="•"/>
            </a:pPr>
            <a:r>
              <a:rPr lang="vi-VN">
                <a:solidFill>
                  <a:schemeClr val="bg2">
                    <a:lumMod val="25000"/>
                  </a:schemeClr>
                </a:solidFill>
              </a:rPr>
              <a:t>k =n</a:t>
            </a:r>
            <a:r>
              <a:rPr lang="en-US">
                <a:solidFill>
                  <a:schemeClr val="bg2">
                    <a:lumMod val="25000"/>
                  </a:schemeClr>
                </a:solidFill>
              </a:rPr>
              <a:t> </a:t>
            </a:r>
            <a:r>
              <a:rPr lang="vi-VN">
                <a:solidFill>
                  <a:schemeClr val="bg2">
                    <a:lumMod val="25000"/>
                  </a:schemeClr>
                </a:solidFill>
              </a:rPr>
              <a:t>đĩa (1 cluster), các đĩa được gán nhãn: 0, 1, 2, ..., n-1</a:t>
            </a:r>
            <a:endParaRPr lang="en-US">
              <a:solidFill>
                <a:schemeClr val="bg2">
                  <a:lumMod val="25000"/>
                </a:schemeClr>
              </a:solidFill>
            </a:endParaRPr>
          </a:p>
          <a:p>
            <a:pPr marL="342900" indent="-342900">
              <a:buFont typeface="Arial" panose="020B0604020202020204" pitchFamily="34" charset="0"/>
              <a:buChar char="•"/>
            </a:pPr>
            <a:r>
              <a:rPr lang="en-US">
                <a:solidFill>
                  <a:schemeClr val="bg2">
                    <a:lumMod val="25000"/>
                  </a:schemeClr>
                </a:solidFill>
              </a:rPr>
              <a:t>K</a:t>
            </a:r>
            <a:r>
              <a:rPr lang="vi-VN">
                <a:solidFill>
                  <a:schemeClr val="bg2">
                    <a:lumMod val="25000"/>
                  </a:schemeClr>
                </a:solidFill>
              </a:rPr>
              <a:t>hối </a:t>
            </a:r>
            <a:r>
              <a:rPr lang="en-US">
                <a:solidFill>
                  <a:schemeClr val="bg2">
                    <a:lumMod val="25000"/>
                  </a:schemeClr>
                </a:solidFill>
              </a:rPr>
              <a:t>dữ liệu</a:t>
            </a:r>
            <a:r>
              <a:rPr lang="vi-VN">
                <a:solidFill>
                  <a:schemeClr val="bg2">
                    <a:lumMod val="25000"/>
                  </a:schemeClr>
                </a:solidFill>
              </a:rPr>
              <a:t> được lưu trong (n-1) đĩa, đĩa parity sẽ được xác định từ </a:t>
            </a:r>
            <a:r>
              <a:rPr lang="en-US">
                <a:solidFill>
                  <a:schemeClr val="bg2">
                    <a:lumMod val="25000"/>
                  </a:schemeClr>
                </a:solidFill>
              </a:rPr>
              <a:t>dữ liệu</a:t>
            </a:r>
            <a:r>
              <a:rPr lang="vi-VN">
                <a:solidFill>
                  <a:schemeClr val="bg2">
                    <a:lumMod val="25000"/>
                  </a:schemeClr>
                </a:solidFill>
              </a:rPr>
              <a:t> trong (n-1) đĩa </a:t>
            </a:r>
            <a:endParaRPr lang="en-US">
              <a:solidFill>
                <a:schemeClr val="bg2">
                  <a:lumMod val="25000"/>
                </a:schemeClr>
              </a:solidFill>
            </a:endParaRPr>
          </a:p>
          <a:p>
            <a:pPr marL="800100" lvl="1" indent="-342900">
              <a:buFont typeface="Arial" panose="020B0604020202020204" pitchFamily="34" charset="0"/>
              <a:buChar char="•"/>
            </a:pPr>
            <a:r>
              <a:rPr lang="vi-VN">
                <a:solidFill>
                  <a:schemeClr val="bg2">
                    <a:lumMod val="25000"/>
                  </a:schemeClr>
                </a:solidFill>
              </a:rPr>
              <a:t>giả sử đĩa parity là đĩa thứ n-1 </a:t>
            </a:r>
            <a:endParaRPr lang="en-US">
              <a:solidFill>
                <a:schemeClr val="bg2">
                  <a:lumMod val="25000"/>
                </a:schemeClr>
              </a:solidFill>
            </a:endParaRPr>
          </a:p>
          <a:p>
            <a:pPr marL="800100" lvl="1" indent="-342900">
              <a:buFont typeface="Arial" panose="020B0604020202020204" pitchFamily="34" charset="0"/>
              <a:buChar char="•"/>
            </a:pPr>
            <a:r>
              <a:rPr lang="vi-VN">
                <a:solidFill>
                  <a:schemeClr val="bg2">
                    <a:lumMod val="25000"/>
                  </a:schemeClr>
                </a:solidFill>
              </a:rPr>
              <a:t>Di.j: dữ liệu bít thứ j của đĩa i </a:t>
            </a:r>
            <a:endParaRPr lang="en-US">
              <a:solidFill>
                <a:schemeClr val="bg2">
                  <a:lumMod val="25000"/>
                </a:schemeClr>
              </a:solidFill>
            </a:endParaRPr>
          </a:p>
          <a:p>
            <a:pPr marL="800100" lvl="1" indent="-342900">
              <a:buFont typeface="Arial" panose="020B0604020202020204" pitchFamily="34" charset="0"/>
              <a:buChar char="•"/>
            </a:pPr>
            <a:r>
              <a:rPr lang="en-US">
                <a:solidFill>
                  <a:schemeClr val="bg2">
                    <a:lumMod val="25000"/>
                  </a:schemeClr>
                </a:solidFill>
              </a:rPr>
              <a:t>     :</a:t>
            </a:r>
            <a:r>
              <a:rPr lang="vi-VN">
                <a:solidFill>
                  <a:schemeClr val="bg2">
                    <a:lumMod val="25000"/>
                  </a:schemeClr>
                </a:solidFill>
              </a:rPr>
              <a:t>phép hoặc loại trừ (exclusive-or)</a:t>
            </a:r>
            <a:endParaRPr lang="en-US">
              <a:solidFill>
                <a:schemeClr val="bg2">
                  <a:lumMod val="25000"/>
                </a:schemeClr>
              </a:solidFill>
            </a:endParaRPr>
          </a:p>
        </p:txBody>
      </p:sp>
      <p:sp>
        <p:nvSpPr>
          <p:cNvPr id="7" name="AutoShape 4" descr="IOPS (Input/Output Operation Per Second)에 대하여~ :: 루키의 보석함">
            <a:extLst>
              <a:ext uri="{FF2B5EF4-FFF2-40B4-BE49-F238E27FC236}">
                <a16:creationId xmlns:a16="http://schemas.microsoft.com/office/drawing/2014/main" id="{128FF1E0-6658-25EC-65B5-326F8E75BC4A}"/>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nvGrpSpPr>
          <p:cNvPr id="8" name="Group 7">
            <a:extLst>
              <a:ext uri="{FF2B5EF4-FFF2-40B4-BE49-F238E27FC236}">
                <a16:creationId xmlns:a16="http://schemas.microsoft.com/office/drawing/2014/main" id="{3721E93C-FB80-FC22-D8D5-DA25C33016E7}"/>
              </a:ext>
            </a:extLst>
          </p:cNvPr>
          <p:cNvGrpSpPr/>
          <p:nvPr/>
        </p:nvGrpSpPr>
        <p:grpSpPr>
          <a:xfrm>
            <a:off x="7390847" y="960156"/>
            <a:ext cx="4621481" cy="1908172"/>
            <a:chOff x="3108960" y="2984711"/>
            <a:chExt cx="6561929" cy="2618560"/>
          </a:xfrm>
        </p:grpSpPr>
        <p:pic>
          <p:nvPicPr>
            <p:cNvPr id="5" name="Picture 4" descr="A diagram of a computer server&#10;&#10;AI-generated content may be incorrect.">
              <a:extLst>
                <a:ext uri="{FF2B5EF4-FFF2-40B4-BE49-F238E27FC236}">
                  <a16:creationId xmlns:a16="http://schemas.microsoft.com/office/drawing/2014/main" id="{046D2BCB-C9FD-5373-923E-F450F951747B}"/>
                </a:ext>
              </a:extLst>
            </p:cNvPr>
            <p:cNvPicPr>
              <a:picLocks noChangeAspect="1"/>
            </p:cNvPicPr>
            <p:nvPr/>
          </p:nvPicPr>
          <p:blipFill>
            <a:blip r:embed="rId3"/>
            <a:stretch>
              <a:fillRect/>
            </a:stretch>
          </p:blipFill>
          <p:spPr>
            <a:xfrm>
              <a:off x="3192985" y="2984711"/>
              <a:ext cx="6477904" cy="2486372"/>
            </a:xfrm>
            <a:prstGeom prst="rect">
              <a:avLst/>
            </a:prstGeom>
          </p:spPr>
        </p:pic>
        <p:sp>
          <p:nvSpPr>
            <p:cNvPr id="6" name="Rectangle 5">
              <a:extLst>
                <a:ext uri="{FF2B5EF4-FFF2-40B4-BE49-F238E27FC236}">
                  <a16:creationId xmlns:a16="http://schemas.microsoft.com/office/drawing/2014/main" id="{34FCD78F-0BB5-853C-7033-EA95C66E11BE}"/>
                </a:ext>
              </a:extLst>
            </p:cNvPr>
            <p:cNvSpPr/>
            <p:nvPr/>
          </p:nvSpPr>
          <p:spPr>
            <a:xfrm>
              <a:off x="3108960" y="4841507"/>
              <a:ext cx="567891" cy="761764"/>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11" name="Picture 10">
            <a:extLst>
              <a:ext uri="{FF2B5EF4-FFF2-40B4-BE49-F238E27FC236}">
                <a16:creationId xmlns:a16="http://schemas.microsoft.com/office/drawing/2014/main" id="{C397EA8F-9F52-F007-5557-49E17161B4F3}"/>
              </a:ext>
            </a:extLst>
          </p:cNvPr>
          <p:cNvPicPr>
            <a:picLocks noChangeAspect="1"/>
          </p:cNvPicPr>
          <p:nvPr/>
        </p:nvPicPr>
        <p:blipFill>
          <a:blip r:embed="rId4"/>
          <a:stretch>
            <a:fillRect/>
          </a:stretch>
        </p:blipFill>
        <p:spPr>
          <a:xfrm>
            <a:off x="1385145" y="3848804"/>
            <a:ext cx="237502" cy="281689"/>
          </a:xfrm>
          <a:prstGeom prst="rect">
            <a:avLst/>
          </a:prstGeom>
        </p:spPr>
      </p:pic>
      <p:pic>
        <p:nvPicPr>
          <p:cNvPr id="13" name="Picture 12">
            <a:extLst>
              <a:ext uri="{FF2B5EF4-FFF2-40B4-BE49-F238E27FC236}">
                <a16:creationId xmlns:a16="http://schemas.microsoft.com/office/drawing/2014/main" id="{D7AD817D-1CF1-7E91-B143-2D341A91D77E}"/>
              </a:ext>
            </a:extLst>
          </p:cNvPr>
          <p:cNvPicPr>
            <a:picLocks noChangeAspect="1"/>
          </p:cNvPicPr>
          <p:nvPr/>
        </p:nvPicPr>
        <p:blipFill>
          <a:blip r:embed="rId5"/>
          <a:stretch>
            <a:fillRect/>
          </a:stretch>
        </p:blipFill>
        <p:spPr>
          <a:xfrm>
            <a:off x="1146740" y="4191810"/>
            <a:ext cx="4869050" cy="548124"/>
          </a:xfrm>
          <a:prstGeom prst="rect">
            <a:avLst/>
          </a:prstGeom>
        </p:spPr>
      </p:pic>
      <p:sp>
        <p:nvSpPr>
          <p:cNvPr id="16" name="Arrow: Right 15">
            <a:extLst>
              <a:ext uri="{FF2B5EF4-FFF2-40B4-BE49-F238E27FC236}">
                <a16:creationId xmlns:a16="http://schemas.microsoft.com/office/drawing/2014/main" id="{E0E22F75-9485-50D6-D961-42942E0DC23F}"/>
              </a:ext>
            </a:extLst>
          </p:cNvPr>
          <p:cNvSpPr/>
          <p:nvPr/>
        </p:nvSpPr>
        <p:spPr>
          <a:xfrm>
            <a:off x="599193" y="4330585"/>
            <a:ext cx="375172" cy="185833"/>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8" name="Picture 17" descr="A table with numbers and symbols&#10;&#10;AI-generated content may be incorrect.">
            <a:extLst>
              <a:ext uri="{FF2B5EF4-FFF2-40B4-BE49-F238E27FC236}">
                <a16:creationId xmlns:a16="http://schemas.microsoft.com/office/drawing/2014/main" id="{3122818E-B2B3-7D37-A5FB-99C708F3683B}"/>
              </a:ext>
            </a:extLst>
          </p:cNvPr>
          <p:cNvPicPr>
            <a:picLocks noChangeAspect="1"/>
          </p:cNvPicPr>
          <p:nvPr/>
        </p:nvPicPr>
        <p:blipFill>
          <a:blip r:embed="rId6"/>
          <a:stretch>
            <a:fillRect/>
          </a:stretch>
        </p:blipFill>
        <p:spPr>
          <a:xfrm>
            <a:off x="7829907" y="3685338"/>
            <a:ext cx="3762900" cy="2629267"/>
          </a:xfrm>
          <a:prstGeom prst="rect">
            <a:avLst/>
          </a:prstGeom>
        </p:spPr>
      </p:pic>
      <p:sp>
        <p:nvSpPr>
          <p:cNvPr id="20" name="TextBox 19">
            <a:extLst>
              <a:ext uri="{FF2B5EF4-FFF2-40B4-BE49-F238E27FC236}">
                <a16:creationId xmlns:a16="http://schemas.microsoft.com/office/drawing/2014/main" id="{159F1870-52E2-211D-E624-21708BE2F6E4}"/>
              </a:ext>
            </a:extLst>
          </p:cNvPr>
          <p:cNvSpPr txBox="1"/>
          <p:nvPr/>
        </p:nvSpPr>
        <p:spPr>
          <a:xfrm>
            <a:off x="524238" y="4878709"/>
            <a:ext cx="6097604" cy="1231106"/>
          </a:xfrm>
          <a:prstGeom prst="rect">
            <a:avLst/>
          </a:prstGeom>
          <a:noFill/>
        </p:spPr>
        <p:txBody>
          <a:bodyPr wrap="square">
            <a:spAutoFit/>
          </a:bodyPr>
          <a:lstStyle/>
          <a:p>
            <a:r>
              <a:rPr lang="vi-VN" sz="2000" b="1">
                <a:solidFill>
                  <a:schemeClr val="bg2">
                    <a:lumMod val="25000"/>
                  </a:schemeClr>
                </a:solidFill>
              </a:rPr>
              <a:t>Giả sử</a:t>
            </a:r>
            <a:r>
              <a:rPr lang="en-US" sz="2000" b="1">
                <a:solidFill>
                  <a:schemeClr val="bg2">
                    <a:lumMod val="25000"/>
                  </a:schemeClr>
                </a:solidFill>
              </a:rPr>
              <a:t>:</a:t>
            </a:r>
          </a:p>
          <a:p>
            <a:pPr marL="342900" indent="-342900">
              <a:buFont typeface="Arial" panose="020B0604020202020204" pitchFamily="34" charset="0"/>
              <a:buChar char="•"/>
            </a:pPr>
            <a:r>
              <a:rPr lang="vi-VN">
                <a:solidFill>
                  <a:schemeClr val="bg2">
                    <a:lumMod val="25000"/>
                  </a:schemeClr>
                </a:solidFill>
              </a:rPr>
              <a:t>Giả sử D2 hỏng, giá trị các bit j của D1, D3, Dp lần lượt là (1, 1, 0) </a:t>
            </a:r>
            <a:r>
              <a:rPr lang="en-US">
                <a:solidFill>
                  <a:schemeClr val="bg2">
                    <a:lumMod val="25000"/>
                  </a:schemeClr>
                </a:solidFill>
              </a:rPr>
              <a:t>=&gt; </a:t>
            </a:r>
            <a:r>
              <a:rPr lang="vi-VN">
                <a:solidFill>
                  <a:schemeClr val="bg2">
                    <a:lumMod val="25000"/>
                  </a:schemeClr>
                </a:solidFill>
              </a:rPr>
              <a:t>bit j của D2 ?</a:t>
            </a:r>
            <a:endParaRPr lang="en-US">
              <a:solidFill>
                <a:schemeClr val="bg2">
                  <a:lumMod val="25000"/>
                </a:schemeClr>
              </a:solidFill>
            </a:endParaRPr>
          </a:p>
          <a:p>
            <a:pPr marL="342900" indent="-342900">
              <a:buFont typeface="Arial" panose="020B0604020202020204" pitchFamily="34" charset="0"/>
              <a:buChar char="•"/>
            </a:pPr>
            <a:r>
              <a:rPr lang="vi-VN">
                <a:solidFill>
                  <a:schemeClr val="bg2">
                    <a:lumMod val="25000"/>
                  </a:schemeClr>
                </a:solidFill>
              </a:rPr>
              <a:t>Tổng quá hóa ? </a:t>
            </a:r>
            <a:endParaRPr lang="en-US">
              <a:solidFill>
                <a:schemeClr val="bg2">
                  <a:lumMod val="25000"/>
                </a:schemeClr>
              </a:solidFill>
            </a:endParaRPr>
          </a:p>
        </p:txBody>
      </p:sp>
    </p:spTree>
    <p:extLst>
      <p:ext uri="{BB962C8B-B14F-4D97-AF65-F5344CB8AC3E}">
        <p14:creationId xmlns:p14="http://schemas.microsoft.com/office/powerpoint/2010/main" val="372918874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D88FD4-FE2E-7C0A-BDC7-6D3CB9CB46A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60903C7-37D7-D6AD-919A-F6C397B0B455}"/>
              </a:ext>
            </a:extLst>
          </p:cNvPr>
          <p:cNvSpPr>
            <a:spLocks noGrp="1"/>
          </p:cNvSpPr>
          <p:nvPr>
            <p:ph type="title"/>
          </p:nvPr>
        </p:nvSpPr>
        <p:spPr/>
        <p:txBody>
          <a:bodyPr>
            <a:noAutofit/>
          </a:bodyPr>
          <a:lstStyle/>
          <a:p>
            <a:r>
              <a:rPr lang="en-US" sz="2800"/>
              <a:t>2. </a:t>
            </a:r>
            <a:r>
              <a:rPr lang="vi-VN" sz="2800"/>
              <a:t>Truy nhập dữ liệu đa phương tiện từ đĩa từ</a:t>
            </a:r>
            <a:endParaRPr sz="2800" dirty="0"/>
          </a:p>
        </p:txBody>
      </p:sp>
      <p:sp>
        <p:nvSpPr>
          <p:cNvPr id="3" name="TextBox 2">
            <a:extLst>
              <a:ext uri="{FF2B5EF4-FFF2-40B4-BE49-F238E27FC236}">
                <a16:creationId xmlns:a16="http://schemas.microsoft.com/office/drawing/2014/main" id="{55ED89DD-D372-323A-AA1C-5F22923A85E1}"/>
              </a:ext>
            </a:extLst>
          </p:cNvPr>
          <p:cNvSpPr txBox="1"/>
          <p:nvPr/>
        </p:nvSpPr>
        <p:spPr>
          <a:xfrm>
            <a:off x="524239" y="905825"/>
            <a:ext cx="6762316" cy="707886"/>
          </a:xfrm>
          <a:prstGeom prst="rect">
            <a:avLst/>
          </a:prstGeom>
          <a:noFill/>
        </p:spPr>
        <p:txBody>
          <a:bodyPr wrap="square" rtlCol="0">
            <a:spAutoFit/>
          </a:bodyPr>
          <a:lstStyle/>
          <a:p>
            <a:r>
              <a:rPr lang="en-US" sz="2000" b="1">
                <a:latin typeface="+mj-lt"/>
              </a:rPr>
              <a:t>Lưu ý:</a:t>
            </a:r>
            <a:endParaRPr lang="en-US" sz="2000"/>
          </a:p>
          <a:p>
            <a:pPr marL="342900" indent="-342900">
              <a:buFont typeface="Arial" panose="020B0604020202020204" pitchFamily="34" charset="0"/>
              <a:buChar char="•"/>
            </a:pPr>
            <a:r>
              <a:rPr lang="en-US" sz="2000">
                <a:solidFill>
                  <a:schemeClr val="bg2">
                    <a:lumMod val="25000"/>
                  </a:schemeClr>
                </a:solidFill>
              </a:rPr>
              <a:t>Phần dữ liệu Parity có thể được để trên nhiều đĩa khác nhau</a:t>
            </a:r>
            <a:endParaRPr lang="en-US">
              <a:solidFill>
                <a:schemeClr val="bg2">
                  <a:lumMod val="25000"/>
                </a:schemeClr>
              </a:solidFill>
            </a:endParaRPr>
          </a:p>
        </p:txBody>
      </p:sp>
      <p:sp>
        <p:nvSpPr>
          <p:cNvPr id="7" name="AutoShape 4" descr="IOPS (Input/Output Operation Per Second)에 대하여~ :: 루키의 보석함">
            <a:extLst>
              <a:ext uri="{FF2B5EF4-FFF2-40B4-BE49-F238E27FC236}">
                <a16:creationId xmlns:a16="http://schemas.microsoft.com/office/drawing/2014/main" id="{78B27B9C-CCD3-24DD-2D84-FF814BEF03BB}"/>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9" name="Picture 8" descr="A diagram of several hard drives&#10;&#10;AI-generated content may be incorrect.">
            <a:extLst>
              <a:ext uri="{FF2B5EF4-FFF2-40B4-BE49-F238E27FC236}">
                <a16:creationId xmlns:a16="http://schemas.microsoft.com/office/drawing/2014/main" id="{EF53D901-5953-DC40-6E15-06A6CDC4BDEC}"/>
              </a:ext>
            </a:extLst>
          </p:cNvPr>
          <p:cNvPicPr>
            <a:picLocks noChangeAspect="1"/>
          </p:cNvPicPr>
          <p:nvPr/>
        </p:nvPicPr>
        <p:blipFill>
          <a:blip r:embed="rId3"/>
          <a:stretch>
            <a:fillRect/>
          </a:stretch>
        </p:blipFill>
        <p:spPr>
          <a:xfrm>
            <a:off x="7594563" y="701210"/>
            <a:ext cx="3801749" cy="2086738"/>
          </a:xfrm>
          <a:prstGeom prst="rect">
            <a:avLst/>
          </a:prstGeom>
        </p:spPr>
      </p:pic>
      <p:sp>
        <p:nvSpPr>
          <p:cNvPr id="10" name="TextBox 9">
            <a:extLst>
              <a:ext uri="{FF2B5EF4-FFF2-40B4-BE49-F238E27FC236}">
                <a16:creationId xmlns:a16="http://schemas.microsoft.com/office/drawing/2014/main" id="{166DB912-A53C-9FDE-D528-43826AE5DE2B}"/>
              </a:ext>
            </a:extLst>
          </p:cNvPr>
          <p:cNvSpPr txBox="1"/>
          <p:nvPr/>
        </p:nvSpPr>
        <p:spPr>
          <a:xfrm>
            <a:off x="524238" y="2005083"/>
            <a:ext cx="6762316" cy="1908215"/>
          </a:xfrm>
          <a:prstGeom prst="rect">
            <a:avLst/>
          </a:prstGeom>
          <a:noFill/>
        </p:spPr>
        <p:txBody>
          <a:bodyPr wrap="square" rtlCol="0">
            <a:spAutoFit/>
          </a:bodyPr>
          <a:lstStyle/>
          <a:p>
            <a:r>
              <a:rPr lang="en-US" b="1">
                <a:latin typeface="+mj-lt"/>
              </a:rPr>
              <a:t>Ưu điểm:</a:t>
            </a:r>
          </a:p>
          <a:p>
            <a:r>
              <a:rPr lang="en-US" sz="2000">
                <a:solidFill>
                  <a:schemeClr val="bg2">
                    <a:lumMod val="25000"/>
                  </a:schemeClr>
                </a:solidFill>
              </a:rPr>
              <a:t>Chỉ sử dụng 1 đĩa cho 1 cluster để phục hồi dữ liệu khi có sự cố sảy ra</a:t>
            </a:r>
          </a:p>
          <a:p>
            <a:pPr marL="285750" indent="-285750">
              <a:buFont typeface="Arial" panose="020B0604020202020204" pitchFamily="34" charset="0"/>
              <a:buChar char="•"/>
            </a:pPr>
            <a:r>
              <a:rPr lang="en-US" sz="2000">
                <a:solidFill>
                  <a:schemeClr val="bg2">
                    <a:lumMod val="25000"/>
                  </a:schemeClr>
                </a:solidFill>
              </a:rPr>
              <a:t>Có thể đọc/ghi đồng thời trên nhiều đĩa </a:t>
            </a:r>
          </a:p>
          <a:p>
            <a:pPr marL="285750" indent="-285750">
              <a:buFont typeface="Arial" panose="020B0604020202020204" pitchFamily="34" charset="0"/>
              <a:buChar char="•"/>
            </a:pPr>
            <a:r>
              <a:rPr lang="en-US" sz="2000">
                <a:solidFill>
                  <a:schemeClr val="bg2">
                    <a:lumMod val="25000"/>
                  </a:schemeClr>
                </a:solidFill>
              </a:rPr>
              <a:t>Hiệu năng sử dụng cao</a:t>
            </a:r>
          </a:p>
          <a:p>
            <a:pPr marL="285750" indent="-285750">
              <a:buFont typeface="Arial" panose="020B0604020202020204" pitchFamily="34" charset="0"/>
              <a:buChar char="•"/>
            </a:pPr>
            <a:r>
              <a:rPr lang="en-US" sz="2000">
                <a:solidFill>
                  <a:schemeClr val="bg2">
                    <a:lumMod val="25000"/>
                  </a:schemeClr>
                </a:solidFill>
              </a:rPr>
              <a:t>Tăng độ tin cậy, an toàn của DL</a:t>
            </a:r>
          </a:p>
        </p:txBody>
      </p:sp>
      <p:sp>
        <p:nvSpPr>
          <p:cNvPr id="12" name="TextBox 11">
            <a:extLst>
              <a:ext uri="{FF2B5EF4-FFF2-40B4-BE49-F238E27FC236}">
                <a16:creationId xmlns:a16="http://schemas.microsoft.com/office/drawing/2014/main" id="{27A80D15-9884-188C-3F05-6E8E6D853813}"/>
              </a:ext>
            </a:extLst>
          </p:cNvPr>
          <p:cNvSpPr txBox="1"/>
          <p:nvPr/>
        </p:nvSpPr>
        <p:spPr>
          <a:xfrm>
            <a:off x="524238" y="4245197"/>
            <a:ext cx="5943940" cy="1938992"/>
          </a:xfrm>
          <a:prstGeom prst="rect">
            <a:avLst/>
          </a:prstGeom>
          <a:noFill/>
        </p:spPr>
        <p:txBody>
          <a:bodyPr wrap="square" rtlCol="0">
            <a:spAutoFit/>
          </a:bodyPr>
          <a:lstStyle/>
          <a:p>
            <a:r>
              <a:rPr lang="en-US" sz="2000" b="1">
                <a:solidFill>
                  <a:srgbClr val="C00000"/>
                </a:solidFill>
                <a:latin typeface="+mj-lt"/>
              </a:rPr>
              <a:t>Nhược điểm:</a:t>
            </a:r>
          </a:p>
          <a:p>
            <a:pPr marL="285750" indent="-285750">
              <a:buFont typeface="Arial" panose="020B0604020202020204" pitchFamily="34" charset="0"/>
              <a:buChar char="•"/>
            </a:pPr>
            <a:r>
              <a:rPr lang="en-US" sz="2000">
                <a:solidFill>
                  <a:schemeClr val="bg2">
                    <a:lumMod val="25000"/>
                  </a:schemeClr>
                </a:solidFill>
              </a:rPr>
              <a:t>M</a:t>
            </a:r>
            <a:r>
              <a:rPr lang="vi-VN" sz="2000">
                <a:solidFill>
                  <a:schemeClr val="bg2">
                    <a:lumMod val="25000"/>
                  </a:schemeClr>
                </a:solidFill>
              </a:rPr>
              <a:t>ỗi khi ghi dữ liệu trên 1 đĩa thì cũng phải cập nhật lại đĩa parity</a:t>
            </a:r>
            <a:endParaRPr lang="en-US" sz="2000">
              <a:solidFill>
                <a:schemeClr val="bg2">
                  <a:lumMod val="25000"/>
                </a:schemeClr>
              </a:solidFill>
            </a:endParaRPr>
          </a:p>
          <a:p>
            <a:pPr marL="285750" indent="-285750">
              <a:buFont typeface="Arial" panose="020B0604020202020204" pitchFamily="34" charset="0"/>
              <a:buChar char="•"/>
            </a:pPr>
            <a:r>
              <a:rPr lang="en-US" sz="2000">
                <a:solidFill>
                  <a:schemeClr val="bg2">
                    <a:lumMod val="25000"/>
                  </a:schemeClr>
                </a:solidFill>
              </a:rPr>
              <a:t>K</a:t>
            </a:r>
            <a:r>
              <a:rPr lang="vi-VN" sz="2000">
                <a:solidFill>
                  <a:schemeClr val="bg2">
                    <a:lumMod val="25000"/>
                  </a:schemeClr>
                </a:solidFill>
              </a:rPr>
              <a:t>hông hoạt động hiệu quả khi nhiều hơn 1 đĩa gặp sự cố đồng thời</a:t>
            </a:r>
            <a:endParaRPr lang="en-US" sz="2000">
              <a:solidFill>
                <a:schemeClr val="bg2">
                  <a:lumMod val="25000"/>
                </a:schemeClr>
              </a:solidFill>
            </a:endParaRPr>
          </a:p>
          <a:p>
            <a:pPr marL="285750" indent="-285750">
              <a:buFont typeface="Arial" panose="020B0604020202020204" pitchFamily="34" charset="0"/>
              <a:buChar char="•"/>
            </a:pPr>
            <a:r>
              <a:rPr lang="vi-VN" sz="2000">
                <a:solidFill>
                  <a:schemeClr val="bg2">
                    <a:lumMod val="25000"/>
                  </a:schemeClr>
                </a:solidFill>
              </a:rPr>
              <a:t>Ghi chậm hơn so với RAID-0 và RAID-1</a:t>
            </a:r>
            <a:endParaRPr lang="en-US" sz="2000">
              <a:solidFill>
                <a:schemeClr val="bg2">
                  <a:lumMod val="25000"/>
                </a:schemeClr>
              </a:solidFill>
            </a:endParaRPr>
          </a:p>
        </p:txBody>
      </p:sp>
    </p:spTree>
    <p:extLst>
      <p:ext uri="{BB962C8B-B14F-4D97-AF65-F5344CB8AC3E}">
        <p14:creationId xmlns:p14="http://schemas.microsoft.com/office/powerpoint/2010/main" val="94470603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85023A-2D94-F0A4-0493-8E1EBE10B8D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27A6339-402D-FBD6-077F-6B723FA89AC7}"/>
              </a:ext>
            </a:extLst>
          </p:cNvPr>
          <p:cNvSpPr>
            <a:spLocks noGrp="1"/>
          </p:cNvSpPr>
          <p:nvPr>
            <p:ph type="title"/>
          </p:nvPr>
        </p:nvSpPr>
        <p:spPr/>
        <p:txBody>
          <a:bodyPr>
            <a:noAutofit/>
          </a:bodyPr>
          <a:lstStyle/>
          <a:p>
            <a:r>
              <a:rPr lang="en-US" sz="2800"/>
              <a:t>2. </a:t>
            </a:r>
            <a:r>
              <a:rPr lang="vi-VN" sz="2800"/>
              <a:t>Truy nhập dữ liệu đa phương tiện từ đĩa từ</a:t>
            </a:r>
            <a:endParaRPr sz="2800" dirty="0"/>
          </a:p>
        </p:txBody>
      </p:sp>
      <p:sp>
        <p:nvSpPr>
          <p:cNvPr id="3" name="TextBox 2">
            <a:extLst>
              <a:ext uri="{FF2B5EF4-FFF2-40B4-BE49-F238E27FC236}">
                <a16:creationId xmlns:a16="http://schemas.microsoft.com/office/drawing/2014/main" id="{2A1AB3A0-1F0C-E4F9-537E-72B269FD0E81}"/>
              </a:ext>
            </a:extLst>
          </p:cNvPr>
          <p:cNvSpPr txBox="1"/>
          <p:nvPr/>
        </p:nvSpPr>
        <p:spPr>
          <a:xfrm>
            <a:off x="524239" y="1204208"/>
            <a:ext cx="6762316" cy="1631216"/>
          </a:xfrm>
          <a:prstGeom prst="rect">
            <a:avLst/>
          </a:prstGeom>
          <a:noFill/>
        </p:spPr>
        <p:txBody>
          <a:bodyPr wrap="square" rtlCol="0">
            <a:spAutoFit/>
          </a:bodyPr>
          <a:lstStyle/>
          <a:p>
            <a:r>
              <a:rPr lang="en-US" sz="2000" b="1">
                <a:latin typeface="+mj-lt"/>
              </a:rPr>
              <a:t>QA:</a:t>
            </a:r>
            <a:endParaRPr lang="en-US" sz="2000"/>
          </a:p>
          <a:p>
            <a:r>
              <a:rPr lang="en-US" sz="2000">
                <a:solidFill>
                  <a:schemeClr val="bg2">
                    <a:lumMod val="25000"/>
                  </a:schemeClr>
                </a:solidFill>
              </a:rPr>
              <a:t>Phân biệt các khái niệm sau và mục đích, tác dụng của nó:</a:t>
            </a:r>
          </a:p>
          <a:p>
            <a:pPr marL="342900" indent="-342900">
              <a:buFont typeface="Arial" panose="020B0604020202020204" pitchFamily="34" charset="0"/>
              <a:buChar char="•"/>
            </a:pPr>
            <a:r>
              <a:rPr lang="en-US" sz="2000">
                <a:solidFill>
                  <a:schemeClr val="bg2">
                    <a:lumMod val="25000"/>
                  </a:schemeClr>
                </a:solidFill>
              </a:rPr>
              <a:t>Striping</a:t>
            </a:r>
          </a:p>
          <a:p>
            <a:pPr marL="342900" indent="-342900">
              <a:buFont typeface="Arial" panose="020B0604020202020204" pitchFamily="34" charset="0"/>
              <a:buChar char="•"/>
            </a:pPr>
            <a:r>
              <a:rPr lang="en-US" sz="2000">
                <a:solidFill>
                  <a:schemeClr val="bg2">
                    <a:lumMod val="25000"/>
                  </a:schemeClr>
                </a:solidFill>
              </a:rPr>
              <a:t>Mirroring </a:t>
            </a:r>
          </a:p>
          <a:p>
            <a:pPr marL="342900" indent="-342900">
              <a:buFont typeface="Arial" panose="020B0604020202020204" pitchFamily="34" charset="0"/>
              <a:buChar char="•"/>
            </a:pPr>
            <a:r>
              <a:rPr lang="en-US" sz="2000">
                <a:solidFill>
                  <a:schemeClr val="bg2">
                    <a:lumMod val="25000"/>
                  </a:schemeClr>
                </a:solidFill>
              </a:rPr>
              <a:t>Parity</a:t>
            </a:r>
            <a:endParaRPr lang="en-US">
              <a:solidFill>
                <a:schemeClr val="bg2">
                  <a:lumMod val="25000"/>
                </a:schemeClr>
              </a:solidFill>
            </a:endParaRPr>
          </a:p>
        </p:txBody>
      </p:sp>
      <p:sp>
        <p:nvSpPr>
          <p:cNvPr id="7" name="AutoShape 4" descr="IOPS (Input/Output Operation Per Second)에 대하여~ :: 루키의 보석함">
            <a:extLst>
              <a:ext uri="{FF2B5EF4-FFF2-40B4-BE49-F238E27FC236}">
                <a16:creationId xmlns:a16="http://schemas.microsoft.com/office/drawing/2014/main" id="{93C1C9C0-F731-1DDB-4B16-BD0EA08A21A1}"/>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18719301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FF31D3-98B8-C707-2C82-BDE5019BB76E}"/>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061B7FF5-2C26-51D2-2EC6-497E941BBD10}"/>
              </a:ext>
            </a:extLst>
          </p:cNvPr>
          <p:cNvSpPr>
            <a:spLocks noGrp="1"/>
          </p:cNvSpPr>
          <p:nvPr>
            <p:ph type="body" sz="quarter" idx="10"/>
          </p:nvPr>
        </p:nvSpPr>
        <p:spPr>
          <a:xfrm>
            <a:off x="958157" y="2517788"/>
            <a:ext cx="10275686" cy="2194234"/>
          </a:xfrm>
        </p:spPr>
        <p:txBody>
          <a:bodyPr/>
          <a:lstStyle/>
          <a:p>
            <a:r>
              <a:rPr lang="en-US" dirty="0" err="1"/>
              <a:t>Yêu</a:t>
            </a:r>
            <a:r>
              <a:rPr lang="en-US" dirty="0"/>
              <a:t> </a:t>
            </a:r>
            <a:r>
              <a:rPr lang="en-US" dirty="0" err="1"/>
              <a:t>cầu</a:t>
            </a:r>
            <a:r>
              <a:rPr lang="en-US" dirty="0"/>
              <a:t> </a:t>
            </a:r>
            <a:r>
              <a:rPr lang="en-US" dirty="0" err="1"/>
              <a:t>lấy</a:t>
            </a:r>
            <a:r>
              <a:rPr lang="en-US" dirty="0"/>
              <a:t> </a:t>
            </a:r>
            <a:r>
              <a:rPr lang="en-US" dirty="0" err="1"/>
              <a:t>dữ</a:t>
            </a:r>
            <a:r>
              <a:rPr lang="en-US" dirty="0"/>
              <a:t> </a:t>
            </a:r>
            <a:r>
              <a:rPr lang="en-US" dirty="0" err="1"/>
              <a:t>liệu</a:t>
            </a:r>
            <a:r>
              <a:rPr lang="en-US" dirty="0"/>
              <a:t> </a:t>
            </a:r>
            <a:r>
              <a:rPr lang="en-US" dirty="0" err="1"/>
              <a:t>từ</a:t>
            </a:r>
            <a:r>
              <a:rPr lang="en-US" dirty="0"/>
              <a:t> </a:t>
            </a:r>
            <a:r>
              <a:rPr lang="en-US" dirty="0" err="1"/>
              <a:t>đĩa</a:t>
            </a:r>
            <a:r>
              <a:rPr lang="en-US" dirty="0"/>
              <a:t> </a:t>
            </a:r>
            <a:r>
              <a:rPr lang="en-US" dirty="0" err="1"/>
              <a:t>của</a:t>
            </a:r>
            <a:r>
              <a:rPr lang="en-US" dirty="0"/>
              <a:t> </a:t>
            </a:r>
            <a:r>
              <a:rPr lang="en-US" dirty="0" err="1"/>
              <a:t>nhiều</a:t>
            </a:r>
            <a:r>
              <a:rPr lang="en-US" dirty="0"/>
              <a:t> clients?</a:t>
            </a:r>
          </a:p>
        </p:txBody>
      </p:sp>
      <p:sp>
        <p:nvSpPr>
          <p:cNvPr id="4" name="Slide Number Placeholder 3">
            <a:extLst>
              <a:ext uri="{FF2B5EF4-FFF2-40B4-BE49-F238E27FC236}">
                <a16:creationId xmlns:a16="http://schemas.microsoft.com/office/drawing/2014/main" id="{93FA4A8D-44B3-9B96-323D-F60EBFEDD9BF}"/>
              </a:ext>
            </a:extLst>
          </p:cNvPr>
          <p:cNvSpPr>
            <a:spLocks noGrp="1"/>
          </p:cNvSpPr>
          <p:nvPr>
            <p:ph type="sldNum" sz="quarter" idx="4"/>
          </p:nvPr>
        </p:nvSpPr>
        <p:spPr/>
        <p:txBody>
          <a:bodyPr/>
          <a:lstStyle/>
          <a:p>
            <a:pPr defTabSz="761970"/>
            <a:fld id="{31D26D55-0A22-487A-A687-61FB58A6F16A}" type="slidenum">
              <a:rPr lang="en-US">
                <a:solidFill>
                  <a:prstClr val="white"/>
                </a:solidFill>
              </a:rPr>
              <a:pPr defTabSz="761970"/>
              <a:t>13</a:t>
            </a:fld>
            <a:endParaRPr lang="en-US" dirty="0">
              <a:solidFill>
                <a:prstClr val="white"/>
              </a:solidFill>
            </a:endParaRPr>
          </a:p>
        </p:txBody>
      </p:sp>
    </p:spTree>
    <p:extLst>
      <p:ext uri="{BB962C8B-B14F-4D97-AF65-F5344CB8AC3E}">
        <p14:creationId xmlns:p14="http://schemas.microsoft.com/office/powerpoint/2010/main" val="8053345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1E04EF-7275-766D-57E7-2836EE43CFC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B87F26F-389E-7811-EBE8-B5239C7A420E}"/>
              </a:ext>
            </a:extLst>
          </p:cNvPr>
          <p:cNvSpPr>
            <a:spLocks noGrp="1"/>
          </p:cNvSpPr>
          <p:nvPr>
            <p:ph type="title"/>
          </p:nvPr>
        </p:nvSpPr>
        <p:spPr/>
        <p:txBody>
          <a:bodyPr>
            <a:noAutofit/>
          </a:bodyPr>
          <a:lstStyle/>
          <a:p>
            <a:r>
              <a:rPr lang="en-US" sz="2800"/>
              <a:t>3. Yêu cầu lấy dữ liệu từ đĩa của nhiều clients?</a:t>
            </a:r>
            <a:endParaRPr sz="2800" dirty="0"/>
          </a:p>
        </p:txBody>
      </p:sp>
      <p:sp>
        <p:nvSpPr>
          <p:cNvPr id="3" name="TextBox 2">
            <a:extLst>
              <a:ext uri="{FF2B5EF4-FFF2-40B4-BE49-F238E27FC236}">
                <a16:creationId xmlns:a16="http://schemas.microsoft.com/office/drawing/2014/main" id="{387C7E1E-2827-1AA3-72CD-FFC431ED1AF0}"/>
              </a:ext>
            </a:extLst>
          </p:cNvPr>
          <p:cNvSpPr txBox="1"/>
          <p:nvPr/>
        </p:nvSpPr>
        <p:spPr>
          <a:xfrm>
            <a:off x="524239" y="1333009"/>
            <a:ext cx="6762316" cy="4191981"/>
          </a:xfrm>
          <a:prstGeom prst="rect">
            <a:avLst/>
          </a:prstGeom>
          <a:noFill/>
        </p:spPr>
        <p:txBody>
          <a:bodyPr wrap="square" rtlCol="0">
            <a:spAutoFit/>
          </a:bodyPr>
          <a:lstStyle/>
          <a:p>
            <a:pPr>
              <a:lnSpc>
                <a:spcPct val="150000"/>
              </a:lnSpc>
            </a:pPr>
            <a:r>
              <a:rPr lang="en-US" sz="2000" b="1">
                <a:latin typeface="+mj-lt"/>
              </a:rPr>
              <a:t>Giải thuật:</a:t>
            </a:r>
            <a:endParaRPr lang="en-US" sz="2000"/>
          </a:p>
          <a:p>
            <a:pPr marL="342900" indent="-342900">
              <a:lnSpc>
                <a:spcPct val="150000"/>
              </a:lnSpc>
              <a:buFont typeface="Arial" panose="020B0604020202020204" pitchFamily="34" charset="0"/>
              <a:buChar char="•"/>
            </a:pPr>
            <a:r>
              <a:rPr lang="en-US" sz="2000">
                <a:solidFill>
                  <a:schemeClr val="bg2">
                    <a:lumMod val="25000"/>
                  </a:schemeClr>
                </a:solidFill>
              </a:rPr>
              <a:t>Mục đích: Sắp xếp để thực hiện các yêu cầu đọc dữ liệu trên đĩa từ các client khác nhau</a:t>
            </a:r>
          </a:p>
          <a:p>
            <a:pPr marL="342900" indent="-342900">
              <a:lnSpc>
                <a:spcPct val="150000"/>
              </a:lnSpc>
              <a:buFont typeface="Arial" panose="020B0604020202020204" pitchFamily="34" charset="0"/>
              <a:buChar char="•"/>
            </a:pPr>
            <a:r>
              <a:rPr lang="en-US" sz="2000">
                <a:solidFill>
                  <a:schemeClr val="bg2">
                    <a:lumMod val="25000"/>
                  </a:schemeClr>
                </a:solidFill>
              </a:rPr>
              <a:t>Các giải thuật phải chạy rất nhanh, i.e không mất quá nhiều thời gian để xác định thứ tự đọc DL </a:t>
            </a:r>
          </a:p>
          <a:p>
            <a:pPr marL="342900" indent="-342900">
              <a:lnSpc>
                <a:spcPct val="150000"/>
              </a:lnSpc>
              <a:buFont typeface="Arial" panose="020B0604020202020204" pitchFamily="34" charset="0"/>
              <a:buChar char="•"/>
            </a:pPr>
            <a:r>
              <a:rPr lang="en-US" sz="2000">
                <a:solidFill>
                  <a:schemeClr val="bg2">
                    <a:lumMod val="25000"/>
                  </a:schemeClr>
                </a:solidFill>
              </a:rPr>
              <a:t>Một số giải thuật:</a:t>
            </a:r>
          </a:p>
          <a:p>
            <a:pPr marL="800100" lvl="1" indent="-342900">
              <a:lnSpc>
                <a:spcPct val="150000"/>
              </a:lnSpc>
              <a:buFont typeface="Arial" panose="020B0604020202020204" pitchFamily="34" charset="0"/>
              <a:buChar char="•"/>
            </a:pPr>
            <a:r>
              <a:rPr lang="en-US" sz="2000">
                <a:solidFill>
                  <a:schemeClr val="bg2">
                    <a:lumMod val="25000"/>
                  </a:schemeClr>
                </a:solidFill>
              </a:rPr>
              <a:t>First Come First Served (FCFS)</a:t>
            </a:r>
          </a:p>
          <a:p>
            <a:pPr marL="800100" lvl="1" indent="-342900">
              <a:lnSpc>
                <a:spcPct val="150000"/>
              </a:lnSpc>
              <a:buFont typeface="Arial" panose="020B0604020202020204" pitchFamily="34" charset="0"/>
              <a:buChar char="•"/>
            </a:pPr>
            <a:r>
              <a:rPr lang="en-US" sz="2000">
                <a:solidFill>
                  <a:schemeClr val="bg2">
                    <a:lumMod val="25000"/>
                  </a:schemeClr>
                </a:solidFill>
              </a:rPr>
              <a:t>SCAN</a:t>
            </a:r>
          </a:p>
          <a:p>
            <a:pPr marL="800100" lvl="1" indent="-342900">
              <a:lnSpc>
                <a:spcPct val="150000"/>
              </a:lnSpc>
              <a:buFont typeface="Arial" panose="020B0604020202020204" pitchFamily="34" charset="0"/>
              <a:buChar char="•"/>
            </a:pPr>
            <a:r>
              <a:rPr lang="en-US" sz="2000">
                <a:solidFill>
                  <a:schemeClr val="bg2">
                    <a:lumMod val="25000"/>
                  </a:schemeClr>
                </a:solidFill>
              </a:rPr>
              <a:t>SCAN Earliest Deadline First (SCAN-EDF)</a:t>
            </a:r>
            <a:endParaRPr lang="en-US">
              <a:solidFill>
                <a:schemeClr val="bg2">
                  <a:lumMod val="25000"/>
                </a:schemeClr>
              </a:solidFill>
            </a:endParaRPr>
          </a:p>
        </p:txBody>
      </p:sp>
      <p:sp>
        <p:nvSpPr>
          <p:cNvPr id="7" name="AutoShape 4" descr="IOPS (Input/Output Operation Per Second)에 대하여~ :: 루키의 보석함">
            <a:extLst>
              <a:ext uri="{FF2B5EF4-FFF2-40B4-BE49-F238E27FC236}">
                <a16:creationId xmlns:a16="http://schemas.microsoft.com/office/drawing/2014/main" id="{8DBD08CD-D007-9782-97BB-544BC62C0AC4}"/>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286748467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EA08E2-6055-1A61-0DC1-B9079A65CF8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8659F22-43F0-A6EA-AD8C-D99B4BB2B4CD}"/>
              </a:ext>
            </a:extLst>
          </p:cNvPr>
          <p:cNvSpPr>
            <a:spLocks noGrp="1"/>
          </p:cNvSpPr>
          <p:nvPr>
            <p:ph type="title"/>
          </p:nvPr>
        </p:nvSpPr>
        <p:spPr/>
        <p:txBody>
          <a:bodyPr>
            <a:noAutofit/>
          </a:bodyPr>
          <a:lstStyle/>
          <a:p>
            <a:r>
              <a:rPr lang="en-US" sz="2800"/>
              <a:t>3. Yêu cầu lấy dữ liệu từ đĩa của nhiều clients?</a:t>
            </a:r>
            <a:endParaRPr sz="2800" dirty="0"/>
          </a:p>
        </p:txBody>
      </p:sp>
      <p:sp>
        <p:nvSpPr>
          <p:cNvPr id="3" name="TextBox 2">
            <a:extLst>
              <a:ext uri="{FF2B5EF4-FFF2-40B4-BE49-F238E27FC236}">
                <a16:creationId xmlns:a16="http://schemas.microsoft.com/office/drawing/2014/main" id="{5E5017D9-F597-6920-826E-C09F7277331E}"/>
              </a:ext>
            </a:extLst>
          </p:cNvPr>
          <p:cNvSpPr txBox="1"/>
          <p:nvPr/>
        </p:nvSpPr>
        <p:spPr>
          <a:xfrm>
            <a:off x="397239" y="1333009"/>
            <a:ext cx="4333511" cy="1330942"/>
          </a:xfrm>
          <a:prstGeom prst="rect">
            <a:avLst/>
          </a:prstGeom>
          <a:noFill/>
        </p:spPr>
        <p:txBody>
          <a:bodyPr wrap="square" rtlCol="0">
            <a:spAutoFit/>
          </a:bodyPr>
          <a:lstStyle/>
          <a:p>
            <a:pPr>
              <a:lnSpc>
                <a:spcPct val="150000"/>
              </a:lnSpc>
            </a:pPr>
            <a:r>
              <a:rPr lang="en-US" b="1">
                <a:latin typeface="+mj-lt"/>
              </a:rPr>
              <a:t>FCFS:</a:t>
            </a:r>
            <a:endParaRPr lang="en-US"/>
          </a:p>
          <a:p>
            <a:pPr>
              <a:lnSpc>
                <a:spcPct val="150000"/>
              </a:lnSpc>
            </a:pPr>
            <a:r>
              <a:rPr lang="vi-VN" sz="1400">
                <a:solidFill>
                  <a:schemeClr val="bg2">
                    <a:lumMod val="25000"/>
                  </a:schemeClr>
                </a:solidFill>
              </a:rPr>
              <a:t>Mỗi y/cầu của client được gán nhãn thời gian</a:t>
            </a:r>
            <a:endParaRPr lang="en-US" sz="1400">
              <a:solidFill>
                <a:schemeClr val="bg2">
                  <a:lumMod val="25000"/>
                </a:schemeClr>
              </a:solidFill>
            </a:endParaRPr>
          </a:p>
          <a:p>
            <a:r>
              <a:rPr lang="vi-VN" sz="1400">
                <a:solidFill>
                  <a:schemeClr val="bg2">
                    <a:lumMod val="25000"/>
                  </a:schemeClr>
                </a:solidFill>
              </a:rPr>
              <a:t>Các y/c</a:t>
            </a:r>
            <a:r>
              <a:rPr lang="en-US" sz="1400">
                <a:solidFill>
                  <a:schemeClr val="bg2">
                    <a:lumMod val="25000"/>
                  </a:schemeClr>
                </a:solidFill>
              </a:rPr>
              <a:t>ầu</a:t>
            </a:r>
            <a:r>
              <a:rPr lang="vi-VN" sz="1400">
                <a:solidFill>
                  <a:schemeClr val="bg2">
                    <a:lumMod val="25000"/>
                  </a:schemeClr>
                </a:solidFill>
              </a:rPr>
              <a:t> được phục vụ theo nhãn tgian này </a:t>
            </a:r>
            <a:endParaRPr lang="en-US" sz="1400">
              <a:solidFill>
                <a:schemeClr val="bg2">
                  <a:lumMod val="25000"/>
                </a:schemeClr>
              </a:solidFill>
            </a:endParaRPr>
          </a:p>
          <a:p>
            <a:pPr>
              <a:lnSpc>
                <a:spcPct val="150000"/>
              </a:lnSpc>
            </a:pPr>
            <a:r>
              <a:rPr lang="vi-VN" sz="1400">
                <a:solidFill>
                  <a:schemeClr val="bg2">
                    <a:lumMod val="25000"/>
                  </a:schemeClr>
                </a:solidFill>
              </a:rPr>
              <a:t>VD:</a:t>
            </a:r>
            <a:endParaRPr lang="en-US" sz="1200">
              <a:solidFill>
                <a:schemeClr val="bg2">
                  <a:lumMod val="25000"/>
                </a:schemeClr>
              </a:solidFill>
            </a:endParaRPr>
          </a:p>
        </p:txBody>
      </p:sp>
      <p:sp>
        <p:nvSpPr>
          <p:cNvPr id="7" name="AutoShape 4" descr="IOPS (Input/Output Operation Per Second)에 대하여~ :: 루키의 보석함">
            <a:extLst>
              <a:ext uri="{FF2B5EF4-FFF2-40B4-BE49-F238E27FC236}">
                <a16:creationId xmlns:a16="http://schemas.microsoft.com/office/drawing/2014/main" id="{6897943E-590C-0D22-6C5C-37C6EA7C322F}"/>
              </a:ext>
            </a:extLst>
          </p:cNvPr>
          <p:cNvSpPr>
            <a:spLocks noChangeAspect="1" noChangeArrowheads="1"/>
          </p:cNvSpPr>
          <p:nvPr/>
        </p:nvSpPr>
        <p:spPr bwMode="auto">
          <a:xfrm>
            <a:off x="57785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5" name="Picture 4" descr="A table with numbers and letters&#10;&#10;AI-generated content may be incorrect.">
            <a:extLst>
              <a:ext uri="{FF2B5EF4-FFF2-40B4-BE49-F238E27FC236}">
                <a16:creationId xmlns:a16="http://schemas.microsoft.com/office/drawing/2014/main" id="{DDF843ED-CA48-AFD8-A4DE-960C5097C7CA}"/>
              </a:ext>
            </a:extLst>
          </p:cNvPr>
          <p:cNvPicPr>
            <a:picLocks noChangeAspect="1"/>
          </p:cNvPicPr>
          <p:nvPr/>
        </p:nvPicPr>
        <p:blipFill>
          <a:blip r:embed="rId3"/>
          <a:stretch>
            <a:fillRect/>
          </a:stretch>
        </p:blipFill>
        <p:spPr>
          <a:xfrm>
            <a:off x="397239" y="3075874"/>
            <a:ext cx="3488640" cy="1082468"/>
          </a:xfrm>
          <a:prstGeom prst="rect">
            <a:avLst/>
          </a:prstGeom>
        </p:spPr>
      </p:pic>
      <p:sp>
        <p:nvSpPr>
          <p:cNvPr id="8" name="TextBox 7">
            <a:extLst>
              <a:ext uri="{FF2B5EF4-FFF2-40B4-BE49-F238E27FC236}">
                <a16:creationId xmlns:a16="http://schemas.microsoft.com/office/drawing/2014/main" id="{DF4A2982-4991-715D-BE5B-A7ADD19CA2A3}"/>
              </a:ext>
            </a:extLst>
          </p:cNvPr>
          <p:cNvSpPr txBox="1"/>
          <p:nvPr/>
        </p:nvSpPr>
        <p:spPr>
          <a:xfrm>
            <a:off x="397238" y="4365376"/>
            <a:ext cx="6096000" cy="338554"/>
          </a:xfrm>
          <a:prstGeom prst="rect">
            <a:avLst/>
          </a:prstGeom>
          <a:noFill/>
        </p:spPr>
        <p:txBody>
          <a:bodyPr wrap="square">
            <a:spAutoFit/>
          </a:bodyPr>
          <a:lstStyle/>
          <a:p>
            <a:r>
              <a:rPr lang="pt-BR" sz="1600"/>
              <a:t>Thứ tự phục vụ: R2, R1, R4, R3</a:t>
            </a:r>
            <a:endParaRPr lang="en-US" sz="1600"/>
          </a:p>
        </p:txBody>
      </p:sp>
      <p:sp>
        <p:nvSpPr>
          <p:cNvPr id="9" name="TextBox 8">
            <a:extLst>
              <a:ext uri="{FF2B5EF4-FFF2-40B4-BE49-F238E27FC236}">
                <a16:creationId xmlns:a16="http://schemas.microsoft.com/office/drawing/2014/main" id="{76A35CD7-4FDE-C206-0568-551D79FDCF4B}"/>
              </a:ext>
            </a:extLst>
          </p:cNvPr>
          <p:cNvSpPr txBox="1"/>
          <p:nvPr/>
        </p:nvSpPr>
        <p:spPr>
          <a:xfrm>
            <a:off x="4289911" y="1333009"/>
            <a:ext cx="3527084" cy="1154162"/>
          </a:xfrm>
          <a:prstGeom prst="rect">
            <a:avLst/>
          </a:prstGeom>
          <a:noFill/>
        </p:spPr>
        <p:txBody>
          <a:bodyPr wrap="square" rtlCol="0">
            <a:spAutoFit/>
          </a:bodyPr>
          <a:lstStyle/>
          <a:p>
            <a:pPr>
              <a:lnSpc>
                <a:spcPct val="150000"/>
              </a:lnSpc>
            </a:pPr>
            <a:r>
              <a:rPr lang="en-US" b="1">
                <a:latin typeface="+mj-lt"/>
              </a:rPr>
              <a:t>SCAN:</a:t>
            </a:r>
            <a:endParaRPr lang="en-US"/>
          </a:p>
          <a:p>
            <a:r>
              <a:rPr lang="vi-VN" sz="1400">
                <a:solidFill>
                  <a:schemeClr val="bg2">
                    <a:lumMod val="25000"/>
                  </a:schemeClr>
                </a:solidFill>
              </a:rPr>
              <a:t>Dựa trên số tracks cần di chuyển từ vị trí hiện thời của đầu đọc, tính theo 1 chiều (hướng ra tâm hoặc hướng vào tâm)</a:t>
            </a:r>
            <a:endParaRPr lang="en-US" sz="1200">
              <a:solidFill>
                <a:schemeClr val="bg2">
                  <a:lumMod val="25000"/>
                </a:schemeClr>
              </a:solidFill>
            </a:endParaRPr>
          </a:p>
        </p:txBody>
      </p:sp>
      <p:pic>
        <p:nvPicPr>
          <p:cNvPr id="12" name="Picture 11" descr="A table with numbers and text&#10;&#10;AI-generated content may be incorrect.">
            <a:extLst>
              <a:ext uri="{FF2B5EF4-FFF2-40B4-BE49-F238E27FC236}">
                <a16:creationId xmlns:a16="http://schemas.microsoft.com/office/drawing/2014/main" id="{27BF0BED-0595-7CE3-1784-228AAAF55C47}"/>
              </a:ext>
            </a:extLst>
          </p:cNvPr>
          <p:cNvPicPr>
            <a:picLocks noChangeAspect="1"/>
          </p:cNvPicPr>
          <p:nvPr/>
        </p:nvPicPr>
        <p:blipFill>
          <a:blip r:embed="rId4"/>
          <a:stretch>
            <a:fillRect/>
          </a:stretch>
        </p:blipFill>
        <p:spPr>
          <a:xfrm>
            <a:off x="4289910" y="3004458"/>
            <a:ext cx="3601899" cy="1153883"/>
          </a:xfrm>
          <a:prstGeom prst="rect">
            <a:avLst/>
          </a:prstGeom>
        </p:spPr>
      </p:pic>
      <p:sp>
        <p:nvSpPr>
          <p:cNvPr id="13" name="TextBox 12">
            <a:extLst>
              <a:ext uri="{FF2B5EF4-FFF2-40B4-BE49-F238E27FC236}">
                <a16:creationId xmlns:a16="http://schemas.microsoft.com/office/drawing/2014/main" id="{73B45D9C-AB02-2E1C-A770-E4CBD1B9E4E1}"/>
              </a:ext>
            </a:extLst>
          </p:cNvPr>
          <p:cNvSpPr txBox="1"/>
          <p:nvPr/>
        </p:nvSpPr>
        <p:spPr>
          <a:xfrm>
            <a:off x="4289910" y="4365281"/>
            <a:ext cx="6096000" cy="338554"/>
          </a:xfrm>
          <a:prstGeom prst="rect">
            <a:avLst/>
          </a:prstGeom>
          <a:noFill/>
        </p:spPr>
        <p:txBody>
          <a:bodyPr wrap="square">
            <a:spAutoFit/>
          </a:bodyPr>
          <a:lstStyle/>
          <a:p>
            <a:r>
              <a:rPr lang="pt-BR" sz="1600"/>
              <a:t>Thứ tự phục vụ: R2, R4, R1, R3</a:t>
            </a:r>
            <a:endParaRPr lang="en-US" sz="1600"/>
          </a:p>
        </p:txBody>
      </p:sp>
      <p:sp>
        <p:nvSpPr>
          <p:cNvPr id="14" name="TextBox 13">
            <a:extLst>
              <a:ext uri="{FF2B5EF4-FFF2-40B4-BE49-F238E27FC236}">
                <a16:creationId xmlns:a16="http://schemas.microsoft.com/office/drawing/2014/main" id="{3498FA62-0574-01A4-DEEA-2D865FDBF114}"/>
              </a:ext>
            </a:extLst>
          </p:cNvPr>
          <p:cNvSpPr txBox="1"/>
          <p:nvPr/>
        </p:nvSpPr>
        <p:spPr>
          <a:xfrm>
            <a:off x="8258782" y="1333009"/>
            <a:ext cx="3527084" cy="1585049"/>
          </a:xfrm>
          <a:prstGeom prst="rect">
            <a:avLst/>
          </a:prstGeom>
          <a:noFill/>
        </p:spPr>
        <p:txBody>
          <a:bodyPr wrap="square" rtlCol="0">
            <a:spAutoFit/>
          </a:bodyPr>
          <a:lstStyle/>
          <a:p>
            <a:pPr>
              <a:lnSpc>
                <a:spcPct val="150000"/>
              </a:lnSpc>
            </a:pPr>
            <a:r>
              <a:rPr lang="en-US" b="1">
                <a:latin typeface="+mj-lt"/>
              </a:rPr>
              <a:t>SCAN:</a:t>
            </a:r>
            <a:endParaRPr lang="en-US"/>
          </a:p>
          <a:p>
            <a:r>
              <a:rPr lang="en-US" sz="1400">
                <a:solidFill>
                  <a:schemeClr val="bg2">
                    <a:lumMod val="25000"/>
                  </a:schemeClr>
                </a:solidFill>
              </a:rPr>
              <a:t>Dựa trên EDF (Earliest Deadline First) + số track</a:t>
            </a:r>
          </a:p>
          <a:p>
            <a:r>
              <a:rPr lang="en-US" sz="1400">
                <a:solidFill>
                  <a:schemeClr val="bg2">
                    <a:lumMod val="25000"/>
                  </a:schemeClr>
                </a:solidFill>
              </a:rPr>
              <a:t>Mỗi y/cầu có 1 nhãn deadline =&gt; nhóm theo thứ tự tăng dần =&gt; trong mỗi nhóm, thực hiện SCAN</a:t>
            </a:r>
            <a:endParaRPr lang="en-US" sz="1200">
              <a:solidFill>
                <a:schemeClr val="bg2">
                  <a:lumMod val="25000"/>
                </a:schemeClr>
              </a:solidFill>
            </a:endParaRPr>
          </a:p>
        </p:txBody>
      </p:sp>
      <p:pic>
        <p:nvPicPr>
          <p:cNvPr id="15" name="Picture 14" descr="A table with numbers and text&#10;&#10;AI-generated content may be incorrect.">
            <a:extLst>
              <a:ext uri="{FF2B5EF4-FFF2-40B4-BE49-F238E27FC236}">
                <a16:creationId xmlns:a16="http://schemas.microsoft.com/office/drawing/2014/main" id="{2B88537E-646D-5E7F-5853-5680A483BA64}"/>
              </a:ext>
            </a:extLst>
          </p:cNvPr>
          <p:cNvPicPr>
            <a:picLocks noChangeAspect="1"/>
          </p:cNvPicPr>
          <p:nvPr/>
        </p:nvPicPr>
        <p:blipFill>
          <a:blip r:embed="rId4"/>
          <a:stretch>
            <a:fillRect/>
          </a:stretch>
        </p:blipFill>
        <p:spPr>
          <a:xfrm>
            <a:off x="8258781" y="3004458"/>
            <a:ext cx="3601899" cy="1153883"/>
          </a:xfrm>
          <a:prstGeom prst="rect">
            <a:avLst/>
          </a:prstGeom>
        </p:spPr>
      </p:pic>
      <p:sp>
        <p:nvSpPr>
          <p:cNvPr id="16" name="TextBox 15">
            <a:extLst>
              <a:ext uri="{FF2B5EF4-FFF2-40B4-BE49-F238E27FC236}">
                <a16:creationId xmlns:a16="http://schemas.microsoft.com/office/drawing/2014/main" id="{56826F4B-087B-2DAD-5A84-23A7414EC639}"/>
              </a:ext>
            </a:extLst>
          </p:cNvPr>
          <p:cNvSpPr txBox="1"/>
          <p:nvPr/>
        </p:nvSpPr>
        <p:spPr>
          <a:xfrm>
            <a:off x="8258781" y="4365281"/>
            <a:ext cx="6096000" cy="338554"/>
          </a:xfrm>
          <a:prstGeom prst="rect">
            <a:avLst/>
          </a:prstGeom>
          <a:noFill/>
        </p:spPr>
        <p:txBody>
          <a:bodyPr wrap="square">
            <a:spAutoFit/>
          </a:bodyPr>
          <a:lstStyle/>
          <a:p>
            <a:r>
              <a:rPr lang="pt-BR" sz="1600"/>
              <a:t>Thứ tự phục vụ: </a:t>
            </a:r>
            <a:r>
              <a:rPr lang="en-US" sz="1600"/>
              <a:t>R4, R1, R2, R3</a:t>
            </a:r>
          </a:p>
        </p:txBody>
      </p:sp>
      <p:sp>
        <p:nvSpPr>
          <p:cNvPr id="19" name="TextBox 18">
            <a:extLst>
              <a:ext uri="{FF2B5EF4-FFF2-40B4-BE49-F238E27FC236}">
                <a16:creationId xmlns:a16="http://schemas.microsoft.com/office/drawing/2014/main" id="{E9453F04-35C9-6B08-75F7-65E05E1EB510}"/>
              </a:ext>
            </a:extLst>
          </p:cNvPr>
          <p:cNvSpPr txBox="1"/>
          <p:nvPr/>
        </p:nvSpPr>
        <p:spPr>
          <a:xfrm>
            <a:off x="397238" y="5175630"/>
            <a:ext cx="6096000" cy="1015663"/>
          </a:xfrm>
          <a:prstGeom prst="rect">
            <a:avLst/>
          </a:prstGeom>
          <a:noFill/>
        </p:spPr>
        <p:txBody>
          <a:bodyPr wrap="square">
            <a:spAutoFit/>
          </a:bodyPr>
          <a:lstStyle/>
          <a:p>
            <a:r>
              <a:rPr lang="pt-BR" sz="2000"/>
              <a:t>Khác: </a:t>
            </a:r>
          </a:p>
          <a:p>
            <a:pPr marL="285750" indent="-285750">
              <a:buFont typeface="Arial" panose="020B0604020202020204" pitchFamily="34" charset="0"/>
              <a:buChar char="•"/>
            </a:pPr>
            <a:r>
              <a:rPr lang="pt-BR" sz="2000">
                <a:solidFill>
                  <a:schemeClr val="bg2">
                    <a:lumMod val="25000"/>
                  </a:schemeClr>
                </a:solidFill>
              </a:rPr>
              <a:t>Group Sweeping</a:t>
            </a:r>
          </a:p>
          <a:p>
            <a:pPr marL="285750" indent="-285750">
              <a:buFont typeface="Arial" panose="020B0604020202020204" pitchFamily="34" charset="0"/>
              <a:buChar char="•"/>
            </a:pPr>
            <a:r>
              <a:rPr lang="pt-BR" sz="2000">
                <a:solidFill>
                  <a:schemeClr val="bg2">
                    <a:lumMod val="25000"/>
                  </a:schemeClr>
                </a:solidFill>
              </a:rPr>
              <a:t>Mixed scheduling</a:t>
            </a:r>
            <a:endParaRPr lang="en-US" sz="2000">
              <a:solidFill>
                <a:schemeClr val="bg2">
                  <a:lumMod val="25000"/>
                </a:schemeClr>
              </a:solidFill>
            </a:endParaRPr>
          </a:p>
        </p:txBody>
      </p:sp>
    </p:spTree>
    <p:extLst>
      <p:ext uri="{BB962C8B-B14F-4D97-AF65-F5344CB8AC3E}">
        <p14:creationId xmlns:p14="http://schemas.microsoft.com/office/powerpoint/2010/main" val="256747703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11D55F-CD20-34FB-E3CD-42B2FFCBA7A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AF416C9-0CB7-7F14-E2C7-BDF55DCB4C63}"/>
              </a:ext>
            </a:extLst>
          </p:cNvPr>
          <p:cNvSpPr>
            <a:spLocks noGrp="1"/>
          </p:cNvSpPr>
          <p:nvPr>
            <p:ph type="title"/>
          </p:nvPr>
        </p:nvSpPr>
        <p:spPr/>
        <p:txBody>
          <a:bodyPr>
            <a:noAutofit/>
          </a:bodyPr>
          <a:lstStyle/>
          <a:p>
            <a:r>
              <a:rPr lang="en-US" sz="2800"/>
              <a:t>4. </a:t>
            </a:r>
            <a:r>
              <a:rPr lang="vi-VN" sz="2800"/>
              <a:t>Xây dựng máy chủ phương tiện dựa trên đĩa</a:t>
            </a:r>
            <a:endParaRPr sz="2800" dirty="0"/>
          </a:p>
        </p:txBody>
      </p:sp>
      <p:sp>
        <p:nvSpPr>
          <p:cNvPr id="3" name="TextBox 2">
            <a:extLst>
              <a:ext uri="{FF2B5EF4-FFF2-40B4-BE49-F238E27FC236}">
                <a16:creationId xmlns:a16="http://schemas.microsoft.com/office/drawing/2014/main" id="{B987AF1E-A5BB-1DAF-E087-524BEBCBD83A}"/>
              </a:ext>
            </a:extLst>
          </p:cNvPr>
          <p:cNvSpPr txBox="1"/>
          <p:nvPr/>
        </p:nvSpPr>
        <p:spPr>
          <a:xfrm>
            <a:off x="524239" y="1029831"/>
            <a:ext cx="6762316" cy="4647426"/>
          </a:xfrm>
          <a:prstGeom prst="rect">
            <a:avLst/>
          </a:prstGeom>
          <a:noFill/>
        </p:spPr>
        <p:txBody>
          <a:bodyPr wrap="square" rtlCol="0">
            <a:spAutoFit/>
          </a:bodyPr>
          <a:lstStyle/>
          <a:p>
            <a:r>
              <a:rPr lang="en-US" sz="2000" b="1">
                <a:latin typeface="+mj-lt"/>
              </a:rPr>
              <a:t>Yêu cầu:</a:t>
            </a:r>
            <a:endParaRPr lang="en-US" sz="2000"/>
          </a:p>
          <a:p>
            <a:pPr marL="342900" indent="-342900">
              <a:buFont typeface="Arial" panose="020B0604020202020204" pitchFamily="34" charset="0"/>
              <a:buChar char="•"/>
            </a:pPr>
            <a:r>
              <a:rPr lang="vi-VN" sz="2000">
                <a:solidFill>
                  <a:schemeClr val="bg2">
                    <a:lumMod val="25000"/>
                  </a:schemeClr>
                </a:solidFill>
              </a:rPr>
              <a:t>Phục vụ đồng thời cho nhiều client </a:t>
            </a:r>
            <a:endParaRPr lang="en-US" sz="2000">
              <a:solidFill>
                <a:schemeClr val="bg2">
                  <a:lumMod val="25000"/>
                </a:schemeClr>
              </a:solidFill>
            </a:endParaRPr>
          </a:p>
          <a:p>
            <a:pPr marL="342900" indent="-342900">
              <a:buFont typeface="Arial" panose="020B0604020202020204" pitchFamily="34" charset="0"/>
              <a:buChar char="•"/>
            </a:pPr>
            <a:r>
              <a:rPr lang="vi-VN" sz="2000">
                <a:solidFill>
                  <a:schemeClr val="bg2">
                    <a:lumMod val="25000"/>
                  </a:schemeClr>
                </a:solidFill>
              </a:rPr>
              <a:t>Client có thể:</a:t>
            </a:r>
            <a:r>
              <a:rPr lang="en-US" sz="2000">
                <a:solidFill>
                  <a:schemeClr val="bg2">
                    <a:lumMod val="25000"/>
                  </a:schemeClr>
                </a:solidFill>
              </a:rPr>
              <a:t> </a:t>
            </a:r>
          </a:p>
          <a:p>
            <a:pPr marL="800100" lvl="1" indent="-342900">
              <a:buFont typeface="Arial" panose="020B0604020202020204" pitchFamily="34" charset="0"/>
              <a:buChar char="•"/>
            </a:pPr>
            <a:r>
              <a:rPr lang="vi-VN" sz="2000">
                <a:solidFill>
                  <a:schemeClr val="bg2">
                    <a:lumMod val="25000"/>
                  </a:schemeClr>
                </a:solidFill>
              </a:rPr>
              <a:t>Playback (xem thường)</a:t>
            </a:r>
            <a:endParaRPr lang="en-US" sz="2000">
              <a:solidFill>
                <a:schemeClr val="bg2">
                  <a:lumMod val="25000"/>
                </a:schemeClr>
              </a:solidFill>
            </a:endParaRPr>
          </a:p>
          <a:p>
            <a:pPr marL="800100" lvl="1" indent="-342900">
              <a:buFont typeface="Arial" panose="020B0604020202020204" pitchFamily="34" charset="0"/>
              <a:buChar char="•"/>
            </a:pPr>
            <a:r>
              <a:rPr lang="vi-VN" sz="2000">
                <a:solidFill>
                  <a:schemeClr val="bg2">
                    <a:lumMod val="25000"/>
                  </a:schemeClr>
                </a:solidFill>
              </a:rPr>
              <a:t>Rewind (tua lại)</a:t>
            </a:r>
            <a:endParaRPr lang="en-US" sz="2000">
              <a:solidFill>
                <a:schemeClr val="bg2">
                  <a:lumMod val="25000"/>
                </a:schemeClr>
              </a:solidFill>
            </a:endParaRPr>
          </a:p>
          <a:p>
            <a:pPr marL="800100" lvl="1" indent="-342900">
              <a:buFont typeface="Arial" panose="020B0604020202020204" pitchFamily="34" charset="0"/>
              <a:buChar char="•"/>
            </a:pPr>
            <a:r>
              <a:rPr lang="vi-VN" sz="2000">
                <a:solidFill>
                  <a:schemeClr val="bg2">
                    <a:lumMod val="25000"/>
                  </a:schemeClr>
                </a:solidFill>
              </a:rPr>
              <a:t>Fast-forward (tua đi)</a:t>
            </a:r>
            <a:endParaRPr lang="en-US" sz="2000">
              <a:solidFill>
                <a:schemeClr val="bg2">
                  <a:lumMod val="25000"/>
                </a:schemeClr>
              </a:solidFill>
            </a:endParaRPr>
          </a:p>
          <a:p>
            <a:pPr marL="800100" lvl="1" indent="-342900">
              <a:buFont typeface="Arial" panose="020B0604020202020204" pitchFamily="34" charset="0"/>
              <a:buChar char="•"/>
            </a:pPr>
            <a:r>
              <a:rPr lang="vi-VN" sz="2000">
                <a:solidFill>
                  <a:schemeClr val="bg2">
                    <a:lumMod val="25000"/>
                  </a:schemeClr>
                </a:solidFill>
              </a:rPr>
              <a:t>Pause (tạm dừng), ..</a:t>
            </a:r>
            <a:r>
              <a:rPr lang="en-US" sz="2000">
                <a:solidFill>
                  <a:schemeClr val="bg2">
                    <a:lumMod val="25000"/>
                  </a:schemeClr>
                </a:solidFill>
              </a:rPr>
              <a:t>.</a:t>
            </a:r>
          </a:p>
          <a:p>
            <a:pPr marL="800100" lvl="1" indent="-342900">
              <a:buFont typeface="Arial" panose="020B0604020202020204" pitchFamily="34" charset="0"/>
              <a:buChar char="•"/>
            </a:pPr>
            <a:endParaRPr lang="en-US" sz="2000">
              <a:solidFill>
                <a:schemeClr val="bg2">
                  <a:lumMod val="25000"/>
                </a:schemeClr>
              </a:solidFill>
            </a:endParaRPr>
          </a:p>
          <a:p>
            <a:pPr marL="800100" lvl="1" indent="-342900">
              <a:buFont typeface="Arial" panose="020B0604020202020204" pitchFamily="34" charset="0"/>
              <a:buChar char="•"/>
            </a:pPr>
            <a:endParaRPr lang="en-US" sz="2000">
              <a:solidFill>
                <a:schemeClr val="bg2">
                  <a:lumMod val="25000"/>
                </a:schemeClr>
              </a:solidFill>
            </a:endParaRPr>
          </a:p>
          <a:p>
            <a:pPr marL="800100" lvl="1" indent="-342900">
              <a:buFont typeface="Arial" panose="020B0604020202020204" pitchFamily="34" charset="0"/>
              <a:buChar char="•"/>
            </a:pPr>
            <a:endParaRPr lang="en-US" sz="2000">
              <a:solidFill>
                <a:schemeClr val="bg2">
                  <a:lumMod val="25000"/>
                </a:schemeClr>
              </a:solidFill>
            </a:endParaRPr>
          </a:p>
          <a:p>
            <a:pPr marL="342900" indent="-342900">
              <a:buFont typeface="Arial" panose="020B0604020202020204" pitchFamily="34" charset="0"/>
              <a:buChar char="•"/>
            </a:pPr>
            <a:r>
              <a:rPr lang="en-US" sz="2000">
                <a:solidFill>
                  <a:schemeClr val="bg2">
                    <a:lumMod val="25000"/>
                  </a:schemeClr>
                </a:solidFill>
              </a:rPr>
              <a:t>Với mỗi Client, phải đảm bảo:</a:t>
            </a:r>
          </a:p>
          <a:p>
            <a:pPr marL="800100" lvl="1" indent="-342900">
              <a:buFont typeface="Arial" panose="020B0604020202020204" pitchFamily="34" charset="0"/>
              <a:buChar char="•"/>
            </a:pPr>
            <a:r>
              <a:rPr lang="en-US" sz="2000">
                <a:solidFill>
                  <a:schemeClr val="bg2">
                    <a:lumMod val="25000"/>
                  </a:schemeClr>
                </a:solidFill>
              </a:rPr>
              <a:t>Xem được liên tục</a:t>
            </a:r>
          </a:p>
          <a:p>
            <a:pPr marL="800100" lvl="1" indent="-342900">
              <a:buFont typeface="Arial" panose="020B0604020202020204" pitchFamily="34" charset="0"/>
              <a:buChar char="•"/>
            </a:pPr>
            <a:r>
              <a:rPr lang="en-US" sz="2000">
                <a:solidFill>
                  <a:schemeClr val="bg2">
                    <a:lumMod val="25000"/>
                  </a:schemeClr>
                </a:solidFill>
              </a:rPr>
              <a:t>Tốc độ đẩy dữ liệu vào buffer phải hợp lý:</a:t>
            </a:r>
          </a:p>
          <a:p>
            <a:pPr marL="1257300" lvl="2" indent="-342900">
              <a:buFont typeface="Courier New" panose="02070309020205020404" pitchFamily="49" charset="0"/>
              <a:buChar char="o"/>
            </a:pPr>
            <a:r>
              <a:rPr lang="en-US">
                <a:solidFill>
                  <a:schemeClr val="bg2">
                    <a:lumMod val="25000"/>
                  </a:schemeClr>
                </a:solidFill>
              </a:rPr>
              <a:t>Quá nhanh: dữ liệu ghi đè</a:t>
            </a:r>
          </a:p>
          <a:p>
            <a:pPr marL="1257300" lvl="2" indent="-342900">
              <a:buFont typeface="Courier New" panose="02070309020205020404" pitchFamily="49" charset="0"/>
              <a:buChar char="o"/>
            </a:pPr>
            <a:r>
              <a:rPr lang="en-US">
                <a:solidFill>
                  <a:schemeClr val="bg2">
                    <a:lumMod val="25000"/>
                  </a:schemeClr>
                </a:solidFill>
              </a:rPr>
              <a:t>Quá chậm: dịch vụ có thể bị gián đoạn</a:t>
            </a:r>
          </a:p>
        </p:txBody>
      </p:sp>
      <p:sp>
        <p:nvSpPr>
          <p:cNvPr id="7" name="AutoShape 4" descr="IOPS (Input/Output Operation Per Second)에 대하여~ :: 루키의 보석함">
            <a:extLst>
              <a:ext uri="{FF2B5EF4-FFF2-40B4-BE49-F238E27FC236}">
                <a16:creationId xmlns:a16="http://schemas.microsoft.com/office/drawing/2014/main" id="{21D3EF08-5B86-5383-22A0-F86F127DF8CC}"/>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5" name="Picture 4" descr="A diagram of a process&#10;&#10;AI-generated content may be incorrect.">
            <a:extLst>
              <a:ext uri="{FF2B5EF4-FFF2-40B4-BE49-F238E27FC236}">
                <a16:creationId xmlns:a16="http://schemas.microsoft.com/office/drawing/2014/main" id="{7DB7C8E4-331C-1137-E34E-E87AC9F29CA7}"/>
              </a:ext>
            </a:extLst>
          </p:cNvPr>
          <p:cNvPicPr>
            <a:picLocks noChangeAspect="1"/>
          </p:cNvPicPr>
          <p:nvPr/>
        </p:nvPicPr>
        <p:blipFill>
          <a:blip r:embed="rId3"/>
          <a:stretch>
            <a:fillRect/>
          </a:stretch>
        </p:blipFill>
        <p:spPr>
          <a:xfrm>
            <a:off x="6781110" y="4087581"/>
            <a:ext cx="4143877" cy="1740588"/>
          </a:xfrm>
          <a:prstGeom prst="rect">
            <a:avLst/>
          </a:prstGeom>
        </p:spPr>
      </p:pic>
      <p:pic>
        <p:nvPicPr>
          <p:cNvPr id="8" name="Picture 7" descr="A computer network diagram with many objects&#10;&#10;AI-generated content may be incorrect.">
            <a:extLst>
              <a:ext uri="{FF2B5EF4-FFF2-40B4-BE49-F238E27FC236}">
                <a16:creationId xmlns:a16="http://schemas.microsoft.com/office/drawing/2014/main" id="{AC93E041-A113-9A41-AAC6-AE59A660B519}"/>
              </a:ext>
            </a:extLst>
          </p:cNvPr>
          <p:cNvPicPr>
            <a:picLocks noChangeAspect="1"/>
          </p:cNvPicPr>
          <p:nvPr/>
        </p:nvPicPr>
        <p:blipFill>
          <a:blip r:embed="rId4"/>
          <a:stretch>
            <a:fillRect/>
          </a:stretch>
        </p:blipFill>
        <p:spPr>
          <a:xfrm>
            <a:off x="5943600" y="1113375"/>
            <a:ext cx="5543480" cy="2468025"/>
          </a:xfrm>
          <a:prstGeom prst="rect">
            <a:avLst/>
          </a:prstGeom>
        </p:spPr>
      </p:pic>
    </p:spTree>
    <p:extLst>
      <p:ext uri="{BB962C8B-B14F-4D97-AF65-F5344CB8AC3E}">
        <p14:creationId xmlns:p14="http://schemas.microsoft.com/office/powerpoint/2010/main" val="291394115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A48E76-B837-317B-B069-CBBA7F45845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FD2C0E0-81F3-48A1-C71B-218467F7B11C}"/>
              </a:ext>
            </a:extLst>
          </p:cNvPr>
          <p:cNvSpPr>
            <a:spLocks noGrp="1"/>
          </p:cNvSpPr>
          <p:nvPr>
            <p:ph type="title"/>
          </p:nvPr>
        </p:nvSpPr>
        <p:spPr/>
        <p:txBody>
          <a:bodyPr>
            <a:noAutofit/>
          </a:bodyPr>
          <a:lstStyle/>
          <a:p>
            <a:r>
              <a:rPr lang="en-US" sz="2800"/>
              <a:t>4. </a:t>
            </a:r>
            <a:r>
              <a:rPr lang="vi-VN" sz="2800"/>
              <a:t>Xây dựng máy chủ phương tiện dựa trên đĩa</a:t>
            </a:r>
            <a:endParaRPr sz="2800" dirty="0"/>
          </a:p>
        </p:txBody>
      </p:sp>
      <p:sp>
        <p:nvSpPr>
          <p:cNvPr id="3" name="TextBox 2">
            <a:extLst>
              <a:ext uri="{FF2B5EF4-FFF2-40B4-BE49-F238E27FC236}">
                <a16:creationId xmlns:a16="http://schemas.microsoft.com/office/drawing/2014/main" id="{FDB2B698-5792-D5EF-3304-A4A7ABF790B9}"/>
              </a:ext>
            </a:extLst>
          </p:cNvPr>
          <p:cNvSpPr txBox="1"/>
          <p:nvPr/>
        </p:nvSpPr>
        <p:spPr>
          <a:xfrm>
            <a:off x="524239" y="840978"/>
            <a:ext cx="6762316" cy="2616101"/>
          </a:xfrm>
          <a:prstGeom prst="rect">
            <a:avLst/>
          </a:prstGeom>
          <a:noFill/>
        </p:spPr>
        <p:txBody>
          <a:bodyPr wrap="square" rtlCol="0">
            <a:spAutoFit/>
          </a:bodyPr>
          <a:lstStyle/>
          <a:p>
            <a:r>
              <a:rPr lang="en-US" sz="2000" b="1">
                <a:latin typeface="+mj-lt"/>
              </a:rPr>
              <a:t>Tham số:</a:t>
            </a:r>
            <a:endParaRPr lang="en-US" sz="2000"/>
          </a:p>
          <a:p>
            <a:pPr marL="342900" indent="-342900">
              <a:buFont typeface="Arial" panose="020B0604020202020204" pitchFamily="34" charset="0"/>
              <a:buChar char="•"/>
            </a:pPr>
            <a:r>
              <a:rPr lang="vi-VN">
                <a:solidFill>
                  <a:schemeClr val="bg2">
                    <a:lumMod val="25000"/>
                  </a:schemeClr>
                </a:solidFill>
              </a:rPr>
              <a:t>Số đĩa server: n (d1, d2, …, dn)</a:t>
            </a:r>
            <a:endParaRPr lang="en-US">
              <a:solidFill>
                <a:schemeClr val="bg2">
                  <a:lumMod val="25000"/>
                </a:schemeClr>
              </a:solidFill>
            </a:endParaRPr>
          </a:p>
          <a:p>
            <a:pPr marL="342900" indent="-342900">
              <a:buFont typeface="Arial" panose="020B0604020202020204" pitchFamily="34" charset="0"/>
              <a:buChar char="•"/>
            </a:pPr>
            <a:r>
              <a:rPr lang="vi-VN">
                <a:solidFill>
                  <a:schemeClr val="bg2">
                    <a:lumMod val="25000"/>
                  </a:schemeClr>
                </a:solidFill>
              </a:rPr>
              <a:t>Số movie: k (m1, m2, …, mk)</a:t>
            </a:r>
            <a:endParaRPr lang="en-US">
              <a:solidFill>
                <a:schemeClr val="bg2">
                  <a:lumMod val="25000"/>
                </a:schemeClr>
              </a:solidFill>
            </a:endParaRPr>
          </a:p>
          <a:p>
            <a:pPr marL="342900" indent="-342900">
              <a:buFont typeface="Arial" panose="020B0604020202020204" pitchFamily="34" charset="0"/>
              <a:buChar char="•"/>
            </a:pPr>
            <a:r>
              <a:rPr lang="vi-VN">
                <a:solidFill>
                  <a:schemeClr val="bg2">
                    <a:lumMod val="25000"/>
                  </a:schemeClr>
                </a:solidFill>
              </a:rPr>
              <a:t>1 movie = chuỗi liên tiếp các block, block có kích thước cố địn</a:t>
            </a:r>
            <a:r>
              <a:rPr lang="en-US">
                <a:solidFill>
                  <a:schemeClr val="bg2">
                    <a:lumMod val="25000"/>
                  </a:schemeClr>
                </a:solidFill>
              </a:rPr>
              <a:t>h</a:t>
            </a:r>
            <a:r>
              <a:rPr lang="vi-VN">
                <a:solidFill>
                  <a:schemeClr val="bg2">
                    <a:lumMod val="25000"/>
                  </a:schemeClr>
                </a:solidFill>
              </a:rPr>
              <a:t> </a:t>
            </a:r>
            <a:endParaRPr lang="en-US">
              <a:solidFill>
                <a:schemeClr val="bg2">
                  <a:lumMod val="25000"/>
                </a:schemeClr>
              </a:solidFill>
            </a:endParaRPr>
          </a:p>
          <a:p>
            <a:pPr marL="342900" indent="-342900">
              <a:buFont typeface="Arial" panose="020B0604020202020204" pitchFamily="34" charset="0"/>
              <a:buChar char="•"/>
            </a:pPr>
            <a:r>
              <a:rPr lang="vi-VN">
                <a:solidFill>
                  <a:schemeClr val="bg2">
                    <a:lumMod val="25000"/>
                  </a:schemeClr>
                </a:solidFill>
              </a:rPr>
              <a:t>Block = 1 tập các frames liên tục (30 frames (1 giây); 5400 frames (3 phút) )</a:t>
            </a:r>
            <a:endParaRPr lang="en-US">
              <a:solidFill>
                <a:schemeClr val="bg2">
                  <a:lumMod val="25000"/>
                </a:schemeClr>
              </a:solidFill>
            </a:endParaRPr>
          </a:p>
          <a:p>
            <a:pPr marL="342900" indent="-342900">
              <a:buFont typeface="Arial" panose="020B0604020202020204" pitchFamily="34" charset="0"/>
              <a:buChar char="•"/>
            </a:pPr>
            <a:r>
              <a:rPr lang="vi-VN">
                <a:solidFill>
                  <a:schemeClr val="bg2">
                    <a:lumMod val="25000"/>
                  </a:schemeClr>
                </a:solidFill>
              </a:rPr>
              <a:t>b: 1 block của movie m,</a:t>
            </a:r>
            <a:endParaRPr lang="en-US">
              <a:solidFill>
                <a:schemeClr val="bg2">
                  <a:lumMod val="25000"/>
                </a:schemeClr>
              </a:solidFill>
            </a:endParaRPr>
          </a:p>
          <a:p>
            <a:pPr marL="342900" indent="-342900">
              <a:buFont typeface="Arial" panose="020B0604020202020204" pitchFamily="34" charset="0"/>
              <a:buChar char="•"/>
            </a:pPr>
            <a:r>
              <a:rPr lang="vi-VN">
                <a:solidFill>
                  <a:schemeClr val="bg2">
                    <a:lumMod val="25000"/>
                  </a:schemeClr>
                </a:solidFill>
              </a:rPr>
              <a:t>r : là số block client xem trên 1 đơn vị thời gian</a:t>
            </a:r>
            <a:endParaRPr lang="en-US">
              <a:solidFill>
                <a:schemeClr val="bg2">
                  <a:lumMod val="25000"/>
                </a:schemeClr>
              </a:solidFill>
            </a:endParaRPr>
          </a:p>
          <a:p>
            <a:pPr marL="342900" indent="-342900">
              <a:buFont typeface="Arial" panose="020B0604020202020204" pitchFamily="34" charset="0"/>
              <a:buChar char="•"/>
            </a:pPr>
            <a:r>
              <a:rPr lang="vi-VN">
                <a:solidFill>
                  <a:schemeClr val="bg2">
                    <a:lumMod val="25000"/>
                  </a:schemeClr>
                </a:solidFill>
              </a:rPr>
              <a:t>data(i, t): yêu cầu của client Ci tại thời điểm t về các khối DL</a:t>
            </a:r>
            <a:endParaRPr lang="en-US">
              <a:solidFill>
                <a:schemeClr val="bg2">
                  <a:lumMod val="25000"/>
                </a:schemeClr>
              </a:solidFill>
            </a:endParaRPr>
          </a:p>
        </p:txBody>
      </p:sp>
      <p:sp>
        <p:nvSpPr>
          <p:cNvPr id="7" name="AutoShape 4" descr="IOPS (Input/Output Operation Per Second)에 대하여~ :: 루키의 보석함">
            <a:extLst>
              <a:ext uri="{FF2B5EF4-FFF2-40B4-BE49-F238E27FC236}">
                <a16:creationId xmlns:a16="http://schemas.microsoft.com/office/drawing/2014/main" id="{53F94ED1-2D26-109A-0825-36C50F00EDCD}"/>
              </a:ext>
            </a:extLst>
          </p:cNvPr>
          <p:cNvSpPr>
            <a:spLocks noChangeAspect="1" noChangeArrowheads="1"/>
          </p:cNvSpPr>
          <p:nvPr/>
        </p:nvSpPr>
        <p:spPr bwMode="auto">
          <a:xfrm>
            <a:off x="5943600" y="3103345"/>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 name="TextBox 3">
            <a:extLst>
              <a:ext uri="{FF2B5EF4-FFF2-40B4-BE49-F238E27FC236}">
                <a16:creationId xmlns:a16="http://schemas.microsoft.com/office/drawing/2014/main" id="{437215D9-C311-D5FC-A86A-D7B57D19CC31}"/>
              </a:ext>
            </a:extLst>
          </p:cNvPr>
          <p:cNvSpPr txBox="1"/>
          <p:nvPr/>
        </p:nvSpPr>
        <p:spPr>
          <a:xfrm>
            <a:off x="524238" y="3408145"/>
            <a:ext cx="6762316" cy="2581732"/>
          </a:xfrm>
          <a:prstGeom prst="rect">
            <a:avLst/>
          </a:prstGeom>
          <a:noFill/>
        </p:spPr>
        <p:txBody>
          <a:bodyPr wrap="square" rtlCol="0">
            <a:spAutoFit/>
          </a:bodyPr>
          <a:lstStyle/>
          <a:p>
            <a:pPr>
              <a:lnSpc>
                <a:spcPct val="150000"/>
              </a:lnSpc>
            </a:pPr>
            <a:r>
              <a:rPr lang="en-US" sz="2000" b="1">
                <a:latin typeface="+mj-lt"/>
              </a:rPr>
              <a:t>Yêu cầu từ client:</a:t>
            </a:r>
            <a:endParaRPr lang="en-US" sz="2000"/>
          </a:p>
          <a:p>
            <a:pPr marL="342900" indent="-342900">
              <a:lnSpc>
                <a:spcPct val="150000"/>
              </a:lnSpc>
              <a:buFont typeface="Arial" panose="020B0604020202020204" pitchFamily="34" charset="0"/>
              <a:buChar char="•"/>
            </a:pPr>
            <a:r>
              <a:rPr lang="vi-VN">
                <a:solidFill>
                  <a:schemeClr val="bg2">
                    <a:lumMod val="25000"/>
                  </a:schemeClr>
                </a:solidFill>
              </a:rPr>
              <a:t>Xem</a:t>
            </a:r>
            <a:r>
              <a:rPr lang="en-US">
                <a:solidFill>
                  <a:schemeClr val="bg2">
                    <a:lumMod val="25000"/>
                  </a:schemeClr>
                </a:solidFill>
              </a:rPr>
              <a:t> </a:t>
            </a:r>
            <a:r>
              <a:rPr lang="vi-VN">
                <a:solidFill>
                  <a:schemeClr val="bg2">
                    <a:lumMod val="25000"/>
                  </a:schemeClr>
                </a:solidFill>
              </a:rPr>
              <a:t>bình</a:t>
            </a:r>
            <a:r>
              <a:rPr lang="en-US">
                <a:solidFill>
                  <a:schemeClr val="bg2">
                    <a:lumMod val="25000"/>
                  </a:schemeClr>
                </a:solidFill>
              </a:rPr>
              <a:t> </a:t>
            </a:r>
            <a:r>
              <a:rPr lang="vi-VN">
                <a:solidFill>
                  <a:schemeClr val="bg2">
                    <a:lumMod val="25000"/>
                  </a:schemeClr>
                </a:solidFill>
              </a:rPr>
              <a:t>thường</a:t>
            </a:r>
            <a:r>
              <a:rPr lang="en-US">
                <a:solidFill>
                  <a:schemeClr val="bg2">
                    <a:lumMod val="25000"/>
                  </a:schemeClr>
                </a:solidFill>
              </a:rPr>
              <a:t> </a:t>
            </a:r>
            <a:r>
              <a:rPr lang="vi-VN">
                <a:solidFill>
                  <a:schemeClr val="bg2">
                    <a:lumMod val="25000"/>
                  </a:schemeClr>
                </a:solidFill>
              </a:rPr>
              <a:t>(play–normalview):</a:t>
            </a:r>
            <a:endParaRPr lang="en-US">
              <a:solidFill>
                <a:schemeClr val="bg2">
                  <a:lumMod val="25000"/>
                </a:schemeClr>
              </a:solidFill>
            </a:endParaRPr>
          </a:p>
          <a:p>
            <a:pPr marL="342900" indent="-342900">
              <a:lnSpc>
                <a:spcPct val="150000"/>
              </a:lnSpc>
              <a:buFont typeface="Arial" panose="020B0604020202020204" pitchFamily="34" charset="0"/>
              <a:buChar char="•"/>
            </a:pPr>
            <a:r>
              <a:rPr lang="en-US">
                <a:solidFill>
                  <a:schemeClr val="bg2">
                    <a:lumMod val="25000"/>
                  </a:schemeClr>
                </a:solidFill>
              </a:rPr>
              <a:t>Tua đi (fast-forward):</a:t>
            </a:r>
          </a:p>
          <a:p>
            <a:pPr marL="342900" indent="-342900">
              <a:lnSpc>
                <a:spcPct val="150000"/>
              </a:lnSpc>
              <a:buFont typeface="Arial" panose="020B0604020202020204" pitchFamily="34" charset="0"/>
              <a:buChar char="•"/>
            </a:pPr>
            <a:r>
              <a:rPr lang="en-US">
                <a:solidFill>
                  <a:schemeClr val="bg2">
                    <a:lumMod val="25000"/>
                  </a:schemeClr>
                </a:solidFill>
              </a:rPr>
              <a:t>Tua lại (rewind):</a:t>
            </a:r>
          </a:p>
          <a:p>
            <a:pPr marL="342900" indent="-342900">
              <a:lnSpc>
                <a:spcPct val="150000"/>
              </a:lnSpc>
              <a:buFont typeface="Arial" panose="020B0604020202020204" pitchFamily="34" charset="0"/>
              <a:buChar char="•"/>
            </a:pPr>
            <a:r>
              <a:rPr lang="en-US">
                <a:solidFill>
                  <a:schemeClr val="bg2">
                    <a:lumMod val="25000"/>
                  </a:schemeClr>
                </a:solidFill>
              </a:rPr>
              <a:t>Tạm dừng (pause):</a:t>
            </a:r>
          </a:p>
          <a:p>
            <a:pPr marL="342900" indent="-342900">
              <a:lnSpc>
                <a:spcPct val="150000"/>
              </a:lnSpc>
              <a:buFont typeface="Arial" panose="020B0604020202020204" pitchFamily="34" charset="0"/>
              <a:buChar char="•"/>
            </a:pPr>
            <a:r>
              <a:rPr lang="en-US">
                <a:solidFill>
                  <a:schemeClr val="bg2">
                    <a:lumMod val="25000"/>
                  </a:schemeClr>
                </a:solidFill>
              </a:rPr>
              <a:t>Tổng quát hóa:</a:t>
            </a:r>
          </a:p>
        </p:txBody>
      </p:sp>
      <p:pic>
        <p:nvPicPr>
          <p:cNvPr id="9" name="Picture 8">
            <a:extLst>
              <a:ext uri="{FF2B5EF4-FFF2-40B4-BE49-F238E27FC236}">
                <a16:creationId xmlns:a16="http://schemas.microsoft.com/office/drawing/2014/main" id="{372A19CE-B8A5-5CAA-038D-E12D03F22337}"/>
              </a:ext>
            </a:extLst>
          </p:cNvPr>
          <p:cNvPicPr>
            <a:picLocks noChangeAspect="1"/>
          </p:cNvPicPr>
          <p:nvPr/>
        </p:nvPicPr>
        <p:blipFill>
          <a:blip r:embed="rId3"/>
          <a:stretch>
            <a:fillRect/>
          </a:stretch>
        </p:blipFill>
        <p:spPr>
          <a:xfrm>
            <a:off x="4509161" y="3959398"/>
            <a:ext cx="3837146" cy="408040"/>
          </a:xfrm>
          <a:prstGeom prst="rect">
            <a:avLst/>
          </a:prstGeom>
        </p:spPr>
      </p:pic>
      <p:pic>
        <p:nvPicPr>
          <p:cNvPr id="11" name="Picture 10">
            <a:extLst>
              <a:ext uri="{FF2B5EF4-FFF2-40B4-BE49-F238E27FC236}">
                <a16:creationId xmlns:a16="http://schemas.microsoft.com/office/drawing/2014/main" id="{9AE05489-8D24-CADC-5DE9-478BE5EA6D1F}"/>
              </a:ext>
            </a:extLst>
          </p:cNvPr>
          <p:cNvPicPr>
            <a:picLocks noChangeAspect="1"/>
          </p:cNvPicPr>
          <p:nvPr/>
        </p:nvPicPr>
        <p:blipFill>
          <a:blip r:embed="rId4"/>
          <a:stretch>
            <a:fillRect/>
          </a:stretch>
        </p:blipFill>
        <p:spPr>
          <a:xfrm>
            <a:off x="3043315" y="4386013"/>
            <a:ext cx="4586644" cy="344748"/>
          </a:xfrm>
          <a:prstGeom prst="rect">
            <a:avLst/>
          </a:prstGeom>
        </p:spPr>
      </p:pic>
      <p:pic>
        <p:nvPicPr>
          <p:cNvPr id="13" name="Picture 12">
            <a:extLst>
              <a:ext uri="{FF2B5EF4-FFF2-40B4-BE49-F238E27FC236}">
                <a16:creationId xmlns:a16="http://schemas.microsoft.com/office/drawing/2014/main" id="{A4686817-CCD5-6553-9B69-EC4D8ACC169A}"/>
              </a:ext>
            </a:extLst>
          </p:cNvPr>
          <p:cNvPicPr>
            <a:picLocks noChangeAspect="1"/>
          </p:cNvPicPr>
          <p:nvPr/>
        </p:nvPicPr>
        <p:blipFill>
          <a:blip r:embed="rId5"/>
          <a:stretch>
            <a:fillRect/>
          </a:stretch>
        </p:blipFill>
        <p:spPr>
          <a:xfrm>
            <a:off x="2545412" y="4849331"/>
            <a:ext cx="4179238" cy="284633"/>
          </a:xfrm>
          <a:prstGeom prst="rect">
            <a:avLst/>
          </a:prstGeom>
        </p:spPr>
      </p:pic>
      <p:pic>
        <p:nvPicPr>
          <p:cNvPr id="15" name="Picture 14">
            <a:extLst>
              <a:ext uri="{FF2B5EF4-FFF2-40B4-BE49-F238E27FC236}">
                <a16:creationId xmlns:a16="http://schemas.microsoft.com/office/drawing/2014/main" id="{32BD3FDD-D9F3-7425-8F99-C0F67CDCDF50}"/>
              </a:ext>
            </a:extLst>
          </p:cNvPr>
          <p:cNvPicPr>
            <a:picLocks noChangeAspect="1"/>
          </p:cNvPicPr>
          <p:nvPr/>
        </p:nvPicPr>
        <p:blipFill>
          <a:blip r:embed="rId6"/>
          <a:stretch>
            <a:fillRect/>
          </a:stretch>
        </p:blipFill>
        <p:spPr>
          <a:xfrm>
            <a:off x="2776091" y="5252534"/>
            <a:ext cx="1529209" cy="266382"/>
          </a:xfrm>
          <a:prstGeom prst="rect">
            <a:avLst/>
          </a:prstGeom>
        </p:spPr>
      </p:pic>
      <p:pic>
        <p:nvPicPr>
          <p:cNvPr id="17" name="Picture 16">
            <a:extLst>
              <a:ext uri="{FF2B5EF4-FFF2-40B4-BE49-F238E27FC236}">
                <a16:creationId xmlns:a16="http://schemas.microsoft.com/office/drawing/2014/main" id="{7E3F7B92-303B-8234-4DB3-04A569DB943C}"/>
              </a:ext>
            </a:extLst>
          </p:cNvPr>
          <p:cNvPicPr>
            <a:picLocks noChangeAspect="1"/>
          </p:cNvPicPr>
          <p:nvPr/>
        </p:nvPicPr>
        <p:blipFill>
          <a:blip r:embed="rId7"/>
          <a:stretch>
            <a:fillRect/>
          </a:stretch>
        </p:blipFill>
        <p:spPr>
          <a:xfrm>
            <a:off x="2409362" y="5664319"/>
            <a:ext cx="2655641" cy="279253"/>
          </a:xfrm>
          <a:prstGeom prst="rect">
            <a:avLst/>
          </a:prstGeom>
        </p:spPr>
      </p:pic>
      <p:pic>
        <p:nvPicPr>
          <p:cNvPr id="19" name="Picture 18" descr="A close-up of a sign&#10;&#10;AI-generated content may be incorrect.">
            <a:extLst>
              <a:ext uri="{FF2B5EF4-FFF2-40B4-BE49-F238E27FC236}">
                <a16:creationId xmlns:a16="http://schemas.microsoft.com/office/drawing/2014/main" id="{710F0497-2C2E-EB5F-A2B4-CFC52194F1B3}"/>
              </a:ext>
            </a:extLst>
          </p:cNvPr>
          <p:cNvPicPr>
            <a:picLocks noChangeAspect="1"/>
          </p:cNvPicPr>
          <p:nvPr/>
        </p:nvPicPr>
        <p:blipFill>
          <a:blip r:embed="rId8"/>
          <a:stretch>
            <a:fillRect/>
          </a:stretch>
        </p:blipFill>
        <p:spPr>
          <a:xfrm>
            <a:off x="9670889" y="3222918"/>
            <a:ext cx="1454586" cy="408040"/>
          </a:xfrm>
          <a:prstGeom prst="rect">
            <a:avLst/>
          </a:prstGeom>
        </p:spPr>
      </p:pic>
      <p:sp>
        <p:nvSpPr>
          <p:cNvPr id="21" name="TextBox 20">
            <a:extLst>
              <a:ext uri="{FF2B5EF4-FFF2-40B4-BE49-F238E27FC236}">
                <a16:creationId xmlns:a16="http://schemas.microsoft.com/office/drawing/2014/main" id="{1165544D-7521-233C-0A65-BB4E3A91F198}"/>
              </a:ext>
            </a:extLst>
          </p:cNvPr>
          <p:cNvSpPr txBox="1"/>
          <p:nvPr/>
        </p:nvSpPr>
        <p:spPr>
          <a:xfrm>
            <a:off x="6022207" y="5328981"/>
            <a:ext cx="6096000" cy="646331"/>
          </a:xfrm>
          <a:prstGeom prst="rect">
            <a:avLst/>
          </a:prstGeom>
          <a:noFill/>
        </p:spPr>
        <p:txBody>
          <a:bodyPr wrap="square">
            <a:spAutoFit/>
          </a:bodyPr>
          <a:lstStyle/>
          <a:p>
            <a:r>
              <a:rPr lang="vi-VN">
                <a:solidFill>
                  <a:schemeClr val="bg2">
                    <a:lumMod val="25000"/>
                  </a:schemeClr>
                </a:solidFill>
              </a:rPr>
              <a:t>Các block được yêu cầu là: </a:t>
            </a:r>
            <a:endParaRPr lang="en-US">
              <a:solidFill>
                <a:schemeClr val="bg2">
                  <a:lumMod val="25000"/>
                </a:schemeClr>
              </a:solidFill>
            </a:endParaRPr>
          </a:p>
          <a:p>
            <a:r>
              <a:rPr lang="vi-VN">
                <a:solidFill>
                  <a:srgbClr val="C00000"/>
                </a:solidFill>
              </a:rPr>
              <a:t>b, (b+ step), (b + 2*step), …, (b + (len-1)*step)</a:t>
            </a:r>
            <a:endParaRPr lang="en-US">
              <a:solidFill>
                <a:srgbClr val="C00000"/>
              </a:solidFill>
            </a:endParaRPr>
          </a:p>
        </p:txBody>
      </p:sp>
      <p:pic>
        <p:nvPicPr>
          <p:cNvPr id="23" name="Picture 22" descr="A number of numbers and symbols&#10;&#10;AI-generated content may be incorrect.">
            <a:extLst>
              <a:ext uri="{FF2B5EF4-FFF2-40B4-BE49-F238E27FC236}">
                <a16:creationId xmlns:a16="http://schemas.microsoft.com/office/drawing/2014/main" id="{ACFD063B-8F81-ED96-F9D3-31AFDA868D9B}"/>
              </a:ext>
            </a:extLst>
          </p:cNvPr>
          <p:cNvPicPr>
            <a:picLocks noChangeAspect="1"/>
          </p:cNvPicPr>
          <p:nvPr/>
        </p:nvPicPr>
        <p:blipFill>
          <a:blip r:embed="rId9"/>
          <a:stretch>
            <a:fillRect/>
          </a:stretch>
        </p:blipFill>
        <p:spPr>
          <a:xfrm>
            <a:off x="9670889" y="3688224"/>
            <a:ext cx="1976629" cy="847127"/>
          </a:xfrm>
          <a:prstGeom prst="rect">
            <a:avLst/>
          </a:prstGeom>
        </p:spPr>
      </p:pic>
    </p:spTree>
    <p:extLst>
      <p:ext uri="{BB962C8B-B14F-4D97-AF65-F5344CB8AC3E}">
        <p14:creationId xmlns:p14="http://schemas.microsoft.com/office/powerpoint/2010/main" val="131990994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399A2C-1672-54F9-9D42-77DAA63C405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F9BECDF-5058-27D9-99D5-02D2F393D133}"/>
              </a:ext>
            </a:extLst>
          </p:cNvPr>
          <p:cNvSpPr>
            <a:spLocks noGrp="1"/>
          </p:cNvSpPr>
          <p:nvPr>
            <p:ph type="title"/>
          </p:nvPr>
        </p:nvSpPr>
        <p:spPr/>
        <p:txBody>
          <a:bodyPr>
            <a:noAutofit/>
          </a:bodyPr>
          <a:lstStyle/>
          <a:p>
            <a:r>
              <a:rPr lang="en-US" sz="2800"/>
              <a:t>4. </a:t>
            </a:r>
            <a:r>
              <a:rPr lang="vi-VN" sz="2800"/>
              <a:t>Xây dựng máy chủ phương tiện dựa trên đĩa</a:t>
            </a:r>
            <a:endParaRPr sz="2800" dirty="0"/>
          </a:p>
        </p:txBody>
      </p:sp>
      <p:sp>
        <p:nvSpPr>
          <p:cNvPr id="3" name="TextBox 2">
            <a:extLst>
              <a:ext uri="{FF2B5EF4-FFF2-40B4-BE49-F238E27FC236}">
                <a16:creationId xmlns:a16="http://schemas.microsoft.com/office/drawing/2014/main" id="{D5BB984B-1D78-836F-DA14-DF2A0D846718}"/>
              </a:ext>
            </a:extLst>
          </p:cNvPr>
          <p:cNvSpPr txBox="1"/>
          <p:nvPr/>
        </p:nvSpPr>
        <p:spPr>
          <a:xfrm>
            <a:off x="524239" y="988774"/>
            <a:ext cx="10572386" cy="1421992"/>
          </a:xfrm>
          <a:prstGeom prst="rect">
            <a:avLst/>
          </a:prstGeom>
          <a:noFill/>
        </p:spPr>
        <p:txBody>
          <a:bodyPr wrap="square" rtlCol="0">
            <a:spAutoFit/>
          </a:bodyPr>
          <a:lstStyle/>
          <a:p>
            <a:pPr>
              <a:lnSpc>
                <a:spcPct val="150000"/>
              </a:lnSpc>
            </a:pPr>
            <a:r>
              <a:rPr lang="en-US" sz="2000" b="1">
                <a:latin typeface="+mj-lt"/>
              </a:rPr>
              <a:t>Giải thuật hỗ trợ chức năng VCR:</a:t>
            </a:r>
            <a:endParaRPr lang="en-US" sz="2000"/>
          </a:p>
          <a:p>
            <a:pPr marL="342900" indent="-342900">
              <a:lnSpc>
                <a:spcPct val="150000"/>
              </a:lnSpc>
              <a:buFont typeface="Arial" panose="020B0604020202020204" pitchFamily="34" charset="0"/>
              <a:buChar char="•"/>
            </a:pPr>
            <a:r>
              <a:rPr lang="en-US" sz="2000">
                <a:solidFill>
                  <a:schemeClr val="bg2">
                    <a:lumMod val="25000"/>
                  </a:schemeClr>
                </a:solidFill>
              </a:rPr>
              <a:t>Chức năng VCR (Video-Cassette-Recording): play, fast forward, rewind, pause </a:t>
            </a:r>
          </a:p>
          <a:p>
            <a:pPr marL="342900" indent="-342900">
              <a:lnSpc>
                <a:spcPct val="150000"/>
              </a:lnSpc>
              <a:buFont typeface="Arial" panose="020B0604020202020204" pitchFamily="34" charset="0"/>
              <a:buChar char="•"/>
            </a:pPr>
            <a:r>
              <a:rPr lang="en-US" sz="2000">
                <a:solidFill>
                  <a:schemeClr val="bg2">
                    <a:lumMod val="25000"/>
                  </a:schemeClr>
                </a:solidFill>
              </a:rPr>
              <a:t>Ví dụ: 1 MOD server, có 3 đĩa, giả sử chỉ có 1 movie, gồm 300 blocks đặt trên 3 đĩa</a:t>
            </a:r>
          </a:p>
        </p:txBody>
      </p:sp>
      <p:sp>
        <p:nvSpPr>
          <p:cNvPr id="7" name="AutoShape 4" descr="IOPS (Input/Output Operation Per Second)에 대하여~ :: 루키의 보석함">
            <a:extLst>
              <a:ext uri="{FF2B5EF4-FFF2-40B4-BE49-F238E27FC236}">
                <a16:creationId xmlns:a16="http://schemas.microsoft.com/office/drawing/2014/main" id="{E228B1EC-4E61-8480-D936-D5328E86D31C}"/>
              </a:ext>
            </a:extLst>
          </p:cNvPr>
          <p:cNvSpPr>
            <a:spLocks noChangeAspect="1" noChangeArrowheads="1"/>
          </p:cNvSpPr>
          <p:nvPr/>
        </p:nvSpPr>
        <p:spPr bwMode="auto">
          <a:xfrm>
            <a:off x="5943600" y="3103345"/>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6" name="Picture 5" descr="A diagram of a server&#10;&#10;AI-generated content may be incorrect.">
            <a:extLst>
              <a:ext uri="{FF2B5EF4-FFF2-40B4-BE49-F238E27FC236}">
                <a16:creationId xmlns:a16="http://schemas.microsoft.com/office/drawing/2014/main" id="{00B9A17F-7961-D3B8-E2AA-785C5C5E089A}"/>
              </a:ext>
            </a:extLst>
          </p:cNvPr>
          <p:cNvPicPr>
            <a:picLocks noChangeAspect="1"/>
          </p:cNvPicPr>
          <p:nvPr/>
        </p:nvPicPr>
        <p:blipFill>
          <a:blip r:embed="rId3"/>
          <a:stretch>
            <a:fillRect/>
          </a:stretch>
        </p:blipFill>
        <p:spPr>
          <a:xfrm>
            <a:off x="2701299" y="2781260"/>
            <a:ext cx="6484602" cy="3331949"/>
          </a:xfrm>
          <a:prstGeom prst="rect">
            <a:avLst/>
          </a:prstGeom>
        </p:spPr>
      </p:pic>
    </p:spTree>
    <p:extLst>
      <p:ext uri="{BB962C8B-B14F-4D97-AF65-F5344CB8AC3E}">
        <p14:creationId xmlns:p14="http://schemas.microsoft.com/office/powerpoint/2010/main" val="95217127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109FDA-E3E1-E33D-E623-BBFE71F297F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0578931-EEA9-4C4A-BA39-E4D15B47C4D3}"/>
              </a:ext>
            </a:extLst>
          </p:cNvPr>
          <p:cNvSpPr>
            <a:spLocks noGrp="1"/>
          </p:cNvSpPr>
          <p:nvPr>
            <p:ph type="title"/>
          </p:nvPr>
        </p:nvSpPr>
        <p:spPr/>
        <p:txBody>
          <a:bodyPr>
            <a:noAutofit/>
          </a:bodyPr>
          <a:lstStyle/>
          <a:p>
            <a:r>
              <a:rPr lang="en-US" sz="2800"/>
              <a:t>4. </a:t>
            </a:r>
            <a:r>
              <a:rPr lang="vi-VN" sz="2800"/>
              <a:t>Xây dựng máy chủ phương tiện dựa trên đĩa</a:t>
            </a:r>
            <a:endParaRPr sz="2800" dirty="0"/>
          </a:p>
        </p:txBody>
      </p:sp>
      <p:sp>
        <p:nvSpPr>
          <p:cNvPr id="3" name="TextBox 2">
            <a:extLst>
              <a:ext uri="{FF2B5EF4-FFF2-40B4-BE49-F238E27FC236}">
                <a16:creationId xmlns:a16="http://schemas.microsoft.com/office/drawing/2014/main" id="{9F96A246-9B14-94B5-2249-3D8FC3538A5A}"/>
              </a:ext>
            </a:extLst>
          </p:cNvPr>
          <p:cNvSpPr txBox="1"/>
          <p:nvPr/>
        </p:nvSpPr>
        <p:spPr>
          <a:xfrm>
            <a:off x="524239" y="808225"/>
            <a:ext cx="10572386" cy="498342"/>
          </a:xfrm>
          <a:prstGeom prst="rect">
            <a:avLst/>
          </a:prstGeom>
          <a:noFill/>
        </p:spPr>
        <p:txBody>
          <a:bodyPr wrap="square" rtlCol="0">
            <a:spAutoFit/>
          </a:bodyPr>
          <a:lstStyle/>
          <a:p>
            <a:pPr>
              <a:lnSpc>
                <a:spcPct val="150000"/>
              </a:lnSpc>
            </a:pPr>
            <a:r>
              <a:rPr lang="es-ES" sz="2000" b="1">
                <a:latin typeface="+mj-lt"/>
              </a:rPr>
              <a:t>Kịch bản 1: 1 client y/c</a:t>
            </a:r>
            <a:endParaRPr lang="en-US" sz="2000"/>
          </a:p>
        </p:txBody>
      </p:sp>
      <p:sp>
        <p:nvSpPr>
          <p:cNvPr id="7" name="AutoShape 4" descr="IOPS (Input/Output Operation Per Second)에 대하여~ :: 루키의 보석함">
            <a:extLst>
              <a:ext uri="{FF2B5EF4-FFF2-40B4-BE49-F238E27FC236}">
                <a16:creationId xmlns:a16="http://schemas.microsoft.com/office/drawing/2014/main" id="{C4281898-2959-0652-5EF6-116F80952F5F}"/>
              </a:ext>
            </a:extLst>
          </p:cNvPr>
          <p:cNvSpPr>
            <a:spLocks noChangeAspect="1" noChangeArrowheads="1"/>
          </p:cNvSpPr>
          <p:nvPr/>
        </p:nvSpPr>
        <p:spPr bwMode="auto">
          <a:xfrm>
            <a:off x="5943600" y="3103345"/>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5" name="Picture 4" descr="A screenshot of a document&#10;&#10;AI-generated content may be incorrect.">
            <a:extLst>
              <a:ext uri="{FF2B5EF4-FFF2-40B4-BE49-F238E27FC236}">
                <a16:creationId xmlns:a16="http://schemas.microsoft.com/office/drawing/2014/main" id="{D555E69B-4C92-EAF6-39FB-2E53CE5FD57D}"/>
              </a:ext>
            </a:extLst>
          </p:cNvPr>
          <p:cNvPicPr>
            <a:picLocks noChangeAspect="1"/>
          </p:cNvPicPr>
          <p:nvPr/>
        </p:nvPicPr>
        <p:blipFill>
          <a:blip r:embed="rId3"/>
          <a:stretch>
            <a:fillRect/>
          </a:stretch>
        </p:blipFill>
        <p:spPr>
          <a:xfrm>
            <a:off x="2198825" y="1533003"/>
            <a:ext cx="7794350" cy="4516772"/>
          </a:xfrm>
          <a:prstGeom prst="rect">
            <a:avLst/>
          </a:prstGeom>
        </p:spPr>
      </p:pic>
    </p:spTree>
    <p:extLst>
      <p:ext uri="{BB962C8B-B14F-4D97-AF65-F5344CB8AC3E}">
        <p14:creationId xmlns:p14="http://schemas.microsoft.com/office/powerpoint/2010/main" val="338638953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0886C5-FBE4-3A31-233F-88E882F651B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72125FB-F0F0-2799-8F3F-4E33280318AF}"/>
              </a:ext>
            </a:extLst>
          </p:cNvPr>
          <p:cNvSpPr>
            <a:spLocks noGrp="1"/>
          </p:cNvSpPr>
          <p:nvPr>
            <p:ph type="title"/>
          </p:nvPr>
        </p:nvSpPr>
        <p:spPr/>
        <p:txBody>
          <a:bodyPr>
            <a:noAutofit/>
          </a:bodyPr>
          <a:lstStyle/>
          <a:p>
            <a:r>
              <a:rPr lang="en-US" sz="2800"/>
              <a:t>4. </a:t>
            </a:r>
            <a:r>
              <a:rPr lang="vi-VN" sz="2800"/>
              <a:t>Xây dựng máy chủ phương tiện dựa trên đĩa</a:t>
            </a:r>
            <a:endParaRPr sz="2800" dirty="0"/>
          </a:p>
        </p:txBody>
      </p:sp>
      <p:sp>
        <p:nvSpPr>
          <p:cNvPr id="3" name="TextBox 2">
            <a:extLst>
              <a:ext uri="{FF2B5EF4-FFF2-40B4-BE49-F238E27FC236}">
                <a16:creationId xmlns:a16="http://schemas.microsoft.com/office/drawing/2014/main" id="{3337BD40-0D99-7E8C-5BA7-ADE82F106E6E}"/>
              </a:ext>
            </a:extLst>
          </p:cNvPr>
          <p:cNvSpPr txBox="1"/>
          <p:nvPr/>
        </p:nvSpPr>
        <p:spPr>
          <a:xfrm>
            <a:off x="524239" y="808225"/>
            <a:ext cx="4200161" cy="4001095"/>
          </a:xfrm>
          <a:prstGeom prst="rect">
            <a:avLst/>
          </a:prstGeom>
          <a:noFill/>
        </p:spPr>
        <p:txBody>
          <a:bodyPr wrap="square" rtlCol="0">
            <a:spAutoFit/>
          </a:bodyPr>
          <a:lstStyle/>
          <a:p>
            <a:r>
              <a:rPr lang="es-ES" sz="2000" b="1">
                <a:latin typeface="+mj-lt"/>
              </a:rPr>
              <a:t>Kịch bản 2: 1 client y/c</a:t>
            </a:r>
          </a:p>
          <a:p>
            <a:pPr marL="342900" indent="-342900">
              <a:buFont typeface="Arial" panose="020B0604020202020204" pitchFamily="34" charset="0"/>
              <a:buChar char="•"/>
            </a:pPr>
            <a:r>
              <a:rPr lang="vi-VN">
                <a:solidFill>
                  <a:schemeClr val="bg2">
                    <a:lumMod val="25000"/>
                  </a:schemeClr>
                </a:solidFill>
              </a:rPr>
              <a:t>2</a:t>
            </a:r>
            <a:r>
              <a:rPr lang="en-US">
                <a:solidFill>
                  <a:schemeClr val="bg2">
                    <a:lumMod val="25000"/>
                  </a:schemeClr>
                </a:solidFill>
              </a:rPr>
              <a:t> </a:t>
            </a:r>
            <a:r>
              <a:rPr lang="vi-VN">
                <a:solidFill>
                  <a:schemeClr val="bg2">
                    <a:lumMod val="25000"/>
                  </a:schemeClr>
                </a:solidFill>
              </a:rPr>
              <a:t>clients cùng xem đồng thời vào 1 movie </a:t>
            </a:r>
            <a:endParaRPr lang="en-US">
              <a:solidFill>
                <a:schemeClr val="bg2">
                  <a:lumMod val="25000"/>
                </a:schemeClr>
              </a:solidFill>
            </a:endParaRPr>
          </a:p>
          <a:p>
            <a:pPr marL="342900" indent="-342900">
              <a:buFont typeface="Arial" panose="020B0604020202020204" pitchFamily="34" charset="0"/>
              <a:buChar char="•"/>
            </a:pPr>
            <a:r>
              <a:rPr lang="vi-VN">
                <a:solidFill>
                  <a:schemeClr val="bg2">
                    <a:lumMod val="25000"/>
                  </a:schemeClr>
                </a:solidFill>
              </a:rPr>
              <a:t>Ở</a:t>
            </a:r>
            <a:r>
              <a:rPr lang="en-US">
                <a:solidFill>
                  <a:schemeClr val="bg2">
                    <a:lumMod val="25000"/>
                  </a:schemeClr>
                </a:solidFill>
              </a:rPr>
              <a:t> </a:t>
            </a:r>
            <a:r>
              <a:rPr lang="vi-VN">
                <a:solidFill>
                  <a:schemeClr val="bg2">
                    <a:lumMod val="25000"/>
                  </a:schemeClr>
                </a:solidFill>
              </a:rPr>
              <a:t>thời điểm nào đó sẽ có 2 y/cầu truy nhập đồng thời </a:t>
            </a:r>
            <a:endParaRPr lang="en-US">
              <a:solidFill>
                <a:schemeClr val="bg2">
                  <a:lumMod val="25000"/>
                </a:schemeClr>
              </a:solidFill>
            </a:endParaRPr>
          </a:p>
          <a:p>
            <a:pPr marL="285750" indent="-285750">
              <a:buFont typeface="Symbol" panose="05050102010706020507" pitchFamily="18" charset="2"/>
              <a:buChar char="Þ"/>
            </a:pPr>
            <a:r>
              <a:rPr lang="vi-VN">
                <a:solidFill>
                  <a:schemeClr val="bg2">
                    <a:lumMod val="25000"/>
                  </a:schemeClr>
                </a:solidFill>
              </a:rPr>
              <a:t>Giả sử ở</a:t>
            </a:r>
            <a:r>
              <a:rPr lang="en-US">
                <a:solidFill>
                  <a:schemeClr val="bg2">
                    <a:lumMod val="25000"/>
                  </a:schemeClr>
                </a:solidFill>
              </a:rPr>
              <a:t> </a:t>
            </a:r>
            <a:r>
              <a:rPr lang="vi-VN">
                <a:solidFill>
                  <a:schemeClr val="bg2">
                    <a:lumMod val="25000"/>
                  </a:schemeClr>
                </a:solidFill>
              </a:rPr>
              <a:t>1</a:t>
            </a:r>
            <a:r>
              <a:rPr lang="en-US">
                <a:solidFill>
                  <a:schemeClr val="bg2">
                    <a:lumMod val="25000"/>
                  </a:schemeClr>
                </a:solidFill>
              </a:rPr>
              <a:t> </a:t>
            </a:r>
            <a:r>
              <a:rPr lang="vi-VN">
                <a:solidFill>
                  <a:schemeClr val="bg2">
                    <a:lumMod val="25000"/>
                  </a:schemeClr>
                </a:solidFill>
              </a:rPr>
              <a:t>thời điểm 1 đĩa server chỉ </a:t>
            </a:r>
            <a:r>
              <a:rPr lang="en-US">
                <a:solidFill>
                  <a:schemeClr val="bg2">
                    <a:lumMod val="25000"/>
                  </a:schemeClr>
                </a:solidFill>
              </a:rPr>
              <a:t>    </a:t>
            </a:r>
            <a:r>
              <a:rPr lang="vi-VN">
                <a:solidFill>
                  <a:schemeClr val="bg2">
                    <a:lumMod val="25000"/>
                  </a:schemeClr>
                </a:solidFill>
              </a:rPr>
              <a:t>phục vụ được 1 client</a:t>
            </a:r>
            <a:endParaRPr lang="en-US">
              <a:solidFill>
                <a:schemeClr val="bg2">
                  <a:lumMod val="25000"/>
                </a:schemeClr>
              </a:solidFill>
            </a:endParaRPr>
          </a:p>
          <a:p>
            <a:pPr marL="285750" indent="-285750">
              <a:buFont typeface="Symbol" panose="05050102010706020507" pitchFamily="18" charset="2"/>
              <a:buChar char="Þ"/>
            </a:pPr>
            <a:endParaRPr lang="en-US">
              <a:solidFill>
                <a:schemeClr val="bg2">
                  <a:lumMod val="25000"/>
                </a:schemeClr>
              </a:solidFill>
            </a:endParaRPr>
          </a:p>
          <a:p>
            <a:pPr marL="285750" indent="-285750">
              <a:buFont typeface="Symbol" panose="05050102010706020507" pitchFamily="18" charset="2"/>
              <a:buChar char="Þ"/>
            </a:pPr>
            <a:endParaRPr lang="en-US">
              <a:solidFill>
                <a:schemeClr val="bg2">
                  <a:lumMod val="25000"/>
                </a:schemeClr>
              </a:solidFill>
            </a:endParaRPr>
          </a:p>
          <a:p>
            <a:pPr marL="285750" indent="-285750">
              <a:buFont typeface="Arial" panose="020B0604020202020204" pitchFamily="34" charset="0"/>
              <a:buChar char="•"/>
            </a:pPr>
            <a:r>
              <a:rPr lang="en-US" b="1">
                <a:solidFill>
                  <a:schemeClr val="bg2">
                    <a:lumMod val="25000"/>
                  </a:schemeClr>
                </a:solidFill>
              </a:rPr>
              <a:t>Splitting</a:t>
            </a:r>
            <a:r>
              <a:rPr lang="en-US">
                <a:solidFill>
                  <a:schemeClr val="bg2">
                    <a:lumMod val="25000"/>
                  </a:schemeClr>
                </a:solidFill>
              </a:rPr>
              <a:t>: Một giao dịch của user bị cắt thành 2 hay nhiều phần nhỏ</a:t>
            </a:r>
          </a:p>
          <a:p>
            <a:pPr marL="285750" indent="-285750">
              <a:buFont typeface="Arial" panose="020B0604020202020204" pitchFamily="34" charset="0"/>
              <a:buChar char="•"/>
            </a:pPr>
            <a:r>
              <a:rPr lang="vi-VN" b="1">
                <a:solidFill>
                  <a:schemeClr val="bg2">
                    <a:lumMod val="25000"/>
                  </a:schemeClr>
                </a:solidFill>
              </a:rPr>
              <a:t>Switching</a:t>
            </a:r>
            <a:r>
              <a:rPr lang="vi-VN">
                <a:solidFill>
                  <a:schemeClr val="bg2">
                    <a:lumMod val="25000"/>
                  </a:schemeClr>
                </a:solidFill>
              </a:rPr>
              <a:t>: Một giao dịch của user được chuyển hẳn sang được phục vụ bởi 1 đĩa server khác</a:t>
            </a:r>
            <a:endParaRPr lang="en-US">
              <a:solidFill>
                <a:schemeClr val="bg2">
                  <a:lumMod val="25000"/>
                </a:schemeClr>
              </a:solidFill>
            </a:endParaRPr>
          </a:p>
        </p:txBody>
      </p:sp>
      <p:sp>
        <p:nvSpPr>
          <p:cNvPr id="7" name="AutoShape 4" descr="IOPS (Input/Output Operation Per Second)에 대하여~ :: 루키의 보석함">
            <a:extLst>
              <a:ext uri="{FF2B5EF4-FFF2-40B4-BE49-F238E27FC236}">
                <a16:creationId xmlns:a16="http://schemas.microsoft.com/office/drawing/2014/main" id="{37D5FB63-1455-A058-4A08-0C3BECCB7EFF}"/>
              </a:ext>
            </a:extLst>
          </p:cNvPr>
          <p:cNvSpPr>
            <a:spLocks noChangeAspect="1" noChangeArrowheads="1"/>
          </p:cNvSpPr>
          <p:nvPr/>
        </p:nvSpPr>
        <p:spPr bwMode="auto">
          <a:xfrm>
            <a:off x="4844427" y="2276160"/>
            <a:ext cx="393545" cy="393545"/>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9" name="Picture 8" descr="A white sheet with black text and numbers&#10;&#10;AI-generated content may be incorrect.">
            <a:extLst>
              <a:ext uri="{FF2B5EF4-FFF2-40B4-BE49-F238E27FC236}">
                <a16:creationId xmlns:a16="http://schemas.microsoft.com/office/drawing/2014/main" id="{DB85C690-8938-EF40-55ED-E8B906563603}"/>
              </a:ext>
            </a:extLst>
          </p:cNvPr>
          <p:cNvPicPr>
            <a:picLocks noChangeAspect="1"/>
          </p:cNvPicPr>
          <p:nvPr/>
        </p:nvPicPr>
        <p:blipFill>
          <a:blip r:embed="rId3"/>
          <a:stretch>
            <a:fillRect/>
          </a:stretch>
        </p:blipFill>
        <p:spPr>
          <a:xfrm>
            <a:off x="4996828" y="1090040"/>
            <a:ext cx="6915150" cy="4597265"/>
          </a:xfrm>
          <a:prstGeom prst="rect">
            <a:avLst/>
          </a:prstGeom>
        </p:spPr>
      </p:pic>
      <p:sp>
        <p:nvSpPr>
          <p:cNvPr id="10" name="Rectangle 9">
            <a:extLst>
              <a:ext uri="{FF2B5EF4-FFF2-40B4-BE49-F238E27FC236}">
                <a16:creationId xmlns:a16="http://schemas.microsoft.com/office/drawing/2014/main" id="{F3E0779A-5F82-DB83-D31B-E88036B8092D}"/>
              </a:ext>
            </a:extLst>
          </p:cNvPr>
          <p:cNvSpPr/>
          <p:nvPr/>
        </p:nvSpPr>
        <p:spPr>
          <a:xfrm>
            <a:off x="5053844" y="5114303"/>
            <a:ext cx="380956" cy="529151"/>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41A46742-65E2-3C95-ADF3-46408BA0DE34}"/>
              </a:ext>
            </a:extLst>
          </p:cNvPr>
          <p:cNvSpPr/>
          <p:nvPr/>
        </p:nvSpPr>
        <p:spPr>
          <a:xfrm>
            <a:off x="4634938" y="5114304"/>
            <a:ext cx="380956" cy="529151"/>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01342102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944CD6-642A-A917-9FB3-06A827748E1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610B80F-360C-3C35-3D8E-5EAC0BDB4377}"/>
              </a:ext>
            </a:extLst>
          </p:cNvPr>
          <p:cNvSpPr>
            <a:spLocks noGrp="1"/>
          </p:cNvSpPr>
          <p:nvPr>
            <p:ph type="title"/>
          </p:nvPr>
        </p:nvSpPr>
        <p:spPr/>
        <p:txBody>
          <a:bodyPr>
            <a:noAutofit/>
          </a:bodyPr>
          <a:lstStyle/>
          <a:p>
            <a:r>
              <a:rPr lang="en-US" sz="2800"/>
              <a:t>4. </a:t>
            </a:r>
            <a:r>
              <a:rPr lang="vi-VN" sz="2800"/>
              <a:t>Xây dựng máy chủ phương tiện dựa trên đĩa</a:t>
            </a:r>
            <a:endParaRPr sz="2800" dirty="0"/>
          </a:p>
        </p:txBody>
      </p:sp>
      <p:sp>
        <p:nvSpPr>
          <p:cNvPr id="3" name="TextBox 2">
            <a:extLst>
              <a:ext uri="{FF2B5EF4-FFF2-40B4-BE49-F238E27FC236}">
                <a16:creationId xmlns:a16="http://schemas.microsoft.com/office/drawing/2014/main" id="{C5418D4D-717C-A3B1-1DA2-B6B7EAB695F3}"/>
              </a:ext>
            </a:extLst>
          </p:cNvPr>
          <p:cNvSpPr txBox="1"/>
          <p:nvPr/>
        </p:nvSpPr>
        <p:spPr>
          <a:xfrm>
            <a:off x="524239" y="868697"/>
            <a:ext cx="10572386" cy="960328"/>
          </a:xfrm>
          <a:prstGeom prst="rect">
            <a:avLst/>
          </a:prstGeom>
          <a:noFill/>
        </p:spPr>
        <p:txBody>
          <a:bodyPr wrap="square" rtlCol="0">
            <a:spAutoFit/>
          </a:bodyPr>
          <a:lstStyle/>
          <a:p>
            <a:pPr>
              <a:lnSpc>
                <a:spcPct val="150000"/>
              </a:lnSpc>
            </a:pPr>
            <a:r>
              <a:rPr lang="en-US" sz="2000" b="1">
                <a:latin typeface="+mj-lt"/>
              </a:rPr>
              <a:t>Giải thuật:</a:t>
            </a:r>
            <a:endParaRPr lang="en-US" sz="2000"/>
          </a:p>
          <a:p>
            <a:pPr marL="342900" indent="-342900">
              <a:lnSpc>
                <a:spcPct val="150000"/>
              </a:lnSpc>
              <a:buFont typeface="Arial" panose="020B0604020202020204" pitchFamily="34" charset="0"/>
              <a:buChar char="•"/>
            </a:pPr>
            <a:r>
              <a:rPr lang="vi-VN" sz="2000">
                <a:solidFill>
                  <a:schemeClr val="bg2">
                    <a:lumMod val="25000"/>
                  </a:schemeClr>
                </a:solidFill>
              </a:rPr>
              <a:t>Khi có nhiều yêu cầu (transactions) xảy ra, mỗi transaction</a:t>
            </a:r>
            <a:r>
              <a:rPr lang="en-US" sz="2000">
                <a:solidFill>
                  <a:schemeClr val="bg2">
                    <a:lumMod val="25000"/>
                  </a:schemeClr>
                </a:solidFill>
              </a:rPr>
              <a:t> </a:t>
            </a:r>
            <a:r>
              <a:rPr lang="vi-VN" sz="2000">
                <a:solidFill>
                  <a:schemeClr val="bg2">
                    <a:lumMod val="25000"/>
                  </a:schemeClr>
                </a:solidFill>
              </a:rPr>
              <a:t>được</a:t>
            </a:r>
            <a:r>
              <a:rPr lang="en-US" sz="2000">
                <a:solidFill>
                  <a:schemeClr val="bg2">
                    <a:lumMod val="25000"/>
                  </a:schemeClr>
                </a:solidFill>
              </a:rPr>
              <a:t> </a:t>
            </a:r>
            <a:r>
              <a:rPr lang="vi-VN" sz="2000">
                <a:solidFill>
                  <a:schemeClr val="bg2">
                    <a:lumMod val="25000"/>
                  </a:schemeClr>
                </a:solidFill>
              </a:rPr>
              <a:t>gán</a:t>
            </a:r>
            <a:r>
              <a:rPr lang="en-US" sz="2000">
                <a:solidFill>
                  <a:schemeClr val="bg2">
                    <a:lumMod val="25000"/>
                  </a:schemeClr>
                </a:solidFill>
              </a:rPr>
              <a:t> </a:t>
            </a:r>
            <a:r>
              <a:rPr lang="vi-VN" sz="2000">
                <a:solidFill>
                  <a:schemeClr val="bg2">
                    <a:lumMod val="25000"/>
                  </a:schemeClr>
                </a:solidFill>
              </a:rPr>
              <a:t>1</a:t>
            </a:r>
            <a:r>
              <a:rPr lang="en-US" sz="2000">
                <a:solidFill>
                  <a:schemeClr val="bg2">
                    <a:lumMod val="25000"/>
                  </a:schemeClr>
                </a:solidFill>
              </a:rPr>
              <a:t> </a:t>
            </a:r>
            <a:r>
              <a:rPr lang="vi-VN" sz="2000">
                <a:solidFill>
                  <a:schemeClr val="bg2">
                    <a:lumMod val="25000"/>
                  </a:schemeClr>
                </a:solidFill>
              </a:rPr>
              <a:t>nhãn</a:t>
            </a:r>
            <a:r>
              <a:rPr lang="en-US" sz="2000">
                <a:solidFill>
                  <a:schemeClr val="bg2">
                    <a:lumMod val="25000"/>
                  </a:schemeClr>
                </a:solidFill>
              </a:rPr>
              <a:t> </a:t>
            </a:r>
            <a:r>
              <a:rPr lang="vi-VN" sz="2000">
                <a:solidFill>
                  <a:schemeClr val="bg2">
                    <a:lumMod val="25000"/>
                  </a:schemeClr>
                </a:solidFill>
              </a:rPr>
              <a:t>ưu</a:t>
            </a:r>
            <a:r>
              <a:rPr lang="en-US" sz="2000">
                <a:solidFill>
                  <a:schemeClr val="bg2">
                    <a:lumMod val="25000"/>
                  </a:schemeClr>
                </a:solidFill>
              </a:rPr>
              <a:t> </a:t>
            </a:r>
            <a:r>
              <a:rPr lang="vi-VN" sz="2000">
                <a:solidFill>
                  <a:schemeClr val="bg2">
                    <a:lumMod val="25000"/>
                  </a:schemeClr>
                </a:solidFill>
              </a:rPr>
              <a:t>tiên</a:t>
            </a:r>
            <a:endParaRPr lang="en-US" sz="2000">
              <a:solidFill>
                <a:schemeClr val="bg2">
                  <a:lumMod val="25000"/>
                </a:schemeClr>
              </a:solidFill>
            </a:endParaRPr>
          </a:p>
        </p:txBody>
      </p:sp>
      <p:sp>
        <p:nvSpPr>
          <p:cNvPr id="7" name="AutoShape 4" descr="IOPS (Input/Output Operation Per Second)에 대하여~ :: 루키의 보석함">
            <a:extLst>
              <a:ext uri="{FF2B5EF4-FFF2-40B4-BE49-F238E27FC236}">
                <a16:creationId xmlns:a16="http://schemas.microsoft.com/office/drawing/2014/main" id="{8209D8A5-D1AD-4BD3-1E99-A09C8D4DF3FB}"/>
              </a:ext>
            </a:extLst>
          </p:cNvPr>
          <p:cNvSpPr>
            <a:spLocks noChangeAspect="1" noChangeArrowheads="1"/>
          </p:cNvSpPr>
          <p:nvPr/>
        </p:nvSpPr>
        <p:spPr bwMode="auto">
          <a:xfrm>
            <a:off x="5943600" y="3103345"/>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9" name="Picture 8" descr="A blue and white table with black text&#10;&#10;AI-generated content may be incorrect.">
            <a:extLst>
              <a:ext uri="{FF2B5EF4-FFF2-40B4-BE49-F238E27FC236}">
                <a16:creationId xmlns:a16="http://schemas.microsoft.com/office/drawing/2014/main" id="{F163C306-8525-358C-C40A-642DDE8F61AB}"/>
              </a:ext>
            </a:extLst>
          </p:cNvPr>
          <p:cNvPicPr>
            <a:picLocks noChangeAspect="1"/>
          </p:cNvPicPr>
          <p:nvPr/>
        </p:nvPicPr>
        <p:blipFill>
          <a:blip r:embed="rId3"/>
          <a:stretch>
            <a:fillRect/>
          </a:stretch>
        </p:blipFill>
        <p:spPr>
          <a:xfrm>
            <a:off x="904535" y="2001230"/>
            <a:ext cx="7968929" cy="4234470"/>
          </a:xfrm>
          <a:prstGeom prst="rect">
            <a:avLst/>
          </a:prstGeom>
        </p:spPr>
      </p:pic>
    </p:spTree>
    <p:extLst>
      <p:ext uri="{BB962C8B-B14F-4D97-AF65-F5344CB8AC3E}">
        <p14:creationId xmlns:p14="http://schemas.microsoft.com/office/powerpoint/2010/main" val="58957493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206CB7-7994-D09C-AE68-2BC1A844C15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FC246AF-9992-CC88-A5E5-C993AD0F8CC9}"/>
              </a:ext>
            </a:extLst>
          </p:cNvPr>
          <p:cNvSpPr>
            <a:spLocks noGrp="1"/>
          </p:cNvSpPr>
          <p:nvPr>
            <p:ph type="title"/>
          </p:nvPr>
        </p:nvSpPr>
        <p:spPr/>
        <p:txBody>
          <a:bodyPr>
            <a:noAutofit/>
          </a:bodyPr>
          <a:lstStyle/>
          <a:p>
            <a:r>
              <a:rPr lang="en-US" sz="2800"/>
              <a:t>4. </a:t>
            </a:r>
            <a:r>
              <a:rPr lang="vi-VN" sz="2800"/>
              <a:t>Xây dựng máy chủ phương tiện dựa trên đĩa</a:t>
            </a:r>
            <a:endParaRPr sz="2800" dirty="0"/>
          </a:p>
        </p:txBody>
      </p:sp>
      <p:sp>
        <p:nvSpPr>
          <p:cNvPr id="3" name="TextBox 2">
            <a:extLst>
              <a:ext uri="{FF2B5EF4-FFF2-40B4-BE49-F238E27FC236}">
                <a16:creationId xmlns:a16="http://schemas.microsoft.com/office/drawing/2014/main" id="{38A942F0-AE01-44A6-8DBE-B3185BAB137C}"/>
              </a:ext>
            </a:extLst>
          </p:cNvPr>
          <p:cNvSpPr txBox="1"/>
          <p:nvPr/>
        </p:nvSpPr>
        <p:spPr>
          <a:xfrm>
            <a:off x="524239" y="868697"/>
            <a:ext cx="10270761" cy="3268652"/>
          </a:xfrm>
          <a:prstGeom prst="rect">
            <a:avLst/>
          </a:prstGeom>
          <a:noFill/>
        </p:spPr>
        <p:txBody>
          <a:bodyPr wrap="square" rtlCol="0">
            <a:spAutoFit/>
          </a:bodyPr>
          <a:lstStyle/>
          <a:p>
            <a:pPr>
              <a:lnSpc>
                <a:spcPct val="150000"/>
              </a:lnSpc>
            </a:pPr>
            <a:r>
              <a:rPr lang="en-US" sz="2000" b="1">
                <a:latin typeface="+mj-lt"/>
              </a:rPr>
              <a:t>Giải thuật:</a:t>
            </a:r>
            <a:endParaRPr lang="en-US" sz="2000"/>
          </a:p>
          <a:p>
            <a:pPr marL="342900" indent="-342900">
              <a:lnSpc>
                <a:spcPct val="150000"/>
              </a:lnSpc>
              <a:buFont typeface="Arial" panose="020B0604020202020204" pitchFamily="34" charset="0"/>
              <a:buChar char="•"/>
            </a:pPr>
            <a:r>
              <a:rPr lang="vi-VN" sz="2000">
                <a:solidFill>
                  <a:schemeClr val="bg2">
                    <a:lumMod val="25000"/>
                  </a:schemeClr>
                </a:solidFill>
              </a:rPr>
              <a:t>Sắp xếp theo thứ tự ưu tiên giảm dần </a:t>
            </a:r>
            <a:endParaRPr lang="en-US" sz="2000">
              <a:solidFill>
                <a:schemeClr val="bg2">
                  <a:lumMod val="25000"/>
                </a:schemeClr>
              </a:solidFill>
            </a:endParaRPr>
          </a:p>
          <a:p>
            <a:pPr marL="342900" indent="-342900">
              <a:lnSpc>
                <a:spcPct val="150000"/>
              </a:lnSpc>
              <a:buFont typeface="Arial" panose="020B0604020202020204" pitchFamily="34" charset="0"/>
              <a:buChar char="•"/>
            </a:pPr>
            <a:r>
              <a:rPr lang="vi-VN" sz="2000">
                <a:solidFill>
                  <a:schemeClr val="bg2">
                    <a:lumMod val="25000"/>
                  </a:schemeClr>
                </a:solidFill>
              </a:rPr>
              <a:t>Các yêu cầu có thể thực hiện được được thực hiện theo thứ tự giảm dần độ ưu tiên </a:t>
            </a:r>
            <a:endParaRPr lang="en-US" sz="2000">
              <a:solidFill>
                <a:schemeClr val="bg2">
                  <a:lumMod val="25000"/>
                </a:schemeClr>
              </a:solidFill>
            </a:endParaRPr>
          </a:p>
          <a:p>
            <a:pPr marL="342900" indent="-342900">
              <a:lnSpc>
                <a:spcPct val="150000"/>
              </a:lnSpc>
              <a:buFont typeface="Arial" panose="020B0604020202020204" pitchFamily="34" charset="0"/>
              <a:buChar char="•"/>
            </a:pPr>
            <a:r>
              <a:rPr lang="vi-VN" sz="2000"/>
              <a:t>Y/cầu thoát </a:t>
            </a:r>
            <a:r>
              <a:rPr lang="vi-VN" sz="2000">
                <a:solidFill>
                  <a:schemeClr val="bg2">
                    <a:lumMod val="25000"/>
                  </a:schemeClr>
                </a:solidFill>
              </a:rPr>
              <a:t>khỏi hệ thống có độ ưu tiên cao nhất </a:t>
            </a:r>
            <a:endParaRPr lang="en-US" sz="2000">
              <a:solidFill>
                <a:schemeClr val="bg2">
                  <a:lumMod val="25000"/>
                </a:schemeClr>
              </a:solidFill>
            </a:endParaRPr>
          </a:p>
          <a:p>
            <a:pPr marL="342900" indent="-342900">
              <a:lnSpc>
                <a:spcPct val="150000"/>
              </a:lnSpc>
              <a:buFont typeface="Arial" panose="020B0604020202020204" pitchFamily="34" charset="0"/>
              <a:buChar char="•"/>
            </a:pPr>
            <a:r>
              <a:rPr lang="vi-VN" sz="2000">
                <a:solidFill>
                  <a:schemeClr val="bg2">
                    <a:lumMod val="25000"/>
                  </a:schemeClr>
                </a:solidFill>
              </a:rPr>
              <a:t>Nếu 1 y/cầu </a:t>
            </a:r>
            <a:r>
              <a:rPr lang="vi-VN" sz="2000">
                <a:solidFill>
                  <a:srgbClr val="C00000"/>
                </a:solidFill>
              </a:rPr>
              <a:t>không thể thực hiện được, không thể chuyển hẳn sang server khác </a:t>
            </a:r>
            <a:r>
              <a:rPr lang="vi-VN" sz="2000">
                <a:solidFill>
                  <a:schemeClr val="bg2">
                    <a:lumMod val="25000"/>
                  </a:schemeClr>
                </a:solidFill>
              </a:rPr>
              <a:t>thì </a:t>
            </a:r>
            <a:r>
              <a:rPr lang="vi-VN" sz="2000"/>
              <a:t>chia nhỏ y/cầu (splitting) </a:t>
            </a:r>
            <a:r>
              <a:rPr lang="vi-VN" sz="2000">
                <a:solidFill>
                  <a:schemeClr val="bg2">
                    <a:lumMod val="25000"/>
                  </a:schemeClr>
                </a:solidFill>
              </a:rPr>
              <a:t>và chèn lại vào d/sách y/cầu với độ ưu tiên nhỏ hơn (3) </a:t>
            </a:r>
            <a:endParaRPr lang="en-US" sz="2000">
              <a:solidFill>
                <a:schemeClr val="bg2">
                  <a:lumMod val="25000"/>
                </a:schemeClr>
              </a:solidFill>
            </a:endParaRPr>
          </a:p>
          <a:p>
            <a:pPr marL="342900" indent="-342900">
              <a:lnSpc>
                <a:spcPct val="150000"/>
              </a:lnSpc>
              <a:buFont typeface="Arial" panose="020B0604020202020204" pitchFamily="34" charset="0"/>
              <a:buChar char="•"/>
            </a:pPr>
            <a:r>
              <a:rPr lang="vi-VN" sz="2000">
                <a:solidFill>
                  <a:schemeClr val="bg2">
                    <a:lumMod val="25000"/>
                  </a:schemeClr>
                </a:solidFill>
              </a:rPr>
              <a:t>Các </a:t>
            </a:r>
            <a:r>
              <a:rPr lang="vi-VN" sz="2000"/>
              <a:t>yêu cầu từ client mới </a:t>
            </a:r>
            <a:r>
              <a:rPr lang="vi-VN" sz="2000">
                <a:solidFill>
                  <a:schemeClr val="bg2">
                    <a:lumMod val="25000"/>
                  </a:schemeClr>
                </a:solidFill>
              </a:rPr>
              <a:t>có độ ưu tiên thấp nhất</a:t>
            </a:r>
            <a:endParaRPr lang="en-US" sz="2000">
              <a:solidFill>
                <a:schemeClr val="bg2">
                  <a:lumMod val="25000"/>
                </a:schemeClr>
              </a:solidFill>
            </a:endParaRPr>
          </a:p>
        </p:txBody>
      </p:sp>
      <p:sp>
        <p:nvSpPr>
          <p:cNvPr id="7" name="AutoShape 4" descr="IOPS (Input/Output Operation Per Second)에 대하여~ :: 루키의 보석함">
            <a:extLst>
              <a:ext uri="{FF2B5EF4-FFF2-40B4-BE49-F238E27FC236}">
                <a16:creationId xmlns:a16="http://schemas.microsoft.com/office/drawing/2014/main" id="{0DC657AF-1266-5635-F6CB-5679E24B8ABE}"/>
              </a:ext>
            </a:extLst>
          </p:cNvPr>
          <p:cNvSpPr>
            <a:spLocks noChangeAspect="1" noChangeArrowheads="1"/>
          </p:cNvSpPr>
          <p:nvPr/>
        </p:nvSpPr>
        <p:spPr bwMode="auto">
          <a:xfrm>
            <a:off x="5943600" y="3103345"/>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35762110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1920BB-867E-88D7-1C03-A05AE6212C7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31D9CA5-16E0-B75E-4220-09A757657BF6}"/>
              </a:ext>
            </a:extLst>
          </p:cNvPr>
          <p:cNvSpPr>
            <a:spLocks noGrp="1"/>
          </p:cNvSpPr>
          <p:nvPr>
            <p:ph type="title"/>
          </p:nvPr>
        </p:nvSpPr>
        <p:spPr/>
        <p:txBody>
          <a:bodyPr>
            <a:noAutofit/>
          </a:bodyPr>
          <a:lstStyle/>
          <a:p>
            <a:r>
              <a:rPr lang="en-US" sz="2800"/>
              <a:t>4. </a:t>
            </a:r>
            <a:r>
              <a:rPr lang="vi-VN" sz="2800"/>
              <a:t>Xây dựng máy chủ phương tiện dựa trên đĩa</a:t>
            </a:r>
            <a:endParaRPr sz="2800" dirty="0"/>
          </a:p>
        </p:txBody>
      </p:sp>
      <p:sp>
        <p:nvSpPr>
          <p:cNvPr id="3" name="TextBox 2">
            <a:extLst>
              <a:ext uri="{FF2B5EF4-FFF2-40B4-BE49-F238E27FC236}">
                <a16:creationId xmlns:a16="http://schemas.microsoft.com/office/drawing/2014/main" id="{838F58BE-F09C-106B-F088-763EC51171B4}"/>
              </a:ext>
            </a:extLst>
          </p:cNvPr>
          <p:cNvSpPr txBox="1"/>
          <p:nvPr/>
        </p:nvSpPr>
        <p:spPr>
          <a:xfrm>
            <a:off x="524239" y="868697"/>
            <a:ext cx="6384561" cy="5115311"/>
          </a:xfrm>
          <a:prstGeom prst="rect">
            <a:avLst/>
          </a:prstGeom>
          <a:noFill/>
        </p:spPr>
        <p:txBody>
          <a:bodyPr wrap="square" rtlCol="0">
            <a:spAutoFit/>
          </a:bodyPr>
          <a:lstStyle/>
          <a:p>
            <a:pPr>
              <a:lnSpc>
                <a:spcPct val="150000"/>
              </a:lnSpc>
            </a:pPr>
            <a:r>
              <a:rPr lang="en-US" sz="2000" b="1">
                <a:latin typeface="+mj-lt"/>
              </a:rPr>
              <a:t>Tiêu chí:</a:t>
            </a:r>
            <a:endParaRPr lang="en-US" sz="2000"/>
          </a:p>
          <a:p>
            <a:pPr>
              <a:lnSpc>
                <a:spcPct val="150000"/>
              </a:lnSpc>
            </a:pPr>
            <a:r>
              <a:rPr lang="vi-VN" sz="2000">
                <a:solidFill>
                  <a:schemeClr val="bg2">
                    <a:lumMod val="25000"/>
                  </a:schemeClr>
                </a:solidFill>
              </a:rPr>
              <a:t>Khi gán 1 client Cj cho DS di thì MOD server phải đảm bảo DS có đủ tài nguyên cho yêu cầu hiện tại của client:</a:t>
            </a:r>
            <a:endParaRPr lang="en-US" sz="2000">
              <a:solidFill>
                <a:schemeClr val="bg2">
                  <a:lumMod val="25000"/>
                </a:schemeClr>
              </a:solidFill>
            </a:endParaRPr>
          </a:p>
          <a:p>
            <a:pPr marL="342900" indent="-342900">
              <a:lnSpc>
                <a:spcPct val="150000"/>
              </a:lnSpc>
              <a:buFont typeface="Arial" panose="020B0604020202020204" pitchFamily="34" charset="0"/>
              <a:buChar char="•"/>
            </a:pPr>
            <a:r>
              <a:rPr lang="vi-VN" sz="2000">
                <a:solidFill>
                  <a:schemeClr val="bg2">
                    <a:lumMod val="25000"/>
                  </a:schemeClr>
                </a:solidFill>
              </a:rPr>
              <a:t>Dữ</a:t>
            </a:r>
            <a:r>
              <a:rPr lang="en-US" sz="2000">
                <a:solidFill>
                  <a:schemeClr val="bg2">
                    <a:lumMod val="25000"/>
                  </a:schemeClr>
                </a:solidFill>
              </a:rPr>
              <a:t> </a:t>
            </a:r>
            <a:r>
              <a:rPr lang="vi-VN" sz="2000">
                <a:solidFill>
                  <a:schemeClr val="bg2">
                    <a:lumMod val="25000"/>
                  </a:schemeClr>
                </a:solidFill>
              </a:rPr>
              <a:t>liệu: Đĩa phải có DL</a:t>
            </a:r>
            <a:r>
              <a:rPr lang="en-US" sz="2000">
                <a:solidFill>
                  <a:schemeClr val="bg2">
                    <a:lumMod val="25000"/>
                  </a:schemeClr>
                </a:solidFill>
              </a:rPr>
              <a:t> </a:t>
            </a:r>
            <a:r>
              <a:rPr lang="vi-VN" sz="2000">
                <a:solidFill>
                  <a:schemeClr val="bg2">
                    <a:lumMod val="25000"/>
                  </a:schemeClr>
                </a:solidFill>
              </a:rPr>
              <a:t>được yêu cầu</a:t>
            </a:r>
            <a:endParaRPr lang="en-US" sz="2000">
              <a:solidFill>
                <a:schemeClr val="bg2">
                  <a:lumMod val="25000"/>
                </a:schemeClr>
              </a:solidFill>
            </a:endParaRPr>
          </a:p>
          <a:p>
            <a:pPr marL="342900" indent="-342900">
              <a:lnSpc>
                <a:spcPct val="150000"/>
              </a:lnSpc>
              <a:buFont typeface="Arial" panose="020B0604020202020204" pitchFamily="34" charset="0"/>
              <a:buChar char="•"/>
            </a:pPr>
            <a:endParaRPr lang="en-US" sz="2000">
              <a:solidFill>
                <a:schemeClr val="bg2">
                  <a:lumMod val="25000"/>
                </a:schemeClr>
              </a:solidFill>
            </a:endParaRPr>
          </a:p>
          <a:p>
            <a:pPr marL="342900" indent="-342900">
              <a:lnSpc>
                <a:spcPct val="150000"/>
              </a:lnSpc>
              <a:buFont typeface="Arial" panose="020B0604020202020204" pitchFamily="34" charset="0"/>
              <a:buChar char="•"/>
            </a:pPr>
            <a:r>
              <a:rPr lang="vi-VN" sz="2000">
                <a:solidFill>
                  <a:schemeClr val="bg2">
                    <a:lumMod val="25000"/>
                  </a:schemeClr>
                </a:solidFill>
              </a:rPr>
              <a:t>Bộ</a:t>
            </a:r>
            <a:r>
              <a:rPr lang="en-US" sz="2000">
                <a:solidFill>
                  <a:schemeClr val="bg2">
                    <a:lumMod val="25000"/>
                  </a:schemeClr>
                </a:solidFill>
              </a:rPr>
              <a:t> </a:t>
            </a:r>
            <a:r>
              <a:rPr lang="vi-VN" sz="2000">
                <a:solidFill>
                  <a:schemeClr val="bg2">
                    <a:lumMod val="25000"/>
                  </a:schemeClr>
                </a:solidFill>
              </a:rPr>
              <a:t>đệm: đủ</a:t>
            </a:r>
            <a:r>
              <a:rPr lang="en-US" sz="2000">
                <a:solidFill>
                  <a:schemeClr val="bg2">
                    <a:lumMod val="25000"/>
                  </a:schemeClr>
                </a:solidFill>
              </a:rPr>
              <a:t> </a:t>
            </a:r>
            <a:r>
              <a:rPr lang="vi-VN" sz="2000">
                <a:solidFill>
                  <a:schemeClr val="bg2">
                    <a:lumMod val="25000"/>
                  </a:schemeClr>
                </a:solidFill>
              </a:rPr>
              <a:t>lớn</a:t>
            </a:r>
            <a:r>
              <a:rPr lang="en-US" sz="2000">
                <a:solidFill>
                  <a:schemeClr val="bg2">
                    <a:lumMod val="25000"/>
                  </a:schemeClr>
                </a:solidFill>
              </a:rPr>
              <a:t>. k</a:t>
            </a:r>
            <a:r>
              <a:rPr lang="vi-VN" sz="2000">
                <a:solidFill>
                  <a:schemeClr val="bg2">
                    <a:lumMod val="25000"/>
                  </a:schemeClr>
                </a:solidFill>
              </a:rPr>
              <a:t>ích thước bộ đệm của đĩa i có khả năng phục vụ thêm cho client mới Cj hay không</a:t>
            </a:r>
            <a:endParaRPr lang="en-US" sz="2000">
              <a:solidFill>
                <a:schemeClr val="bg2">
                  <a:lumMod val="25000"/>
                </a:schemeClr>
              </a:solidFill>
            </a:endParaRPr>
          </a:p>
          <a:p>
            <a:pPr marL="342900" indent="-342900">
              <a:lnSpc>
                <a:spcPct val="150000"/>
              </a:lnSpc>
              <a:buFont typeface="Arial" panose="020B0604020202020204" pitchFamily="34" charset="0"/>
              <a:buChar char="•"/>
            </a:pPr>
            <a:endParaRPr lang="en-US" sz="2000">
              <a:solidFill>
                <a:schemeClr val="bg2">
                  <a:lumMod val="25000"/>
                </a:schemeClr>
              </a:solidFill>
            </a:endParaRPr>
          </a:p>
          <a:p>
            <a:pPr marL="342900" indent="-342900">
              <a:lnSpc>
                <a:spcPct val="150000"/>
              </a:lnSpc>
              <a:buFont typeface="Arial" panose="020B0604020202020204" pitchFamily="34" charset="0"/>
              <a:buChar char="•"/>
            </a:pPr>
            <a:r>
              <a:rPr lang="en-US" sz="2000">
                <a:solidFill>
                  <a:schemeClr val="bg2">
                    <a:lumMod val="25000"/>
                  </a:schemeClr>
                </a:solidFill>
              </a:rPr>
              <a:t>Tốc độ đọc DL: đủ lớn, tốc độ đọc của đĩa phải đảm bảo đủ nhanh để phục vụ cho client mới mà tránh không làm client khác bị đẩy ra</a:t>
            </a:r>
          </a:p>
        </p:txBody>
      </p:sp>
      <p:sp>
        <p:nvSpPr>
          <p:cNvPr id="7" name="AutoShape 4" descr="IOPS (Input/Output Operation Per Second)에 대하여~ :: 루키의 보석함">
            <a:extLst>
              <a:ext uri="{FF2B5EF4-FFF2-40B4-BE49-F238E27FC236}">
                <a16:creationId xmlns:a16="http://schemas.microsoft.com/office/drawing/2014/main" id="{EEDAC176-D75F-2C7C-BF88-A38B2FCBD6C2}"/>
              </a:ext>
            </a:extLst>
          </p:cNvPr>
          <p:cNvSpPr>
            <a:spLocks noChangeAspect="1" noChangeArrowheads="1"/>
          </p:cNvSpPr>
          <p:nvPr/>
        </p:nvSpPr>
        <p:spPr bwMode="auto">
          <a:xfrm>
            <a:off x="5943600" y="3103345"/>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5" name="Picture 4" descr="A screenshot of a computer&#10;&#10;AI-generated content may be incorrect.">
            <a:extLst>
              <a:ext uri="{FF2B5EF4-FFF2-40B4-BE49-F238E27FC236}">
                <a16:creationId xmlns:a16="http://schemas.microsoft.com/office/drawing/2014/main" id="{06F86069-D6A5-D4B5-1DAC-097EBB9D7C0D}"/>
              </a:ext>
            </a:extLst>
          </p:cNvPr>
          <p:cNvPicPr>
            <a:picLocks noChangeAspect="1"/>
          </p:cNvPicPr>
          <p:nvPr/>
        </p:nvPicPr>
        <p:blipFill>
          <a:blip r:embed="rId3"/>
          <a:stretch>
            <a:fillRect/>
          </a:stretch>
        </p:blipFill>
        <p:spPr>
          <a:xfrm>
            <a:off x="7371598" y="2693690"/>
            <a:ext cx="3740902" cy="1807662"/>
          </a:xfrm>
          <a:prstGeom prst="rect">
            <a:avLst/>
          </a:prstGeom>
        </p:spPr>
      </p:pic>
      <p:pic>
        <p:nvPicPr>
          <p:cNvPr id="8" name="Picture 7" descr="A screenshot of a computer&#10;&#10;AI-generated content may be incorrect.">
            <a:extLst>
              <a:ext uri="{FF2B5EF4-FFF2-40B4-BE49-F238E27FC236}">
                <a16:creationId xmlns:a16="http://schemas.microsoft.com/office/drawing/2014/main" id="{82B7F9E6-0AA3-7980-7049-4D172492F96B}"/>
              </a:ext>
            </a:extLst>
          </p:cNvPr>
          <p:cNvPicPr>
            <a:picLocks noChangeAspect="1"/>
          </p:cNvPicPr>
          <p:nvPr/>
        </p:nvPicPr>
        <p:blipFill>
          <a:blip r:embed="rId4"/>
          <a:stretch>
            <a:fillRect/>
          </a:stretch>
        </p:blipFill>
        <p:spPr>
          <a:xfrm>
            <a:off x="7371598" y="4689069"/>
            <a:ext cx="3740902" cy="1566587"/>
          </a:xfrm>
          <a:prstGeom prst="rect">
            <a:avLst/>
          </a:prstGeom>
        </p:spPr>
      </p:pic>
    </p:spTree>
    <p:extLst>
      <p:ext uri="{BB962C8B-B14F-4D97-AF65-F5344CB8AC3E}">
        <p14:creationId xmlns:p14="http://schemas.microsoft.com/office/powerpoint/2010/main" val="46715931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F80F23-6F20-EF61-A1CD-5F79BEFAA1C6}"/>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2ED38E84-2BBE-ABA8-7012-8BBB020955B1}"/>
              </a:ext>
            </a:extLst>
          </p:cNvPr>
          <p:cNvSpPr>
            <a:spLocks noGrp="1"/>
          </p:cNvSpPr>
          <p:nvPr>
            <p:ph type="body" sz="quarter" idx="10"/>
          </p:nvPr>
        </p:nvSpPr>
        <p:spPr>
          <a:xfrm>
            <a:off x="958157" y="2517788"/>
            <a:ext cx="10275686" cy="2194234"/>
          </a:xfrm>
        </p:spPr>
        <p:txBody>
          <a:bodyPr/>
          <a:lstStyle/>
          <a:p>
            <a:r>
              <a:rPr lang="en-US" dirty="0" err="1"/>
              <a:t>Truy</a:t>
            </a:r>
            <a:r>
              <a:rPr lang="en-US" dirty="0"/>
              <a:t> </a:t>
            </a:r>
            <a:r>
              <a:rPr lang="en-US" dirty="0" err="1"/>
              <a:t>nhập</a:t>
            </a:r>
            <a:r>
              <a:rPr lang="en-US" dirty="0"/>
              <a:t> </a:t>
            </a:r>
            <a:r>
              <a:rPr lang="en-US" dirty="0" err="1"/>
              <a:t>dữ</a:t>
            </a:r>
            <a:r>
              <a:rPr lang="en-US" dirty="0"/>
              <a:t> </a:t>
            </a:r>
            <a:r>
              <a:rPr lang="en-US" dirty="0" err="1"/>
              <a:t>liệu</a:t>
            </a:r>
            <a:r>
              <a:rPr lang="en-US" dirty="0"/>
              <a:t> </a:t>
            </a:r>
            <a:r>
              <a:rPr lang="en-US" dirty="0" err="1"/>
              <a:t>từ</a:t>
            </a:r>
            <a:r>
              <a:rPr lang="en-US" dirty="0"/>
              <a:t> CD-ROM</a:t>
            </a:r>
          </a:p>
        </p:txBody>
      </p:sp>
      <p:sp>
        <p:nvSpPr>
          <p:cNvPr id="4" name="Slide Number Placeholder 3">
            <a:extLst>
              <a:ext uri="{FF2B5EF4-FFF2-40B4-BE49-F238E27FC236}">
                <a16:creationId xmlns:a16="http://schemas.microsoft.com/office/drawing/2014/main" id="{0D99F48F-8EFA-2CDD-E4EB-2E2C434180EA}"/>
              </a:ext>
            </a:extLst>
          </p:cNvPr>
          <p:cNvSpPr>
            <a:spLocks noGrp="1"/>
          </p:cNvSpPr>
          <p:nvPr>
            <p:ph type="sldNum" sz="quarter" idx="4"/>
          </p:nvPr>
        </p:nvSpPr>
        <p:spPr/>
        <p:txBody>
          <a:bodyPr/>
          <a:lstStyle/>
          <a:p>
            <a:pPr defTabSz="761970"/>
            <a:fld id="{31D26D55-0A22-487A-A687-61FB58A6F16A}" type="slidenum">
              <a:rPr lang="en-US">
                <a:solidFill>
                  <a:prstClr val="white"/>
                </a:solidFill>
              </a:rPr>
              <a:pPr defTabSz="761970"/>
              <a:t>24</a:t>
            </a:fld>
            <a:endParaRPr lang="en-US" dirty="0">
              <a:solidFill>
                <a:prstClr val="white"/>
              </a:solidFill>
            </a:endParaRPr>
          </a:p>
        </p:txBody>
      </p:sp>
    </p:spTree>
    <p:extLst>
      <p:ext uri="{BB962C8B-B14F-4D97-AF65-F5344CB8AC3E}">
        <p14:creationId xmlns:p14="http://schemas.microsoft.com/office/powerpoint/2010/main" val="316198888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C69738-C819-FD30-7D62-19A18513C96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9DB2D85-DB93-1739-C736-B20BB19830CB}"/>
              </a:ext>
            </a:extLst>
          </p:cNvPr>
          <p:cNvSpPr>
            <a:spLocks noGrp="1"/>
          </p:cNvSpPr>
          <p:nvPr>
            <p:ph type="title"/>
          </p:nvPr>
        </p:nvSpPr>
        <p:spPr/>
        <p:txBody>
          <a:bodyPr>
            <a:noAutofit/>
          </a:bodyPr>
          <a:lstStyle/>
          <a:p>
            <a:r>
              <a:rPr lang="en-US" sz="2800"/>
              <a:t>5. Truy nhập dữ liệu từ CD-ROM</a:t>
            </a:r>
            <a:endParaRPr lang="en-US" sz="2800" dirty="0"/>
          </a:p>
        </p:txBody>
      </p:sp>
      <p:sp>
        <p:nvSpPr>
          <p:cNvPr id="3" name="TextBox 2">
            <a:extLst>
              <a:ext uri="{FF2B5EF4-FFF2-40B4-BE49-F238E27FC236}">
                <a16:creationId xmlns:a16="http://schemas.microsoft.com/office/drawing/2014/main" id="{C7837901-63BF-D953-3617-57F6D696D0D2}"/>
              </a:ext>
            </a:extLst>
          </p:cNvPr>
          <p:cNvSpPr txBox="1"/>
          <p:nvPr/>
        </p:nvSpPr>
        <p:spPr>
          <a:xfrm>
            <a:off x="524240" y="1438037"/>
            <a:ext cx="5368194" cy="3268652"/>
          </a:xfrm>
          <a:prstGeom prst="rect">
            <a:avLst/>
          </a:prstGeom>
          <a:noFill/>
        </p:spPr>
        <p:txBody>
          <a:bodyPr wrap="square" rtlCol="0">
            <a:spAutoFit/>
          </a:bodyPr>
          <a:lstStyle/>
          <a:p>
            <a:pPr>
              <a:lnSpc>
                <a:spcPct val="150000"/>
              </a:lnSpc>
            </a:pPr>
            <a:r>
              <a:rPr lang="en-US" sz="2000" b="1">
                <a:latin typeface="+mj-lt"/>
              </a:rPr>
              <a:t>Cấu trúc:</a:t>
            </a:r>
            <a:endParaRPr lang="en-US" sz="2000"/>
          </a:p>
          <a:p>
            <a:pPr>
              <a:lnSpc>
                <a:spcPct val="150000"/>
              </a:lnSpc>
            </a:pPr>
            <a:r>
              <a:rPr lang="vi-VN" sz="2000">
                <a:solidFill>
                  <a:schemeClr val="bg2">
                    <a:lumMod val="25000"/>
                  </a:schemeClr>
                </a:solidFill>
              </a:rPr>
              <a:t>Chỉ có 1 đĩa phẳng</a:t>
            </a:r>
            <a:endParaRPr lang="en-US" sz="2000">
              <a:solidFill>
                <a:schemeClr val="bg2">
                  <a:lumMod val="25000"/>
                </a:schemeClr>
              </a:solidFill>
            </a:endParaRPr>
          </a:p>
          <a:p>
            <a:pPr marL="342900" indent="-342900">
              <a:lnSpc>
                <a:spcPct val="150000"/>
              </a:lnSpc>
              <a:buFont typeface="Arial" panose="020B0604020202020204" pitchFamily="34" charset="0"/>
              <a:buChar char="•"/>
            </a:pPr>
            <a:r>
              <a:rPr lang="vi-VN" sz="2000" b="1">
                <a:solidFill>
                  <a:schemeClr val="bg2">
                    <a:lumMod val="25000"/>
                  </a:schemeClr>
                </a:solidFill>
              </a:rPr>
              <a:t>1 track dài hình xoáy ốc</a:t>
            </a:r>
            <a:r>
              <a:rPr lang="vi-VN" sz="2000">
                <a:solidFill>
                  <a:schemeClr val="bg2">
                    <a:lumMod val="25000"/>
                  </a:schemeClr>
                </a:solidFill>
              </a:rPr>
              <a:t>, được chia thành các sector có</a:t>
            </a:r>
            <a:r>
              <a:rPr lang="vi-VN" sz="2000" b="1">
                <a:solidFill>
                  <a:schemeClr val="bg2">
                    <a:lumMod val="25000"/>
                  </a:schemeClr>
                </a:solidFill>
              </a:rPr>
              <a:t> độ dài giống nhau</a:t>
            </a:r>
            <a:endParaRPr lang="en-US" sz="2000" b="1">
              <a:solidFill>
                <a:schemeClr val="bg2">
                  <a:lumMod val="25000"/>
                </a:schemeClr>
              </a:solidFill>
            </a:endParaRPr>
          </a:p>
          <a:p>
            <a:pPr marL="342900" indent="-342900">
              <a:lnSpc>
                <a:spcPct val="150000"/>
              </a:lnSpc>
              <a:buFont typeface="Arial" panose="020B0604020202020204" pitchFamily="34" charset="0"/>
              <a:buChar char="•"/>
            </a:pPr>
            <a:r>
              <a:rPr lang="vi-VN" sz="2000">
                <a:solidFill>
                  <a:schemeClr val="bg2">
                    <a:lumMod val="25000"/>
                  </a:schemeClr>
                </a:solidFill>
              </a:rPr>
              <a:t>Đầu đọc đĩa di chuyển dọc theo track với </a:t>
            </a:r>
            <a:r>
              <a:rPr lang="vi-VN" sz="2000" b="1">
                <a:solidFill>
                  <a:schemeClr val="bg2">
                    <a:lumMod val="25000"/>
                  </a:schemeClr>
                </a:solidFill>
              </a:rPr>
              <a:t>vận tốc không đổi </a:t>
            </a:r>
            <a:r>
              <a:rPr lang="vi-VN" sz="2000">
                <a:solidFill>
                  <a:schemeClr val="bg2">
                    <a:lumMod val="25000"/>
                  </a:schemeClr>
                </a:solidFill>
              </a:rPr>
              <a:t>(vận tốc dài, không phải vận tốc góc như đĩa từ)</a:t>
            </a:r>
            <a:endParaRPr lang="en-US" sz="2000">
              <a:solidFill>
                <a:schemeClr val="bg2">
                  <a:lumMod val="25000"/>
                </a:schemeClr>
              </a:solidFill>
            </a:endParaRPr>
          </a:p>
        </p:txBody>
      </p:sp>
      <p:grpSp>
        <p:nvGrpSpPr>
          <p:cNvPr id="13" name="Group 12">
            <a:extLst>
              <a:ext uri="{FF2B5EF4-FFF2-40B4-BE49-F238E27FC236}">
                <a16:creationId xmlns:a16="http://schemas.microsoft.com/office/drawing/2014/main" id="{07E7FE0B-0281-DA21-DC8F-CBE4DDBA336F}"/>
              </a:ext>
            </a:extLst>
          </p:cNvPr>
          <p:cNvGrpSpPr/>
          <p:nvPr/>
        </p:nvGrpSpPr>
        <p:grpSpPr>
          <a:xfrm>
            <a:off x="6651259" y="954746"/>
            <a:ext cx="6594841" cy="4283136"/>
            <a:chOff x="961659" y="2910840"/>
            <a:chExt cx="5286741" cy="3433567"/>
          </a:xfrm>
        </p:grpSpPr>
        <p:sp>
          <p:nvSpPr>
            <p:cNvPr id="7" name="AutoShape 4" descr="IOPS (Input/Output Operation Per Second)에 대하여~ :: 루키의 보석함">
              <a:extLst>
                <a:ext uri="{FF2B5EF4-FFF2-40B4-BE49-F238E27FC236}">
                  <a16:creationId xmlns:a16="http://schemas.microsoft.com/office/drawing/2014/main" id="{CFE17D74-AFFB-DE9A-C83E-B7B235487824}"/>
                </a:ext>
              </a:extLst>
            </p:cNvPr>
            <p:cNvSpPr>
              <a:spLocks noChangeAspect="1" noChangeArrowheads="1"/>
            </p:cNvSpPr>
            <p:nvPr/>
          </p:nvSpPr>
          <p:spPr bwMode="auto">
            <a:xfrm>
              <a:off x="5943600" y="3103345"/>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6" name="Picture 5" descr="A diagram of a spiral&#10;&#10;AI-generated content may be incorrect.">
              <a:extLst>
                <a:ext uri="{FF2B5EF4-FFF2-40B4-BE49-F238E27FC236}">
                  <a16:creationId xmlns:a16="http://schemas.microsoft.com/office/drawing/2014/main" id="{FDF79E6E-610F-ED51-DD93-C0B1CB5A3DB5}"/>
                </a:ext>
              </a:extLst>
            </p:cNvPr>
            <p:cNvPicPr>
              <a:picLocks noChangeAspect="1"/>
            </p:cNvPicPr>
            <p:nvPr/>
          </p:nvPicPr>
          <p:blipFill>
            <a:blip r:embed="rId3"/>
            <a:stretch>
              <a:fillRect/>
            </a:stretch>
          </p:blipFill>
          <p:spPr>
            <a:xfrm>
              <a:off x="961659" y="3103345"/>
              <a:ext cx="4042141" cy="3241062"/>
            </a:xfrm>
            <a:prstGeom prst="rect">
              <a:avLst/>
            </a:prstGeom>
          </p:spPr>
        </p:pic>
        <p:sp>
          <p:nvSpPr>
            <p:cNvPr id="9" name="Rectangle 8">
              <a:extLst>
                <a:ext uri="{FF2B5EF4-FFF2-40B4-BE49-F238E27FC236}">
                  <a16:creationId xmlns:a16="http://schemas.microsoft.com/office/drawing/2014/main" id="{B6907BB1-0725-9460-2226-3CA4ECF3CF47}"/>
                </a:ext>
              </a:extLst>
            </p:cNvPr>
            <p:cNvSpPr/>
            <p:nvPr/>
          </p:nvSpPr>
          <p:spPr>
            <a:xfrm>
              <a:off x="961659" y="2910840"/>
              <a:ext cx="4042141" cy="30480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98E0FE0A-CE6F-6872-8F82-CB4957B51E3D}"/>
                </a:ext>
              </a:extLst>
            </p:cNvPr>
            <p:cNvSpPr/>
            <p:nvPr/>
          </p:nvSpPr>
          <p:spPr>
            <a:xfrm>
              <a:off x="1045897" y="3194785"/>
              <a:ext cx="2383103" cy="30480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F23FE640-4544-6F66-EE0B-29205D0AADB9}"/>
                </a:ext>
              </a:extLst>
            </p:cNvPr>
            <p:cNvSpPr/>
            <p:nvPr/>
          </p:nvSpPr>
          <p:spPr>
            <a:xfrm>
              <a:off x="3938770" y="3897911"/>
              <a:ext cx="1823856" cy="1359889"/>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396704942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38DEAC-DC0E-C7F7-6C30-8EBE5570F33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BAD8B9D-05EE-7715-EC35-6EDAC9BD4DE9}"/>
              </a:ext>
            </a:extLst>
          </p:cNvPr>
          <p:cNvSpPr>
            <a:spLocks noGrp="1"/>
          </p:cNvSpPr>
          <p:nvPr>
            <p:ph type="title"/>
          </p:nvPr>
        </p:nvSpPr>
        <p:spPr/>
        <p:txBody>
          <a:bodyPr>
            <a:noAutofit/>
          </a:bodyPr>
          <a:lstStyle/>
          <a:p>
            <a:r>
              <a:rPr lang="en-US" sz="2800"/>
              <a:t>5. Truy nhập dữ liệu từ CD-ROM</a:t>
            </a:r>
            <a:endParaRPr lang="en-US" sz="2800" dirty="0"/>
          </a:p>
        </p:txBody>
      </p:sp>
      <p:sp>
        <p:nvSpPr>
          <p:cNvPr id="3" name="TextBox 2">
            <a:extLst>
              <a:ext uri="{FF2B5EF4-FFF2-40B4-BE49-F238E27FC236}">
                <a16:creationId xmlns:a16="http://schemas.microsoft.com/office/drawing/2014/main" id="{27B6E1A4-D3DD-9DF3-AB13-374EB877EB9D}"/>
              </a:ext>
            </a:extLst>
          </p:cNvPr>
          <p:cNvSpPr txBox="1"/>
          <p:nvPr/>
        </p:nvSpPr>
        <p:spPr>
          <a:xfrm>
            <a:off x="524240" y="1247537"/>
            <a:ext cx="6054360" cy="1631216"/>
          </a:xfrm>
          <a:prstGeom prst="rect">
            <a:avLst/>
          </a:prstGeom>
          <a:noFill/>
        </p:spPr>
        <p:txBody>
          <a:bodyPr wrap="square" rtlCol="0">
            <a:spAutoFit/>
          </a:bodyPr>
          <a:lstStyle/>
          <a:p>
            <a:r>
              <a:rPr lang="en-US" sz="2000" b="1">
                <a:latin typeface="+mj-lt"/>
              </a:rPr>
              <a:t>Đọc dữ liệu từ CD ROM:</a:t>
            </a:r>
            <a:endParaRPr lang="en-US" sz="2000"/>
          </a:p>
          <a:p>
            <a:r>
              <a:rPr lang="vi-VN" sz="2000">
                <a:solidFill>
                  <a:schemeClr val="bg2">
                    <a:lumMod val="25000"/>
                  </a:schemeClr>
                </a:solidFill>
              </a:rPr>
              <a:t>VD:</a:t>
            </a:r>
            <a:endParaRPr lang="en-US" sz="2000">
              <a:solidFill>
                <a:schemeClr val="bg2">
                  <a:lumMod val="25000"/>
                </a:schemeClr>
              </a:solidFill>
            </a:endParaRPr>
          </a:p>
          <a:p>
            <a:pPr marL="342900" indent="-342900">
              <a:buFont typeface="Arial" panose="020B0604020202020204" pitchFamily="34" charset="0"/>
              <a:buChar char="•"/>
            </a:pPr>
            <a:r>
              <a:rPr lang="vi-VN" sz="2000">
                <a:solidFill>
                  <a:schemeClr val="bg2">
                    <a:lumMod val="25000"/>
                  </a:schemeClr>
                </a:solidFill>
              </a:rPr>
              <a:t>CD</a:t>
            </a:r>
            <a:r>
              <a:rPr lang="en-US" sz="2000">
                <a:solidFill>
                  <a:schemeClr val="bg2">
                    <a:lumMod val="25000"/>
                  </a:schemeClr>
                </a:solidFill>
              </a:rPr>
              <a:t> </a:t>
            </a:r>
            <a:r>
              <a:rPr lang="vi-VN" sz="2000">
                <a:solidFill>
                  <a:schemeClr val="bg2">
                    <a:lumMod val="25000"/>
                  </a:schemeClr>
                </a:solidFill>
              </a:rPr>
              <a:t>có</a:t>
            </a:r>
            <a:r>
              <a:rPr lang="en-US" sz="2000">
                <a:solidFill>
                  <a:schemeClr val="bg2">
                    <a:lumMod val="25000"/>
                  </a:schemeClr>
                </a:solidFill>
              </a:rPr>
              <a:t> </a:t>
            </a:r>
            <a:r>
              <a:rPr lang="vi-VN" sz="2000">
                <a:solidFill>
                  <a:schemeClr val="bg2">
                    <a:lumMod val="25000"/>
                  </a:schemeClr>
                </a:solidFill>
              </a:rPr>
              <a:t>100 sectors, vị trí đầu đọc hiện tại là sector 58 </a:t>
            </a:r>
            <a:endParaRPr lang="en-US" sz="2000">
              <a:solidFill>
                <a:schemeClr val="bg2">
                  <a:lumMod val="25000"/>
                </a:schemeClr>
              </a:solidFill>
            </a:endParaRPr>
          </a:p>
          <a:p>
            <a:pPr marL="342900" indent="-342900">
              <a:buFont typeface="Arial" panose="020B0604020202020204" pitchFamily="34" charset="0"/>
              <a:buChar char="•"/>
            </a:pPr>
            <a:r>
              <a:rPr lang="vi-VN" sz="2000">
                <a:solidFill>
                  <a:schemeClr val="bg2">
                    <a:lumMod val="25000"/>
                  </a:schemeClr>
                </a:solidFill>
              </a:rPr>
              <a:t>Client muốn đọc các sectors 10, 30, 50, 70 và 90,</a:t>
            </a:r>
            <a:endParaRPr lang="en-US" sz="2000">
              <a:solidFill>
                <a:schemeClr val="bg2">
                  <a:lumMod val="25000"/>
                </a:schemeClr>
              </a:solidFill>
            </a:endParaRPr>
          </a:p>
          <a:p>
            <a:pPr marL="342900" indent="-342900">
              <a:buFont typeface="Arial" panose="020B0604020202020204" pitchFamily="34" charset="0"/>
              <a:buChar char="•"/>
            </a:pPr>
            <a:r>
              <a:rPr lang="vi-VN" sz="2000">
                <a:solidFill>
                  <a:schemeClr val="bg2">
                    <a:lumMod val="25000"/>
                  </a:schemeClr>
                </a:solidFill>
              </a:rPr>
              <a:t>Bộ</a:t>
            </a:r>
            <a:r>
              <a:rPr lang="en-US" sz="2000">
                <a:solidFill>
                  <a:schemeClr val="bg2">
                    <a:lumMod val="25000"/>
                  </a:schemeClr>
                </a:solidFill>
              </a:rPr>
              <a:t> </a:t>
            </a:r>
            <a:r>
              <a:rPr lang="vi-VN" sz="2000">
                <a:solidFill>
                  <a:schemeClr val="bg2">
                    <a:lumMod val="25000"/>
                  </a:schemeClr>
                </a:solidFill>
              </a:rPr>
              <a:t>đệm</a:t>
            </a:r>
            <a:r>
              <a:rPr lang="en-US" sz="2000">
                <a:solidFill>
                  <a:schemeClr val="bg2">
                    <a:lumMod val="25000"/>
                  </a:schemeClr>
                </a:solidFill>
              </a:rPr>
              <a:t> </a:t>
            </a:r>
            <a:r>
              <a:rPr lang="vi-VN" sz="2000">
                <a:solidFill>
                  <a:schemeClr val="bg2">
                    <a:lumMod val="25000"/>
                  </a:schemeClr>
                </a:solidFill>
              </a:rPr>
              <a:t>của</a:t>
            </a:r>
            <a:r>
              <a:rPr lang="en-US" sz="2000">
                <a:solidFill>
                  <a:schemeClr val="bg2">
                    <a:lumMod val="25000"/>
                  </a:schemeClr>
                </a:solidFill>
              </a:rPr>
              <a:t> </a:t>
            </a:r>
            <a:r>
              <a:rPr lang="vi-VN" sz="2000">
                <a:solidFill>
                  <a:schemeClr val="bg2">
                    <a:lumMod val="25000"/>
                  </a:schemeClr>
                </a:solidFill>
              </a:rPr>
              <a:t>client có thể chứa được 3 sectors</a:t>
            </a:r>
            <a:endParaRPr lang="en-US" sz="2000">
              <a:solidFill>
                <a:schemeClr val="bg2">
                  <a:lumMod val="25000"/>
                </a:schemeClr>
              </a:solidFill>
            </a:endParaRPr>
          </a:p>
        </p:txBody>
      </p:sp>
      <p:pic>
        <p:nvPicPr>
          <p:cNvPr id="5" name="Picture 4" descr="A diagram of a head and head&#10;&#10;AI-generated content may be incorrect.">
            <a:extLst>
              <a:ext uri="{FF2B5EF4-FFF2-40B4-BE49-F238E27FC236}">
                <a16:creationId xmlns:a16="http://schemas.microsoft.com/office/drawing/2014/main" id="{1AB29097-86E2-A621-B320-2E7DA267B22D}"/>
              </a:ext>
            </a:extLst>
          </p:cNvPr>
          <p:cNvPicPr>
            <a:picLocks noChangeAspect="1"/>
          </p:cNvPicPr>
          <p:nvPr/>
        </p:nvPicPr>
        <p:blipFill>
          <a:blip r:embed="rId3"/>
          <a:stretch>
            <a:fillRect/>
          </a:stretch>
        </p:blipFill>
        <p:spPr>
          <a:xfrm>
            <a:off x="6578600" y="1095137"/>
            <a:ext cx="4587230" cy="2116068"/>
          </a:xfrm>
          <a:prstGeom prst="rect">
            <a:avLst/>
          </a:prstGeom>
        </p:spPr>
      </p:pic>
      <p:sp>
        <p:nvSpPr>
          <p:cNvPr id="14" name="TextBox 13">
            <a:extLst>
              <a:ext uri="{FF2B5EF4-FFF2-40B4-BE49-F238E27FC236}">
                <a16:creationId xmlns:a16="http://schemas.microsoft.com/office/drawing/2014/main" id="{D3D9B094-6349-DA1F-1C94-A7DB46EE8537}"/>
              </a:ext>
            </a:extLst>
          </p:cNvPr>
          <p:cNvSpPr txBox="1"/>
          <p:nvPr/>
        </p:nvSpPr>
        <p:spPr>
          <a:xfrm>
            <a:off x="622298" y="3363605"/>
            <a:ext cx="5279660" cy="2215991"/>
          </a:xfrm>
          <a:prstGeom prst="rect">
            <a:avLst/>
          </a:prstGeom>
          <a:noFill/>
        </p:spPr>
        <p:txBody>
          <a:bodyPr wrap="square" rtlCol="0">
            <a:spAutoFit/>
          </a:bodyPr>
          <a:lstStyle/>
          <a:p>
            <a:r>
              <a:rPr lang="en-US" b="1">
                <a:latin typeface="+mj-lt"/>
              </a:rPr>
              <a:t>Cách 1: Sử dụng bộ đệm</a:t>
            </a:r>
            <a:endParaRPr lang="en-US"/>
          </a:p>
          <a:p>
            <a:pPr marL="342900" indent="-342900">
              <a:buFont typeface="Arial" panose="020B0604020202020204" pitchFamily="34" charset="0"/>
              <a:buChar char="•"/>
            </a:pPr>
            <a:r>
              <a:rPr lang="vi-VN" sz="2000">
                <a:solidFill>
                  <a:schemeClr val="bg2">
                    <a:lumMod val="25000"/>
                  </a:schemeClr>
                </a:solidFill>
              </a:rPr>
              <a:t>Đọc sector 70 =&gt; 90 =&gt; 10 lưu vào bộ đệm</a:t>
            </a:r>
            <a:endParaRPr lang="en-US" sz="2000">
              <a:solidFill>
                <a:schemeClr val="bg2">
                  <a:lumMod val="25000"/>
                </a:schemeClr>
              </a:solidFill>
            </a:endParaRPr>
          </a:p>
          <a:p>
            <a:pPr marL="342900" indent="-342900">
              <a:buFont typeface="Arial" panose="020B0604020202020204" pitchFamily="34" charset="0"/>
              <a:buChar char="•"/>
            </a:pPr>
            <a:r>
              <a:rPr lang="vi-VN" sz="2000">
                <a:solidFill>
                  <a:schemeClr val="bg2">
                    <a:lumMod val="25000"/>
                  </a:schemeClr>
                </a:solidFill>
              </a:rPr>
              <a:t>Sector 10 được lấy ra sử dụng </a:t>
            </a:r>
            <a:r>
              <a:rPr lang="en-US" sz="2000">
                <a:solidFill>
                  <a:schemeClr val="bg2">
                    <a:lumMod val="25000"/>
                  </a:schemeClr>
                </a:solidFill>
              </a:rPr>
              <a:t>=&gt; </a:t>
            </a:r>
            <a:r>
              <a:rPr lang="vi-VN" sz="2000">
                <a:solidFill>
                  <a:schemeClr val="bg2">
                    <a:lumMod val="25000"/>
                  </a:schemeClr>
                </a:solidFill>
              </a:rPr>
              <a:t>sector 30 được đọc vào bộ đệm</a:t>
            </a:r>
            <a:endParaRPr lang="en-US" sz="2000">
              <a:solidFill>
                <a:schemeClr val="bg2">
                  <a:lumMod val="25000"/>
                </a:schemeClr>
              </a:solidFill>
            </a:endParaRPr>
          </a:p>
          <a:p>
            <a:pPr marL="342900" indent="-342900">
              <a:buFont typeface="Arial" panose="020B0604020202020204" pitchFamily="34" charset="0"/>
              <a:buChar char="•"/>
            </a:pPr>
            <a:r>
              <a:rPr lang="vi-VN" sz="2000">
                <a:solidFill>
                  <a:schemeClr val="bg2">
                    <a:lumMod val="25000"/>
                  </a:schemeClr>
                </a:solidFill>
              </a:rPr>
              <a:t>Sector 30 được sử dụng</a:t>
            </a:r>
            <a:r>
              <a:rPr lang="en-US" sz="2000">
                <a:solidFill>
                  <a:schemeClr val="bg2">
                    <a:lumMod val="25000"/>
                  </a:schemeClr>
                </a:solidFill>
              </a:rPr>
              <a:t> =&gt;</a:t>
            </a:r>
            <a:r>
              <a:rPr lang="vi-VN" sz="2000">
                <a:solidFill>
                  <a:schemeClr val="bg2">
                    <a:lumMod val="25000"/>
                  </a:schemeClr>
                </a:solidFill>
              </a:rPr>
              <a:t> sector 50 được đọc vào bộ đệm </a:t>
            </a:r>
            <a:endParaRPr lang="en-US" sz="2000">
              <a:solidFill>
                <a:schemeClr val="bg2">
                  <a:lumMod val="25000"/>
                </a:schemeClr>
              </a:solidFill>
            </a:endParaRPr>
          </a:p>
          <a:p>
            <a:r>
              <a:rPr lang="vi-VN" i="1">
                <a:solidFill>
                  <a:schemeClr val="bg2">
                    <a:lumMod val="25000"/>
                  </a:schemeClr>
                </a:solidFill>
              </a:rPr>
              <a:t>Phần lớn các thiết bị đọc CD không sử dụng cách này</a:t>
            </a:r>
            <a:endParaRPr lang="en-US" i="1">
              <a:solidFill>
                <a:schemeClr val="bg2">
                  <a:lumMod val="25000"/>
                </a:schemeClr>
              </a:solidFill>
            </a:endParaRPr>
          </a:p>
        </p:txBody>
      </p:sp>
      <p:sp>
        <p:nvSpPr>
          <p:cNvPr id="15" name="TextBox 14">
            <a:extLst>
              <a:ext uri="{FF2B5EF4-FFF2-40B4-BE49-F238E27FC236}">
                <a16:creationId xmlns:a16="http://schemas.microsoft.com/office/drawing/2014/main" id="{4F557D0C-0D9B-CEDE-81DA-A3215F1D9734}"/>
              </a:ext>
            </a:extLst>
          </p:cNvPr>
          <p:cNvSpPr txBox="1"/>
          <p:nvPr/>
        </p:nvSpPr>
        <p:spPr>
          <a:xfrm>
            <a:off x="6290042" y="3350905"/>
            <a:ext cx="5279660" cy="1908215"/>
          </a:xfrm>
          <a:prstGeom prst="rect">
            <a:avLst/>
          </a:prstGeom>
          <a:noFill/>
        </p:spPr>
        <p:txBody>
          <a:bodyPr wrap="square" rtlCol="0">
            <a:spAutoFit/>
          </a:bodyPr>
          <a:lstStyle/>
          <a:p>
            <a:r>
              <a:rPr lang="en-US" b="1">
                <a:latin typeface="+mj-lt"/>
              </a:rPr>
              <a:t>Cách 2: </a:t>
            </a:r>
            <a:r>
              <a:rPr lang="vi-VN" b="1">
                <a:latin typeface="+mj-lt"/>
              </a:rPr>
              <a:t>đưa đầu đọc vào vị trí 0</a:t>
            </a:r>
            <a:endParaRPr lang="en-US"/>
          </a:p>
          <a:p>
            <a:pPr marL="342900" indent="-342900">
              <a:buFont typeface="Arial" panose="020B0604020202020204" pitchFamily="34" charset="0"/>
              <a:buChar char="•"/>
            </a:pPr>
            <a:r>
              <a:rPr lang="vi-VN" sz="2000">
                <a:solidFill>
                  <a:schemeClr val="bg2">
                    <a:lumMod val="25000"/>
                  </a:schemeClr>
                </a:solidFill>
              </a:rPr>
              <a:t>Đọc sector 10, 30, 50 vào buffer</a:t>
            </a:r>
            <a:endParaRPr lang="en-US" sz="2000">
              <a:solidFill>
                <a:schemeClr val="bg2">
                  <a:lumMod val="25000"/>
                </a:schemeClr>
              </a:solidFill>
            </a:endParaRPr>
          </a:p>
          <a:p>
            <a:pPr marL="342900" indent="-342900">
              <a:buFont typeface="Arial" panose="020B0604020202020204" pitchFamily="34" charset="0"/>
              <a:buChar char="•"/>
            </a:pPr>
            <a:r>
              <a:rPr lang="vi-VN" sz="2000">
                <a:solidFill>
                  <a:schemeClr val="bg2">
                    <a:lumMod val="25000"/>
                  </a:schemeClr>
                </a:solidFill>
              </a:rPr>
              <a:t>Sector 10 được sử dụng </a:t>
            </a:r>
            <a:r>
              <a:rPr lang="en-US" sz="2000">
                <a:solidFill>
                  <a:schemeClr val="bg2">
                    <a:lumMod val="25000"/>
                  </a:schemeClr>
                </a:solidFill>
              </a:rPr>
              <a:t>=&gt;</a:t>
            </a:r>
            <a:r>
              <a:rPr lang="vi-VN" sz="2000">
                <a:solidFill>
                  <a:schemeClr val="bg2">
                    <a:lumMod val="25000"/>
                  </a:schemeClr>
                </a:solidFill>
              </a:rPr>
              <a:t> đọc sector 70 vào buffer</a:t>
            </a:r>
            <a:endParaRPr lang="en-US" sz="2000">
              <a:solidFill>
                <a:schemeClr val="bg2">
                  <a:lumMod val="25000"/>
                </a:schemeClr>
              </a:solidFill>
            </a:endParaRPr>
          </a:p>
          <a:p>
            <a:pPr marL="342900" indent="-342900">
              <a:buFont typeface="Arial" panose="020B0604020202020204" pitchFamily="34" charset="0"/>
              <a:buChar char="•"/>
            </a:pPr>
            <a:r>
              <a:rPr lang="vi-VN" sz="2000">
                <a:solidFill>
                  <a:schemeClr val="bg2">
                    <a:lumMod val="25000"/>
                  </a:schemeClr>
                </a:solidFill>
              </a:rPr>
              <a:t>Sector 30 được sử dụng </a:t>
            </a:r>
            <a:r>
              <a:rPr lang="en-US" sz="2000">
                <a:solidFill>
                  <a:schemeClr val="bg2">
                    <a:lumMod val="25000"/>
                  </a:schemeClr>
                </a:solidFill>
              </a:rPr>
              <a:t>=&gt;</a:t>
            </a:r>
            <a:r>
              <a:rPr lang="vi-VN" sz="2000">
                <a:solidFill>
                  <a:schemeClr val="bg2">
                    <a:lumMod val="25000"/>
                  </a:schemeClr>
                </a:solidFill>
              </a:rPr>
              <a:t> đọc sector 90 vào buffe</a:t>
            </a:r>
            <a:endParaRPr lang="en-US" i="1">
              <a:solidFill>
                <a:schemeClr val="bg2">
                  <a:lumMod val="25000"/>
                </a:schemeClr>
              </a:solidFill>
            </a:endParaRPr>
          </a:p>
        </p:txBody>
      </p:sp>
    </p:spTree>
    <p:extLst>
      <p:ext uri="{BB962C8B-B14F-4D97-AF65-F5344CB8AC3E}">
        <p14:creationId xmlns:p14="http://schemas.microsoft.com/office/powerpoint/2010/main" val="348732558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2A8A10-00E7-79CE-BCF3-DCAB68FF896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3458C51-5617-846F-D75F-1283A16C4FBC}"/>
              </a:ext>
            </a:extLst>
          </p:cNvPr>
          <p:cNvSpPr>
            <a:spLocks noGrp="1"/>
          </p:cNvSpPr>
          <p:nvPr>
            <p:ph type="title"/>
          </p:nvPr>
        </p:nvSpPr>
        <p:spPr/>
        <p:txBody>
          <a:bodyPr>
            <a:noAutofit/>
          </a:bodyPr>
          <a:lstStyle/>
          <a:p>
            <a:r>
              <a:rPr lang="en-US" sz="2800"/>
              <a:t>5. Truy nhập dữ liệu từ CD-ROM</a:t>
            </a:r>
            <a:endParaRPr lang="en-US" sz="2800" dirty="0"/>
          </a:p>
        </p:txBody>
      </p:sp>
      <p:sp>
        <p:nvSpPr>
          <p:cNvPr id="3" name="TextBox 2">
            <a:extLst>
              <a:ext uri="{FF2B5EF4-FFF2-40B4-BE49-F238E27FC236}">
                <a16:creationId xmlns:a16="http://schemas.microsoft.com/office/drawing/2014/main" id="{BBDAC2B7-FB93-E42C-A09A-D28EFEE8EEB5}"/>
              </a:ext>
            </a:extLst>
          </p:cNvPr>
          <p:cNvSpPr txBox="1"/>
          <p:nvPr/>
        </p:nvSpPr>
        <p:spPr>
          <a:xfrm>
            <a:off x="524240" y="1247537"/>
            <a:ext cx="6054360" cy="1323439"/>
          </a:xfrm>
          <a:prstGeom prst="rect">
            <a:avLst/>
          </a:prstGeom>
          <a:noFill/>
        </p:spPr>
        <p:txBody>
          <a:bodyPr wrap="square" rtlCol="0">
            <a:spAutoFit/>
          </a:bodyPr>
          <a:lstStyle/>
          <a:p>
            <a:r>
              <a:rPr lang="en-US" sz="2000" b="1">
                <a:latin typeface="+mj-lt"/>
              </a:rPr>
              <a:t>Yêu cầu về bộ đệm:</a:t>
            </a:r>
            <a:endParaRPr lang="en-US" sz="2000"/>
          </a:p>
          <a:p>
            <a:r>
              <a:rPr lang="en-US" sz="2000">
                <a:solidFill>
                  <a:schemeClr val="bg2">
                    <a:lumMod val="25000"/>
                  </a:schemeClr>
                </a:solidFill>
              </a:rPr>
              <a:t>Đảm bảo: </a:t>
            </a:r>
          </a:p>
          <a:p>
            <a:pPr marL="342900" indent="-342900">
              <a:buFont typeface="Arial" panose="020B0604020202020204" pitchFamily="34" charset="0"/>
              <a:buChar char="•"/>
            </a:pPr>
            <a:r>
              <a:rPr lang="en-US" sz="2000">
                <a:solidFill>
                  <a:schemeClr val="bg2">
                    <a:lumMod val="25000"/>
                  </a:schemeClr>
                </a:solidFill>
              </a:rPr>
              <a:t>DL hiển thị liên tục phía client (continuity)</a:t>
            </a:r>
          </a:p>
          <a:p>
            <a:pPr marL="342900" indent="-342900">
              <a:buFont typeface="Arial" panose="020B0604020202020204" pitchFamily="34" charset="0"/>
              <a:buChar char="•"/>
            </a:pPr>
            <a:r>
              <a:rPr lang="en-US" sz="2000">
                <a:solidFill>
                  <a:schemeClr val="bg2">
                    <a:lumMod val="25000"/>
                  </a:schemeClr>
                </a:solidFill>
              </a:rPr>
              <a:t>DL trên bộ đệm không bị ghi đè (buffer utilisation)</a:t>
            </a:r>
          </a:p>
        </p:txBody>
      </p:sp>
      <p:pic>
        <p:nvPicPr>
          <p:cNvPr id="6" name="Picture 5" descr="A diagram of a defetch buffer&#10;&#10;AI-generated content may be incorrect.">
            <a:extLst>
              <a:ext uri="{FF2B5EF4-FFF2-40B4-BE49-F238E27FC236}">
                <a16:creationId xmlns:a16="http://schemas.microsoft.com/office/drawing/2014/main" id="{E56DB003-F373-36D9-291A-4296656C0CD5}"/>
              </a:ext>
            </a:extLst>
          </p:cNvPr>
          <p:cNvPicPr>
            <a:picLocks noChangeAspect="1"/>
          </p:cNvPicPr>
          <p:nvPr/>
        </p:nvPicPr>
        <p:blipFill>
          <a:blip r:embed="rId3"/>
          <a:stretch>
            <a:fillRect/>
          </a:stretch>
        </p:blipFill>
        <p:spPr>
          <a:xfrm>
            <a:off x="1578338" y="3157732"/>
            <a:ext cx="8735887" cy="2769044"/>
          </a:xfrm>
          <a:prstGeom prst="rect">
            <a:avLst/>
          </a:prstGeom>
        </p:spPr>
      </p:pic>
      <p:pic>
        <p:nvPicPr>
          <p:cNvPr id="8" name="Picture 7" descr="A screenshot of a computer&#10;&#10;AI-generated content may be incorrect.">
            <a:extLst>
              <a:ext uri="{FF2B5EF4-FFF2-40B4-BE49-F238E27FC236}">
                <a16:creationId xmlns:a16="http://schemas.microsoft.com/office/drawing/2014/main" id="{783FE75F-BC70-B57A-EA1B-9BF80BB77B59}"/>
              </a:ext>
            </a:extLst>
          </p:cNvPr>
          <p:cNvPicPr>
            <a:picLocks noChangeAspect="1"/>
          </p:cNvPicPr>
          <p:nvPr/>
        </p:nvPicPr>
        <p:blipFill>
          <a:blip r:embed="rId4"/>
          <a:stretch>
            <a:fillRect/>
          </a:stretch>
        </p:blipFill>
        <p:spPr>
          <a:xfrm>
            <a:off x="6825337" y="931224"/>
            <a:ext cx="4733874" cy="1956063"/>
          </a:xfrm>
          <a:prstGeom prst="rect">
            <a:avLst/>
          </a:prstGeom>
        </p:spPr>
      </p:pic>
    </p:spTree>
    <p:extLst>
      <p:ext uri="{BB962C8B-B14F-4D97-AF65-F5344CB8AC3E}">
        <p14:creationId xmlns:p14="http://schemas.microsoft.com/office/powerpoint/2010/main" val="81616994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D1DA6B-CB16-F836-F02C-C89E942B492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2A26EC0-6325-C7FD-0E2C-28B6B9AA5C53}"/>
              </a:ext>
            </a:extLst>
          </p:cNvPr>
          <p:cNvSpPr>
            <a:spLocks noGrp="1"/>
          </p:cNvSpPr>
          <p:nvPr>
            <p:ph type="title"/>
          </p:nvPr>
        </p:nvSpPr>
        <p:spPr/>
        <p:txBody>
          <a:bodyPr>
            <a:noAutofit/>
          </a:bodyPr>
          <a:lstStyle/>
          <a:p>
            <a:r>
              <a:rPr lang="en-US" sz="2800"/>
              <a:t>5. Truy nhập dữ liệu từ CD-ROM</a:t>
            </a:r>
            <a:endParaRPr lang="en-US" sz="2800" dirty="0"/>
          </a:p>
        </p:txBody>
      </p:sp>
      <p:sp>
        <p:nvSpPr>
          <p:cNvPr id="3" name="TextBox 2">
            <a:extLst>
              <a:ext uri="{FF2B5EF4-FFF2-40B4-BE49-F238E27FC236}">
                <a16:creationId xmlns:a16="http://schemas.microsoft.com/office/drawing/2014/main" id="{04DEC6D2-DF11-3E77-065A-D6932FCF221E}"/>
              </a:ext>
            </a:extLst>
          </p:cNvPr>
          <p:cNvSpPr txBox="1"/>
          <p:nvPr/>
        </p:nvSpPr>
        <p:spPr>
          <a:xfrm>
            <a:off x="524240" y="911446"/>
            <a:ext cx="7516824" cy="4093428"/>
          </a:xfrm>
          <a:prstGeom prst="rect">
            <a:avLst/>
          </a:prstGeom>
          <a:noFill/>
        </p:spPr>
        <p:txBody>
          <a:bodyPr wrap="square" rtlCol="0">
            <a:spAutoFit/>
          </a:bodyPr>
          <a:lstStyle/>
          <a:p>
            <a:r>
              <a:rPr lang="en-US" sz="2000" b="1">
                <a:latin typeface="+mj-lt"/>
              </a:rPr>
              <a:t>Xác định kích thước bộ đệm:</a:t>
            </a:r>
            <a:endParaRPr lang="en-US" sz="2000"/>
          </a:p>
          <a:p>
            <a:pPr marL="342900" indent="-342900">
              <a:buFont typeface="Arial" panose="020B0604020202020204" pitchFamily="34" charset="0"/>
              <a:buChar char="•"/>
            </a:pPr>
            <a:r>
              <a:rPr lang="vi-VN" sz="2000">
                <a:solidFill>
                  <a:schemeClr val="bg2">
                    <a:lumMod val="25000"/>
                  </a:schemeClr>
                </a:solidFill>
              </a:rPr>
              <a:t>Trong </a:t>
            </a:r>
            <a:r>
              <a:rPr lang="en-US" sz="2000"/>
              <a:t>t</a:t>
            </a:r>
            <a:r>
              <a:rPr lang="vi-VN" sz="2000" baseline="-25000"/>
              <a:t>fill</a:t>
            </a:r>
            <a:r>
              <a:rPr lang="vi-VN" sz="2000"/>
              <a:t> (s)</a:t>
            </a:r>
            <a:r>
              <a:rPr lang="vi-VN" sz="2000">
                <a:solidFill>
                  <a:schemeClr val="bg2">
                    <a:lumMod val="25000"/>
                  </a:schemeClr>
                </a:solidFill>
              </a:rPr>
              <a:t>, server có thể đọc </a:t>
            </a:r>
            <a:r>
              <a:rPr lang="vi-VN" sz="2000"/>
              <a:t>(</a:t>
            </a:r>
            <a:r>
              <a:rPr lang="en-US" sz="2000"/>
              <a:t>t</a:t>
            </a:r>
            <a:r>
              <a:rPr lang="vi-VN" sz="2000" baseline="-25000"/>
              <a:t>fill</a:t>
            </a:r>
            <a:r>
              <a:rPr lang="vi-VN" sz="2000"/>
              <a:t> x</a:t>
            </a:r>
            <a:r>
              <a:rPr lang="en-US" sz="2000"/>
              <a:t> bw</a:t>
            </a:r>
            <a:r>
              <a:rPr lang="vi-VN" sz="2000" baseline="-25000"/>
              <a:t>d</a:t>
            </a:r>
            <a:r>
              <a:rPr lang="vi-VN" sz="2000"/>
              <a:t> )</a:t>
            </a:r>
            <a:r>
              <a:rPr lang="vi-VN" sz="2000">
                <a:solidFill>
                  <a:schemeClr val="bg2">
                    <a:lumMod val="25000"/>
                  </a:schemeClr>
                </a:solidFill>
              </a:rPr>
              <a:t>(bytes) DL nén</a:t>
            </a:r>
            <a:endParaRPr lang="en-US" sz="2000">
              <a:solidFill>
                <a:schemeClr val="bg2">
                  <a:lumMod val="25000"/>
                </a:schemeClr>
              </a:solidFill>
            </a:endParaRPr>
          </a:p>
          <a:p>
            <a:pPr marL="342900" indent="-342900">
              <a:buFont typeface="Arial" panose="020B0604020202020204" pitchFamily="34" charset="0"/>
              <a:buChar char="•"/>
            </a:pPr>
            <a:r>
              <a:rPr lang="vi-VN" sz="2000">
                <a:solidFill>
                  <a:schemeClr val="bg2">
                    <a:lumMod val="25000"/>
                  </a:schemeClr>
                </a:solidFill>
              </a:rPr>
              <a:t>1s, client sử dụng </a:t>
            </a:r>
            <a:r>
              <a:rPr lang="vi-VN" sz="2000"/>
              <a:t>cons</a:t>
            </a:r>
            <a:r>
              <a:rPr lang="vi-VN" sz="2000">
                <a:solidFill>
                  <a:schemeClr val="bg2">
                    <a:lumMod val="25000"/>
                  </a:schemeClr>
                </a:solidFill>
              </a:rPr>
              <a:t> bytes DL không nén</a:t>
            </a:r>
            <a:endParaRPr lang="en-US" sz="2000">
              <a:solidFill>
                <a:schemeClr val="bg2">
                  <a:lumMod val="25000"/>
                </a:schemeClr>
              </a:solidFill>
            </a:endParaRPr>
          </a:p>
          <a:p>
            <a:pPr marL="342900" indent="-342900">
              <a:buFont typeface="Arial" panose="020B0604020202020204" pitchFamily="34" charset="0"/>
              <a:buChar char="•"/>
            </a:pPr>
            <a:r>
              <a:rPr lang="vi-VN" sz="2000" b="1"/>
              <a:t>1 byte </a:t>
            </a:r>
            <a:r>
              <a:rPr lang="vi-VN" sz="2000">
                <a:solidFill>
                  <a:schemeClr val="bg2">
                    <a:lumMod val="25000"/>
                  </a:schemeClr>
                </a:solidFill>
              </a:rPr>
              <a:t>DL nén tương đương </a:t>
            </a:r>
            <a:r>
              <a:rPr lang="vi-VN" sz="2000"/>
              <a:t>cr</a:t>
            </a:r>
            <a:r>
              <a:rPr lang="vi-VN" sz="2000">
                <a:solidFill>
                  <a:schemeClr val="bg2">
                    <a:lumMod val="25000"/>
                  </a:schemeClr>
                </a:solidFill>
              </a:rPr>
              <a:t> bytes DL không nén </a:t>
            </a:r>
            <a:endParaRPr lang="en-US" sz="2000">
              <a:solidFill>
                <a:schemeClr val="bg2">
                  <a:lumMod val="25000"/>
                </a:schemeClr>
              </a:solidFill>
            </a:endParaRPr>
          </a:p>
          <a:p>
            <a:pPr marL="342900" indent="-342900">
              <a:buFont typeface="Arial" panose="020B0604020202020204" pitchFamily="34" charset="0"/>
              <a:buChar char="•"/>
            </a:pPr>
            <a:r>
              <a:rPr lang="vi-VN" sz="2000">
                <a:solidFill>
                  <a:schemeClr val="bg2">
                    <a:lumMod val="25000"/>
                  </a:schemeClr>
                </a:solidFill>
              </a:rPr>
              <a:t>Thời gian tối đa client phải sử dụng DL không nén trong</a:t>
            </a:r>
            <a:r>
              <a:rPr lang="en-US" sz="2000">
                <a:solidFill>
                  <a:schemeClr val="bg2">
                    <a:lumMod val="25000"/>
                  </a:schemeClr>
                </a:solidFill>
              </a:rPr>
              <a:t> </a:t>
            </a:r>
            <a:r>
              <a:rPr lang="en-US" sz="2000"/>
              <a:t>t</a:t>
            </a:r>
            <a:r>
              <a:rPr lang="vi-VN" sz="2000" baseline="-25000"/>
              <a:t>fill </a:t>
            </a:r>
            <a:r>
              <a:rPr lang="vi-VN" sz="2000"/>
              <a:t>(s) </a:t>
            </a:r>
            <a:r>
              <a:rPr lang="vi-VN" sz="2000">
                <a:solidFill>
                  <a:schemeClr val="bg2">
                    <a:lumMod val="25000"/>
                  </a:schemeClr>
                </a:solidFill>
              </a:rPr>
              <a:t>là:</a:t>
            </a:r>
            <a:endParaRPr lang="en-US" sz="2000">
              <a:solidFill>
                <a:schemeClr val="bg2">
                  <a:lumMod val="25000"/>
                </a:schemeClr>
              </a:solidFill>
            </a:endParaRPr>
          </a:p>
          <a:p>
            <a:pPr marL="342900" indent="-342900">
              <a:buFont typeface="Arial" panose="020B0604020202020204" pitchFamily="34" charset="0"/>
              <a:buChar char="•"/>
            </a:pPr>
            <a:endParaRPr lang="en-US" sz="2000">
              <a:solidFill>
                <a:schemeClr val="bg2">
                  <a:lumMod val="25000"/>
                </a:schemeClr>
              </a:solidFill>
            </a:endParaRPr>
          </a:p>
          <a:p>
            <a:pPr marL="342900" indent="-342900">
              <a:buFont typeface="Arial" panose="020B0604020202020204" pitchFamily="34" charset="0"/>
              <a:buChar char="•"/>
            </a:pPr>
            <a:endParaRPr lang="en-US" sz="2000">
              <a:solidFill>
                <a:schemeClr val="bg2">
                  <a:lumMod val="25000"/>
                </a:schemeClr>
              </a:solidFill>
            </a:endParaRPr>
          </a:p>
          <a:p>
            <a:pPr marL="342900" indent="-342900">
              <a:buFont typeface="Arial" panose="020B0604020202020204" pitchFamily="34" charset="0"/>
              <a:buChar char="•"/>
            </a:pPr>
            <a:endParaRPr lang="en-US" sz="2000">
              <a:solidFill>
                <a:schemeClr val="bg2">
                  <a:lumMod val="25000"/>
                </a:schemeClr>
              </a:solidFill>
            </a:endParaRPr>
          </a:p>
          <a:p>
            <a:pPr marL="342900" indent="-342900">
              <a:buFont typeface="Arial" panose="020B0604020202020204" pitchFamily="34" charset="0"/>
              <a:buChar char="•"/>
            </a:pPr>
            <a:endParaRPr lang="en-US" sz="2000">
              <a:solidFill>
                <a:schemeClr val="bg2">
                  <a:lumMod val="25000"/>
                </a:schemeClr>
              </a:solidFill>
            </a:endParaRPr>
          </a:p>
          <a:p>
            <a:pPr marL="342900" indent="-342900">
              <a:buFont typeface="Arial" panose="020B0604020202020204" pitchFamily="34" charset="0"/>
              <a:buChar char="•"/>
            </a:pPr>
            <a:endParaRPr lang="en-US" sz="2000">
              <a:solidFill>
                <a:schemeClr val="bg2">
                  <a:lumMod val="25000"/>
                </a:schemeClr>
              </a:solidFill>
            </a:endParaRPr>
          </a:p>
          <a:p>
            <a:endParaRPr lang="en-US" sz="2000">
              <a:solidFill>
                <a:schemeClr val="bg2">
                  <a:lumMod val="25000"/>
                </a:schemeClr>
              </a:solidFill>
            </a:endParaRPr>
          </a:p>
          <a:p>
            <a:pPr marL="342900" indent="-342900">
              <a:buFont typeface="Arial" panose="020B0604020202020204" pitchFamily="34" charset="0"/>
              <a:buChar char="•"/>
            </a:pPr>
            <a:r>
              <a:rPr lang="en-US" sz="2000">
                <a:solidFill>
                  <a:schemeClr val="bg2">
                    <a:lumMod val="25000"/>
                  </a:schemeClr>
                </a:solidFill>
              </a:rPr>
              <a:t>      :hệ số thời gian cần thiết để giải nén DL trong chu kỳ t</a:t>
            </a:r>
            <a:r>
              <a:rPr lang="vi-VN" sz="2000" baseline="-25000">
                <a:solidFill>
                  <a:schemeClr val="bg2">
                    <a:lumMod val="25000"/>
                  </a:schemeClr>
                </a:solidFill>
              </a:rPr>
              <a:t>fill </a:t>
            </a:r>
            <a:r>
              <a:rPr lang="vi-VN" sz="2000">
                <a:solidFill>
                  <a:schemeClr val="bg2">
                    <a:lumMod val="25000"/>
                  </a:schemeClr>
                </a:solidFill>
              </a:rPr>
              <a:t>(s) là:</a:t>
            </a:r>
            <a:endParaRPr lang="en-US" sz="2000">
              <a:solidFill>
                <a:schemeClr val="bg2">
                  <a:lumMod val="25000"/>
                </a:schemeClr>
              </a:solidFill>
            </a:endParaRPr>
          </a:p>
          <a:p>
            <a:pPr marL="342900" indent="-342900">
              <a:buFont typeface="Arial" panose="020B0604020202020204" pitchFamily="34" charset="0"/>
              <a:buChar char="•"/>
            </a:pPr>
            <a:endParaRPr lang="en-US" sz="2000">
              <a:solidFill>
                <a:schemeClr val="bg2">
                  <a:lumMod val="25000"/>
                </a:schemeClr>
              </a:solidFill>
            </a:endParaRPr>
          </a:p>
        </p:txBody>
      </p:sp>
      <p:pic>
        <p:nvPicPr>
          <p:cNvPr id="5" name="Picture 4" descr="A black text on a white background&#10;&#10;AI-generated content may be incorrect.">
            <a:extLst>
              <a:ext uri="{FF2B5EF4-FFF2-40B4-BE49-F238E27FC236}">
                <a16:creationId xmlns:a16="http://schemas.microsoft.com/office/drawing/2014/main" id="{1733E86B-D8FD-EBBA-F529-A00326EED817}"/>
              </a:ext>
            </a:extLst>
          </p:cNvPr>
          <p:cNvPicPr>
            <a:picLocks noChangeAspect="1"/>
          </p:cNvPicPr>
          <p:nvPr/>
        </p:nvPicPr>
        <p:blipFill>
          <a:blip r:embed="rId3"/>
          <a:stretch>
            <a:fillRect/>
          </a:stretch>
        </p:blipFill>
        <p:spPr>
          <a:xfrm>
            <a:off x="3177187" y="2787115"/>
            <a:ext cx="5103213" cy="1001633"/>
          </a:xfrm>
          <a:prstGeom prst="rect">
            <a:avLst/>
          </a:prstGeom>
        </p:spPr>
      </p:pic>
      <p:pic>
        <p:nvPicPr>
          <p:cNvPr id="9" name="Picture 8" descr="A black letter on a white background&#10;&#10;AI-generated content may be incorrect.">
            <a:extLst>
              <a:ext uri="{FF2B5EF4-FFF2-40B4-BE49-F238E27FC236}">
                <a16:creationId xmlns:a16="http://schemas.microsoft.com/office/drawing/2014/main" id="{F05B7709-2090-EE16-AB43-39A53FA2882A}"/>
              </a:ext>
            </a:extLst>
          </p:cNvPr>
          <p:cNvPicPr>
            <a:picLocks noChangeAspect="1"/>
          </p:cNvPicPr>
          <p:nvPr/>
        </p:nvPicPr>
        <p:blipFill>
          <a:blip r:embed="rId4"/>
          <a:stretch>
            <a:fillRect/>
          </a:stretch>
        </p:blipFill>
        <p:spPr>
          <a:xfrm>
            <a:off x="920713" y="4217434"/>
            <a:ext cx="390194" cy="418066"/>
          </a:xfrm>
          <a:prstGeom prst="rect">
            <a:avLst/>
          </a:prstGeom>
        </p:spPr>
      </p:pic>
      <p:pic>
        <p:nvPicPr>
          <p:cNvPr id="11" name="Picture 10" descr="A black text with black text&#10;&#10;AI-generated content may be incorrect.">
            <a:extLst>
              <a:ext uri="{FF2B5EF4-FFF2-40B4-BE49-F238E27FC236}">
                <a16:creationId xmlns:a16="http://schemas.microsoft.com/office/drawing/2014/main" id="{FE0F058A-1A73-D394-A7B3-6DABFC040DB2}"/>
              </a:ext>
            </a:extLst>
          </p:cNvPr>
          <p:cNvPicPr>
            <a:picLocks noChangeAspect="1"/>
          </p:cNvPicPr>
          <p:nvPr/>
        </p:nvPicPr>
        <p:blipFill>
          <a:blip r:embed="rId5"/>
          <a:stretch>
            <a:fillRect/>
          </a:stretch>
        </p:blipFill>
        <p:spPr>
          <a:xfrm>
            <a:off x="3975961" y="4874018"/>
            <a:ext cx="3466239" cy="1275997"/>
          </a:xfrm>
          <a:prstGeom prst="rect">
            <a:avLst/>
          </a:prstGeom>
        </p:spPr>
      </p:pic>
    </p:spTree>
    <p:extLst>
      <p:ext uri="{BB962C8B-B14F-4D97-AF65-F5344CB8AC3E}">
        <p14:creationId xmlns:p14="http://schemas.microsoft.com/office/powerpoint/2010/main" val="98714773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C69F32-6563-6358-5CA8-37F266A86A8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A42B051-6CED-EBE9-F6FC-4BB0874BDFD0}"/>
              </a:ext>
            </a:extLst>
          </p:cNvPr>
          <p:cNvSpPr>
            <a:spLocks noGrp="1"/>
          </p:cNvSpPr>
          <p:nvPr>
            <p:ph type="title"/>
          </p:nvPr>
        </p:nvSpPr>
        <p:spPr/>
        <p:txBody>
          <a:bodyPr>
            <a:noAutofit/>
          </a:bodyPr>
          <a:lstStyle/>
          <a:p>
            <a:r>
              <a:rPr lang="en-US" sz="2800"/>
              <a:t>5. Truy nhập dữ liệu từ CD-ROM</a:t>
            </a:r>
            <a:endParaRPr lang="en-US" sz="2800" dirty="0"/>
          </a:p>
        </p:txBody>
      </p:sp>
      <p:sp>
        <p:nvSpPr>
          <p:cNvPr id="3" name="TextBox 2">
            <a:extLst>
              <a:ext uri="{FF2B5EF4-FFF2-40B4-BE49-F238E27FC236}">
                <a16:creationId xmlns:a16="http://schemas.microsoft.com/office/drawing/2014/main" id="{74966B16-3F4D-F54B-0F79-9FE25AE2A245}"/>
              </a:ext>
            </a:extLst>
          </p:cNvPr>
          <p:cNvSpPr txBox="1"/>
          <p:nvPr/>
        </p:nvSpPr>
        <p:spPr>
          <a:xfrm>
            <a:off x="524240" y="1038446"/>
            <a:ext cx="7516824" cy="4401205"/>
          </a:xfrm>
          <a:prstGeom prst="rect">
            <a:avLst/>
          </a:prstGeom>
          <a:noFill/>
        </p:spPr>
        <p:txBody>
          <a:bodyPr wrap="square" rtlCol="0">
            <a:spAutoFit/>
          </a:bodyPr>
          <a:lstStyle/>
          <a:p>
            <a:r>
              <a:rPr lang="en-US" sz="2000" b="1">
                <a:latin typeface="+mj-lt"/>
              </a:rPr>
              <a:t>Xác định kích thước bộ đệm:</a:t>
            </a:r>
          </a:p>
          <a:p>
            <a:endParaRPr lang="en-US" sz="2000"/>
          </a:p>
          <a:p>
            <a:pPr marL="342900" indent="-342900">
              <a:buFont typeface="Arial" panose="020B0604020202020204" pitchFamily="34" charset="0"/>
              <a:buChar char="•"/>
            </a:pPr>
            <a:r>
              <a:rPr lang="vi-VN" sz="2000">
                <a:solidFill>
                  <a:schemeClr val="bg2">
                    <a:lumMod val="25000"/>
                  </a:schemeClr>
                </a:solidFill>
              </a:rPr>
              <a:t>Như vậy, trong </a:t>
            </a:r>
            <a:r>
              <a:rPr lang="en-US" sz="2000"/>
              <a:t>t</a:t>
            </a:r>
            <a:r>
              <a:rPr lang="vi-VN" sz="2000" baseline="-25000"/>
              <a:t>fill</a:t>
            </a:r>
            <a:r>
              <a:rPr lang="vi-VN" sz="2000"/>
              <a:t> (s), </a:t>
            </a:r>
            <a:r>
              <a:rPr lang="vi-VN" sz="2000">
                <a:solidFill>
                  <a:schemeClr val="bg2">
                    <a:lumMod val="25000"/>
                  </a:schemeClr>
                </a:solidFill>
              </a:rPr>
              <a:t>server có thể ghi vào bộ đệm (bytes)</a:t>
            </a:r>
            <a:r>
              <a:rPr lang="en-US" sz="2000">
                <a:solidFill>
                  <a:schemeClr val="bg2">
                    <a:lumMod val="25000"/>
                  </a:schemeClr>
                </a:solidFill>
              </a:rPr>
              <a:t>:</a:t>
            </a:r>
          </a:p>
          <a:p>
            <a:endParaRPr lang="en-US" sz="2000">
              <a:solidFill>
                <a:schemeClr val="bg2">
                  <a:lumMod val="25000"/>
                </a:schemeClr>
              </a:solidFill>
            </a:endParaRPr>
          </a:p>
          <a:p>
            <a:pPr marL="342900" indent="-342900">
              <a:buFont typeface="Arial" panose="020B0604020202020204" pitchFamily="34" charset="0"/>
              <a:buChar char="•"/>
            </a:pPr>
            <a:r>
              <a:rPr lang="en-US" sz="2000">
                <a:solidFill>
                  <a:schemeClr val="bg2">
                    <a:lumMod val="25000"/>
                  </a:schemeClr>
                </a:solidFill>
              </a:rPr>
              <a:t>Client có thể đọc (bytes):</a:t>
            </a:r>
          </a:p>
          <a:p>
            <a:endParaRPr lang="en-US" sz="2000">
              <a:solidFill>
                <a:schemeClr val="bg2">
                  <a:lumMod val="25000"/>
                </a:schemeClr>
              </a:solidFill>
            </a:endParaRPr>
          </a:p>
          <a:p>
            <a:pPr marL="342900" indent="-342900">
              <a:buFont typeface="Wingdings" panose="05000000000000000000" pitchFamily="2" charset="2"/>
              <a:buChar char="Ø"/>
            </a:pPr>
            <a:r>
              <a:rPr lang="vi-VN" sz="2000" b="1"/>
              <a:t>Để</a:t>
            </a:r>
            <a:r>
              <a:rPr lang="en-US" sz="2000" b="1"/>
              <a:t> </a:t>
            </a:r>
            <a:r>
              <a:rPr lang="vi-VN" sz="2000" b="1"/>
              <a:t>đảm</a:t>
            </a:r>
            <a:r>
              <a:rPr lang="en-US" sz="2000" b="1"/>
              <a:t> </a:t>
            </a:r>
            <a:r>
              <a:rPr lang="vi-VN" sz="2000" b="1"/>
              <a:t>bảo chất lượng:</a:t>
            </a:r>
            <a:endParaRPr lang="en-US" sz="2000" b="1">
              <a:solidFill>
                <a:schemeClr val="bg2">
                  <a:lumMod val="25000"/>
                </a:schemeClr>
              </a:solidFill>
            </a:endParaRPr>
          </a:p>
          <a:p>
            <a:pPr marL="342900" indent="-342900">
              <a:buFont typeface="Arial" panose="020B0604020202020204" pitchFamily="34" charset="0"/>
              <a:buChar char="•"/>
            </a:pPr>
            <a:endParaRPr lang="en-US" sz="2000">
              <a:solidFill>
                <a:schemeClr val="bg2">
                  <a:lumMod val="25000"/>
                </a:schemeClr>
              </a:solidFill>
            </a:endParaRPr>
          </a:p>
          <a:p>
            <a:pPr marL="342900" indent="-342900">
              <a:buFont typeface="Arial" panose="020B0604020202020204" pitchFamily="34" charset="0"/>
              <a:buChar char="•"/>
            </a:pPr>
            <a:endParaRPr lang="en-US" sz="2000">
              <a:solidFill>
                <a:schemeClr val="bg2">
                  <a:lumMod val="25000"/>
                </a:schemeClr>
              </a:solidFill>
            </a:endParaRPr>
          </a:p>
          <a:p>
            <a:endParaRPr lang="en-US" sz="2000">
              <a:solidFill>
                <a:schemeClr val="bg2">
                  <a:lumMod val="25000"/>
                </a:schemeClr>
              </a:solidFill>
            </a:endParaRPr>
          </a:p>
          <a:p>
            <a:endParaRPr lang="en-US" sz="2000">
              <a:solidFill>
                <a:schemeClr val="bg2">
                  <a:lumMod val="25000"/>
                </a:schemeClr>
              </a:solidFill>
            </a:endParaRPr>
          </a:p>
          <a:p>
            <a:pPr marL="342900" indent="-342900">
              <a:buFont typeface="Arial" panose="020B0604020202020204" pitchFamily="34" charset="0"/>
              <a:buChar char="•"/>
            </a:pPr>
            <a:endParaRPr lang="en-US" sz="2000">
              <a:solidFill>
                <a:schemeClr val="bg2">
                  <a:lumMod val="25000"/>
                </a:schemeClr>
              </a:solidFill>
            </a:endParaRPr>
          </a:p>
          <a:p>
            <a:pPr marL="342900" indent="-342900">
              <a:buFont typeface="Arial" panose="020B0604020202020204" pitchFamily="34" charset="0"/>
              <a:buChar char="•"/>
            </a:pPr>
            <a:endParaRPr lang="en-US" sz="2000">
              <a:solidFill>
                <a:schemeClr val="bg2">
                  <a:lumMod val="25000"/>
                </a:schemeClr>
              </a:solidFill>
            </a:endParaRPr>
          </a:p>
          <a:p>
            <a:pPr marL="342900" indent="-342900">
              <a:buFont typeface="Wingdings" panose="05000000000000000000" pitchFamily="2" charset="2"/>
              <a:buChar char="Ø"/>
            </a:pPr>
            <a:r>
              <a:rPr lang="vi-VN" sz="2000" b="1"/>
              <a:t>Kích</a:t>
            </a:r>
            <a:r>
              <a:rPr lang="en-US" sz="2000" b="1"/>
              <a:t> </a:t>
            </a:r>
            <a:r>
              <a:rPr lang="vi-VN" sz="2000" b="1"/>
              <a:t>thước</a:t>
            </a:r>
            <a:r>
              <a:rPr lang="en-US" sz="2000" b="1"/>
              <a:t> </a:t>
            </a:r>
            <a:r>
              <a:rPr lang="vi-VN" sz="2000" b="1"/>
              <a:t>bộ</a:t>
            </a:r>
            <a:r>
              <a:rPr lang="en-US" sz="2000" b="1"/>
              <a:t> </a:t>
            </a:r>
            <a:r>
              <a:rPr lang="vi-VN" sz="2000" b="1"/>
              <a:t>đệm</a:t>
            </a:r>
            <a:r>
              <a:rPr lang="en-US" sz="2000" b="1"/>
              <a:t> </a:t>
            </a:r>
            <a:r>
              <a:rPr lang="vi-VN" sz="2000" b="1"/>
              <a:t>tối</a:t>
            </a:r>
            <a:r>
              <a:rPr lang="en-US" sz="2000" b="1"/>
              <a:t> </a:t>
            </a:r>
            <a:r>
              <a:rPr lang="vi-VN" sz="2000" b="1"/>
              <a:t>thiểu:</a:t>
            </a:r>
            <a:endParaRPr lang="en-US" sz="2000" b="1">
              <a:solidFill>
                <a:schemeClr val="bg2">
                  <a:lumMod val="25000"/>
                </a:schemeClr>
              </a:solidFill>
            </a:endParaRPr>
          </a:p>
        </p:txBody>
      </p:sp>
      <p:pic>
        <p:nvPicPr>
          <p:cNvPr id="6" name="Picture 5" descr="A black text on a white background&#10;&#10;AI-generated content may be incorrect.">
            <a:extLst>
              <a:ext uri="{FF2B5EF4-FFF2-40B4-BE49-F238E27FC236}">
                <a16:creationId xmlns:a16="http://schemas.microsoft.com/office/drawing/2014/main" id="{A932D4A1-A4C4-2B9C-64D2-4A5EED3A2A42}"/>
              </a:ext>
            </a:extLst>
          </p:cNvPr>
          <p:cNvPicPr>
            <a:picLocks noChangeAspect="1"/>
          </p:cNvPicPr>
          <p:nvPr/>
        </p:nvPicPr>
        <p:blipFill>
          <a:blip r:embed="rId3"/>
          <a:stretch>
            <a:fillRect/>
          </a:stretch>
        </p:blipFill>
        <p:spPr>
          <a:xfrm>
            <a:off x="7099301" y="1606933"/>
            <a:ext cx="2070100" cy="563871"/>
          </a:xfrm>
          <a:prstGeom prst="rect">
            <a:avLst/>
          </a:prstGeom>
        </p:spPr>
      </p:pic>
      <p:pic>
        <p:nvPicPr>
          <p:cNvPr id="8" name="Picture 7" descr="A black letter x and d&#10;&#10;AI-generated content may be incorrect.">
            <a:extLst>
              <a:ext uri="{FF2B5EF4-FFF2-40B4-BE49-F238E27FC236}">
                <a16:creationId xmlns:a16="http://schemas.microsoft.com/office/drawing/2014/main" id="{90E7A2DE-2BA1-5349-E8B0-86B766F8B93B}"/>
              </a:ext>
            </a:extLst>
          </p:cNvPr>
          <p:cNvPicPr>
            <a:picLocks noChangeAspect="1"/>
          </p:cNvPicPr>
          <p:nvPr/>
        </p:nvPicPr>
        <p:blipFill>
          <a:blip r:embed="rId4"/>
          <a:stretch>
            <a:fillRect/>
          </a:stretch>
        </p:blipFill>
        <p:spPr>
          <a:xfrm>
            <a:off x="3701886" y="2205112"/>
            <a:ext cx="2338553" cy="563871"/>
          </a:xfrm>
          <a:prstGeom prst="rect">
            <a:avLst/>
          </a:prstGeom>
        </p:spPr>
      </p:pic>
      <p:pic>
        <p:nvPicPr>
          <p:cNvPr id="12" name="Picture 11" descr="A math equations and symbols&#10;&#10;AI-generated content may be incorrect.">
            <a:extLst>
              <a:ext uri="{FF2B5EF4-FFF2-40B4-BE49-F238E27FC236}">
                <a16:creationId xmlns:a16="http://schemas.microsoft.com/office/drawing/2014/main" id="{300896BB-3B5F-3176-76D4-E2A2C3370F9E}"/>
              </a:ext>
            </a:extLst>
          </p:cNvPr>
          <p:cNvPicPr>
            <a:picLocks noChangeAspect="1"/>
          </p:cNvPicPr>
          <p:nvPr/>
        </p:nvPicPr>
        <p:blipFill>
          <a:blip r:embed="rId5"/>
          <a:stretch>
            <a:fillRect/>
          </a:stretch>
        </p:blipFill>
        <p:spPr>
          <a:xfrm>
            <a:off x="1044329" y="3468737"/>
            <a:ext cx="3575395" cy="1180160"/>
          </a:xfrm>
          <a:prstGeom prst="rect">
            <a:avLst/>
          </a:prstGeom>
        </p:spPr>
      </p:pic>
      <p:pic>
        <p:nvPicPr>
          <p:cNvPr id="16" name="Picture 15" descr="A math equations with black text&#10;&#10;AI-generated content may be incorrect.">
            <a:extLst>
              <a:ext uri="{FF2B5EF4-FFF2-40B4-BE49-F238E27FC236}">
                <a16:creationId xmlns:a16="http://schemas.microsoft.com/office/drawing/2014/main" id="{0BBFA6A2-FF1F-DCB9-CD47-5218E972C864}"/>
              </a:ext>
            </a:extLst>
          </p:cNvPr>
          <p:cNvPicPr>
            <a:picLocks noChangeAspect="1"/>
          </p:cNvPicPr>
          <p:nvPr/>
        </p:nvPicPr>
        <p:blipFill>
          <a:blip r:embed="rId6"/>
          <a:stretch>
            <a:fillRect/>
          </a:stretch>
        </p:blipFill>
        <p:spPr>
          <a:xfrm>
            <a:off x="5400475" y="3429000"/>
            <a:ext cx="4868727" cy="1140422"/>
          </a:xfrm>
          <a:prstGeom prst="rect">
            <a:avLst/>
          </a:prstGeom>
        </p:spPr>
      </p:pic>
      <p:pic>
        <p:nvPicPr>
          <p:cNvPr id="18" name="Picture 17" descr="A math equation with black text&#10;&#10;AI-generated content may be incorrect.">
            <a:extLst>
              <a:ext uri="{FF2B5EF4-FFF2-40B4-BE49-F238E27FC236}">
                <a16:creationId xmlns:a16="http://schemas.microsoft.com/office/drawing/2014/main" id="{D7F0E68F-51E3-9B8F-A4ED-78470FABF83B}"/>
              </a:ext>
            </a:extLst>
          </p:cNvPr>
          <p:cNvPicPr>
            <a:picLocks noChangeAspect="1"/>
          </p:cNvPicPr>
          <p:nvPr/>
        </p:nvPicPr>
        <p:blipFill>
          <a:blip r:embed="rId7"/>
          <a:stretch>
            <a:fillRect/>
          </a:stretch>
        </p:blipFill>
        <p:spPr>
          <a:xfrm>
            <a:off x="4495799" y="4986009"/>
            <a:ext cx="6055327" cy="1082740"/>
          </a:xfrm>
          <a:prstGeom prst="rect">
            <a:avLst/>
          </a:prstGeom>
        </p:spPr>
      </p:pic>
    </p:spTree>
    <p:extLst>
      <p:ext uri="{BB962C8B-B14F-4D97-AF65-F5344CB8AC3E}">
        <p14:creationId xmlns:p14="http://schemas.microsoft.com/office/powerpoint/2010/main" val="233535500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56147F-9662-692F-15E9-D42546562F9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4A96F4B-1DA6-66A4-DEAB-CA1ECB1BE1B5}"/>
              </a:ext>
            </a:extLst>
          </p:cNvPr>
          <p:cNvSpPr>
            <a:spLocks noGrp="1"/>
          </p:cNvSpPr>
          <p:nvPr>
            <p:ph type="title"/>
          </p:nvPr>
        </p:nvSpPr>
        <p:spPr/>
        <p:txBody>
          <a:bodyPr>
            <a:noAutofit/>
          </a:bodyPr>
          <a:lstStyle/>
          <a:p>
            <a:r>
              <a:rPr lang="en-US" sz="2800"/>
              <a:t>5. Truy nhập dữ liệu từ CD-ROM</a:t>
            </a:r>
            <a:endParaRPr lang="en-US" sz="2800" dirty="0"/>
          </a:p>
        </p:txBody>
      </p:sp>
      <p:sp>
        <p:nvSpPr>
          <p:cNvPr id="3" name="TextBox 2">
            <a:extLst>
              <a:ext uri="{FF2B5EF4-FFF2-40B4-BE49-F238E27FC236}">
                <a16:creationId xmlns:a16="http://schemas.microsoft.com/office/drawing/2014/main" id="{BE46C5E2-F47C-070F-22FB-BC5E0FF3889F}"/>
              </a:ext>
            </a:extLst>
          </p:cNvPr>
          <p:cNvSpPr txBox="1"/>
          <p:nvPr/>
        </p:nvSpPr>
        <p:spPr>
          <a:xfrm>
            <a:off x="524240" y="819765"/>
            <a:ext cx="6460760" cy="2431435"/>
          </a:xfrm>
          <a:prstGeom prst="rect">
            <a:avLst/>
          </a:prstGeom>
          <a:noFill/>
        </p:spPr>
        <p:txBody>
          <a:bodyPr wrap="square" rtlCol="0">
            <a:spAutoFit/>
          </a:bodyPr>
          <a:lstStyle/>
          <a:p>
            <a:r>
              <a:rPr lang="en-US" sz="2000" b="1">
                <a:latin typeface="+mj-lt"/>
              </a:rPr>
              <a:t>Lên lịch truy xuất đa khu vực từ CDROM:</a:t>
            </a:r>
            <a:endParaRPr lang="en-US" sz="2000"/>
          </a:p>
          <a:p>
            <a:pPr marL="342900" indent="-342900">
              <a:buFont typeface="Arial" panose="020B0604020202020204" pitchFamily="34" charset="0"/>
              <a:buChar char="•"/>
            </a:pPr>
            <a:r>
              <a:rPr lang="en-US" sz="2000">
                <a:solidFill>
                  <a:schemeClr val="bg2">
                    <a:lumMod val="25000"/>
                  </a:schemeClr>
                </a:solidFill>
              </a:rPr>
              <a:t>Server nhận các y/cầu để đọc tập sector {s1, s2, .., sk}</a:t>
            </a:r>
          </a:p>
          <a:p>
            <a:pPr marL="342900" indent="-342900">
              <a:buFont typeface="Arial" panose="020B0604020202020204" pitchFamily="34" charset="0"/>
              <a:buChar char="•"/>
            </a:pPr>
            <a:r>
              <a:rPr lang="en-US" sz="2000">
                <a:solidFill>
                  <a:schemeClr val="bg2">
                    <a:lumMod val="25000"/>
                  </a:schemeClr>
                </a:solidFill>
              </a:rPr>
              <a:t>Tốc độ dịch chuyển của đầu đọc: lv (linear velocity</a:t>
            </a:r>
          </a:p>
          <a:p>
            <a:pPr marL="342900" indent="-342900">
              <a:buFont typeface="Wingdings" panose="05000000000000000000" pitchFamily="2" charset="2"/>
              <a:buChar char="Ø"/>
            </a:pPr>
            <a:r>
              <a:rPr lang="en-US" sz="2000">
                <a:solidFill>
                  <a:schemeClr val="bg2">
                    <a:lumMod val="25000"/>
                  </a:schemeClr>
                </a:solidFill>
              </a:rPr>
              <a:t>Trình tự đọc các sector này thế nào ?</a:t>
            </a:r>
          </a:p>
          <a:p>
            <a:pPr marL="800100" lvl="1" indent="-342900">
              <a:buFont typeface="Courier New" panose="02070309020205020404" pitchFamily="49" charset="0"/>
              <a:buChar char="o"/>
            </a:pPr>
            <a:r>
              <a:rPr lang="en-US">
                <a:solidFill>
                  <a:schemeClr val="bg2">
                    <a:lumMod val="25000"/>
                  </a:schemeClr>
                </a:solidFill>
              </a:rPr>
              <a:t>FCFS</a:t>
            </a:r>
          </a:p>
          <a:p>
            <a:pPr marL="800100" lvl="1" indent="-342900">
              <a:buFont typeface="Courier New" panose="02070309020205020404" pitchFamily="49" charset="0"/>
              <a:buChar char="o"/>
            </a:pPr>
            <a:r>
              <a:rPr lang="en-US">
                <a:solidFill>
                  <a:schemeClr val="bg2">
                    <a:lumMod val="25000"/>
                  </a:schemeClr>
                </a:solidFill>
              </a:rPr>
              <a:t>SCAN </a:t>
            </a:r>
          </a:p>
          <a:p>
            <a:pPr marL="800100" lvl="1" indent="-342900">
              <a:buFont typeface="Courier New" panose="02070309020205020404" pitchFamily="49" charset="0"/>
              <a:buChar char="o"/>
            </a:pPr>
            <a:r>
              <a:rPr lang="en-US">
                <a:solidFill>
                  <a:schemeClr val="bg2">
                    <a:lumMod val="25000"/>
                  </a:schemeClr>
                </a:solidFill>
              </a:rPr>
              <a:t>SCAN-EDF</a:t>
            </a:r>
          </a:p>
          <a:p>
            <a:pPr marL="800100" lvl="1" indent="-342900">
              <a:buFont typeface="Courier New" panose="02070309020205020404" pitchFamily="49" charset="0"/>
              <a:buChar char="o"/>
            </a:pPr>
            <a:r>
              <a:rPr lang="en-US">
                <a:solidFill>
                  <a:schemeClr val="bg2">
                    <a:lumMod val="25000"/>
                  </a:schemeClr>
                </a:solidFill>
              </a:rPr>
              <a:t>...</a:t>
            </a:r>
          </a:p>
        </p:txBody>
      </p:sp>
      <p:sp>
        <p:nvSpPr>
          <p:cNvPr id="4" name="TextBox 3">
            <a:extLst>
              <a:ext uri="{FF2B5EF4-FFF2-40B4-BE49-F238E27FC236}">
                <a16:creationId xmlns:a16="http://schemas.microsoft.com/office/drawing/2014/main" id="{91B274F3-BE05-B154-875F-FB42C887B90D}"/>
              </a:ext>
            </a:extLst>
          </p:cNvPr>
          <p:cNvSpPr txBox="1"/>
          <p:nvPr/>
        </p:nvSpPr>
        <p:spPr>
          <a:xfrm>
            <a:off x="524238" y="3429000"/>
            <a:ext cx="5905591" cy="2862322"/>
          </a:xfrm>
          <a:prstGeom prst="rect">
            <a:avLst/>
          </a:prstGeom>
          <a:noFill/>
        </p:spPr>
        <p:txBody>
          <a:bodyPr wrap="square" rtlCol="0">
            <a:spAutoFit/>
          </a:bodyPr>
          <a:lstStyle/>
          <a:p>
            <a:r>
              <a:rPr lang="vi-VN" sz="2000" b="1">
                <a:latin typeface="+mj-lt"/>
              </a:rPr>
              <a:t>Phương pháp vị trí:</a:t>
            </a:r>
            <a:endParaRPr lang="en-US" sz="2000" b="1">
              <a:latin typeface="+mj-lt"/>
            </a:endParaRPr>
          </a:p>
          <a:p>
            <a:pPr marL="342900" indent="-342900">
              <a:buFont typeface="Arial" panose="020B0604020202020204" pitchFamily="34" charset="0"/>
              <a:buChar char="•"/>
            </a:pPr>
            <a:r>
              <a:rPr lang="en-US" sz="2000">
                <a:solidFill>
                  <a:schemeClr val="bg2">
                    <a:lumMod val="25000"/>
                  </a:schemeClr>
                </a:solidFill>
              </a:rPr>
              <a:t>Real-Time File (RTF): bộ (l</a:t>
            </a:r>
            <a:r>
              <a:rPr lang="en-US" sz="2000" baseline="-25000">
                <a:solidFill>
                  <a:schemeClr val="bg2">
                    <a:lumMod val="25000"/>
                  </a:schemeClr>
                </a:solidFill>
              </a:rPr>
              <a:t>f</a:t>
            </a:r>
            <a:r>
              <a:rPr lang="en-US" sz="2000">
                <a:solidFill>
                  <a:schemeClr val="bg2">
                    <a:lumMod val="25000"/>
                  </a:schemeClr>
                </a:solidFill>
              </a:rPr>
              <a:t>, b</a:t>
            </a:r>
            <a:r>
              <a:rPr lang="en-US" sz="2000" baseline="-25000">
                <a:solidFill>
                  <a:schemeClr val="bg2">
                    <a:lumMod val="25000"/>
                  </a:schemeClr>
                </a:solidFill>
              </a:rPr>
              <a:t>f</a:t>
            </a:r>
            <a:r>
              <a:rPr lang="en-US" sz="2000">
                <a:solidFill>
                  <a:schemeClr val="bg2">
                    <a:lumMod val="25000"/>
                  </a:schemeClr>
                </a:solidFill>
              </a:rPr>
              <a:t>, p</a:t>
            </a:r>
            <a:r>
              <a:rPr lang="en-US" sz="2000" baseline="-25000">
                <a:solidFill>
                  <a:schemeClr val="bg2">
                    <a:lumMod val="25000"/>
                  </a:schemeClr>
                </a:solidFill>
              </a:rPr>
              <a:t>f</a:t>
            </a:r>
            <a:r>
              <a:rPr lang="en-US" sz="2000">
                <a:solidFill>
                  <a:schemeClr val="bg2">
                    <a:lumMod val="25000"/>
                  </a:schemeClr>
                </a:solidFill>
              </a:rPr>
              <a:t>)</a:t>
            </a:r>
          </a:p>
          <a:p>
            <a:pPr marL="800100" lvl="1" indent="-342900">
              <a:buFont typeface="Arial" panose="020B0604020202020204" pitchFamily="34" charset="0"/>
              <a:buChar char="•"/>
            </a:pPr>
            <a:r>
              <a:rPr lang="vi-VN" sz="2000">
                <a:solidFill>
                  <a:schemeClr val="bg2">
                    <a:lumMod val="25000"/>
                  </a:schemeClr>
                </a:solidFill>
              </a:rPr>
              <a:t>lf:</a:t>
            </a:r>
            <a:r>
              <a:rPr lang="en-US" sz="2000">
                <a:solidFill>
                  <a:schemeClr val="bg2">
                    <a:lumMod val="25000"/>
                  </a:schemeClr>
                </a:solidFill>
              </a:rPr>
              <a:t> </a:t>
            </a:r>
            <a:r>
              <a:rPr lang="vi-VN" sz="2000">
                <a:solidFill>
                  <a:schemeClr val="bg2">
                    <a:lumMod val="25000"/>
                  </a:schemeClr>
                </a:solidFill>
              </a:rPr>
              <a:t>độ</a:t>
            </a:r>
            <a:r>
              <a:rPr lang="en-US" sz="2000">
                <a:solidFill>
                  <a:schemeClr val="bg2">
                    <a:lumMod val="25000"/>
                  </a:schemeClr>
                </a:solidFill>
              </a:rPr>
              <a:t> </a:t>
            </a:r>
            <a:r>
              <a:rPr lang="vi-VN" sz="2000">
                <a:solidFill>
                  <a:schemeClr val="bg2">
                    <a:lumMod val="25000"/>
                  </a:schemeClr>
                </a:solidFill>
              </a:rPr>
              <a:t>dài</a:t>
            </a:r>
            <a:r>
              <a:rPr lang="en-US" sz="2000">
                <a:solidFill>
                  <a:schemeClr val="bg2">
                    <a:lumMod val="25000"/>
                  </a:schemeClr>
                </a:solidFill>
              </a:rPr>
              <a:t> </a:t>
            </a:r>
            <a:r>
              <a:rPr lang="vi-VN" sz="2000">
                <a:solidFill>
                  <a:schemeClr val="bg2">
                    <a:lumMod val="25000"/>
                  </a:schemeClr>
                </a:solidFill>
              </a:rPr>
              <a:t>của</a:t>
            </a:r>
            <a:r>
              <a:rPr lang="en-US" sz="2000">
                <a:solidFill>
                  <a:schemeClr val="bg2">
                    <a:lumMod val="25000"/>
                  </a:schemeClr>
                </a:solidFill>
              </a:rPr>
              <a:t> </a:t>
            </a:r>
            <a:r>
              <a:rPr lang="vi-VN" sz="2000">
                <a:solidFill>
                  <a:schemeClr val="bg2">
                    <a:lumMod val="25000"/>
                  </a:schemeClr>
                </a:solidFill>
              </a:rPr>
              <a:t>file</a:t>
            </a:r>
            <a:r>
              <a:rPr lang="en-US" sz="2000">
                <a:solidFill>
                  <a:schemeClr val="bg2">
                    <a:lumMod val="25000"/>
                  </a:schemeClr>
                </a:solidFill>
              </a:rPr>
              <a:t> </a:t>
            </a:r>
            <a:r>
              <a:rPr lang="vi-VN" sz="2000">
                <a:solidFill>
                  <a:schemeClr val="bg2">
                    <a:lumMod val="25000"/>
                  </a:schemeClr>
                </a:solidFill>
              </a:rPr>
              <a:t>=</a:t>
            </a:r>
            <a:r>
              <a:rPr lang="en-US" sz="2000">
                <a:solidFill>
                  <a:schemeClr val="bg2">
                    <a:lumMod val="25000"/>
                  </a:schemeClr>
                </a:solidFill>
              </a:rPr>
              <a:t> </a:t>
            </a:r>
            <a:r>
              <a:rPr lang="vi-VN" sz="2000">
                <a:solidFill>
                  <a:schemeClr val="bg2">
                    <a:lumMod val="25000"/>
                  </a:schemeClr>
                </a:solidFill>
              </a:rPr>
              <a:t>số</a:t>
            </a:r>
            <a:r>
              <a:rPr lang="en-US" sz="2000">
                <a:solidFill>
                  <a:schemeClr val="bg2">
                    <a:lumMod val="25000"/>
                  </a:schemeClr>
                </a:solidFill>
              </a:rPr>
              <a:t> </a:t>
            </a:r>
            <a:r>
              <a:rPr lang="vi-VN" sz="2000">
                <a:solidFill>
                  <a:schemeClr val="bg2">
                    <a:lumMod val="25000"/>
                  </a:schemeClr>
                </a:solidFill>
              </a:rPr>
              <a:t>bloc</a:t>
            </a:r>
            <a:r>
              <a:rPr lang="en-US" sz="2000">
                <a:solidFill>
                  <a:schemeClr val="bg2">
                    <a:lumMod val="25000"/>
                  </a:schemeClr>
                </a:solidFill>
              </a:rPr>
              <a:t>k</a:t>
            </a:r>
          </a:p>
          <a:p>
            <a:pPr marL="800100" lvl="1" indent="-342900">
              <a:buFont typeface="Arial" panose="020B0604020202020204" pitchFamily="34" charset="0"/>
              <a:buChar char="•"/>
            </a:pPr>
            <a:r>
              <a:rPr lang="vi-VN" sz="2000">
                <a:solidFill>
                  <a:schemeClr val="bg2">
                    <a:lumMod val="25000"/>
                  </a:schemeClr>
                </a:solidFill>
              </a:rPr>
              <a:t>bf:</a:t>
            </a:r>
            <a:r>
              <a:rPr lang="en-US" sz="2000">
                <a:solidFill>
                  <a:schemeClr val="bg2">
                    <a:lumMod val="25000"/>
                  </a:schemeClr>
                </a:solidFill>
              </a:rPr>
              <a:t> </a:t>
            </a:r>
            <a:r>
              <a:rPr lang="vi-VN" sz="2000">
                <a:solidFill>
                  <a:schemeClr val="bg2">
                    <a:lumMod val="25000"/>
                  </a:schemeClr>
                </a:solidFill>
              </a:rPr>
              <a:t>kích</a:t>
            </a:r>
            <a:r>
              <a:rPr lang="en-US" sz="2000">
                <a:solidFill>
                  <a:schemeClr val="bg2">
                    <a:lumMod val="25000"/>
                  </a:schemeClr>
                </a:solidFill>
              </a:rPr>
              <a:t> </a:t>
            </a:r>
            <a:r>
              <a:rPr lang="vi-VN" sz="2000">
                <a:solidFill>
                  <a:schemeClr val="bg2">
                    <a:lumMod val="25000"/>
                  </a:schemeClr>
                </a:solidFill>
              </a:rPr>
              <a:t>thước</a:t>
            </a:r>
            <a:r>
              <a:rPr lang="en-US" sz="2000">
                <a:solidFill>
                  <a:schemeClr val="bg2">
                    <a:lumMod val="25000"/>
                  </a:schemeClr>
                </a:solidFill>
              </a:rPr>
              <a:t> </a:t>
            </a:r>
            <a:r>
              <a:rPr lang="vi-VN" sz="2000">
                <a:solidFill>
                  <a:schemeClr val="bg2">
                    <a:lumMod val="25000"/>
                  </a:schemeClr>
                </a:solidFill>
              </a:rPr>
              <a:t>khối</a:t>
            </a:r>
            <a:r>
              <a:rPr lang="en-US" sz="2000">
                <a:solidFill>
                  <a:schemeClr val="bg2">
                    <a:lumMod val="25000"/>
                  </a:schemeClr>
                </a:solidFill>
              </a:rPr>
              <a:t> </a:t>
            </a:r>
            <a:r>
              <a:rPr lang="vi-VN" sz="2000">
                <a:solidFill>
                  <a:schemeClr val="bg2">
                    <a:lumMod val="25000"/>
                  </a:schemeClr>
                </a:solidFill>
              </a:rPr>
              <a:t>=</a:t>
            </a:r>
            <a:r>
              <a:rPr lang="en-US" sz="2000">
                <a:solidFill>
                  <a:schemeClr val="bg2">
                    <a:lumMod val="25000"/>
                  </a:schemeClr>
                </a:solidFill>
              </a:rPr>
              <a:t> </a:t>
            </a:r>
            <a:r>
              <a:rPr lang="vi-VN" sz="2000">
                <a:solidFill>
                  <a:schemeClr val="bg2">
                    <a:lumMod val="25000"/>
                  </a:schemeClr>
                </a:solidFill>
              </a:rPr>
              <a:t>số</a:t>
            </a:r>
            <a:r>
              <a:rPr lang="en-US" sz="2000">
                <a:solidFill>
                  <a:schemeClr val="bg2">
                    <a:lumMod val="25000"/>
                  </a:schemeClr>
                </a:solidFill>
              </a:rPr>
              <a:t> </a:t>
            </a:r>
            <a:r>
              <a:rPr lang="vi-VN" sz="2000">
                <a:solidFill>
                  <a:schemeClr val="bg2">
                    <a:lumMod val="25000"/>
                  </a:schemeClr>
                </a:solidFill>
              </a:rPr>
              <a:t>sector</a:t>
            </a:r>
            <a:r>
              <a:rPr lang="en-US" sz="2000">
                <a:solidFill>
                  <a:schemeClr val="bg2">
                    <a:lumMod val="25000"/>
                  </a:schemeClr>
                </a:solidFill>
              </a:rPr>
              <a:t> </a:t>
            </a:r>
            <a:r>
              <a:rPr lang="vi-VN" sz="2000">
                <a:solidFill>
                  <a:schemeClr val="bg2">
                    <a:lumMod val="25000"/>
                  </a:schemeClr>
                </a:solidFill>
              </a:rPr>
              <a:t>/</a:t>
            </a:r>
            <a:r>
              <a:rPr lang="en-US" sz="2000">
                <a:solidFill>
                  <a:schemeClr val="bg2">
                    <a:lumMod val="25000"/>
                  </a:schemeClr>
                </a:solidFill>
              </a:rPr>
              <a:t> </a:t>
            </a:r>
            <a:r>
              <a:rPr lang="vi-VN" sz="2000">
                <a:solidFill>
                  <a:schemeClr val="bg2">
                    <a:lumMod val="25000"/>
                  </a:schemeClr>
                </a:solidFill>
              </a:rPr>
              <a:t>1</a:t>
            </a:r>
            <a:r>
              <a:rPr lang="en-US" sz="2000">
                <a:solidFill>
                  <a:schemeClr val="bg2">
                    <a:lumMod val="25000"/>
                  </a:schemeClr>
                </a:solidFill>
              </a:rPr>
              <a:t> </a:t>
            </a:r>
            <a:r>
              <a:rPr lang="vi-VN" sz="2000">
                <a:solidFill>
                  <a:schemeClr val="bg2">
                    <a:lumMod val="25000"/>
                  </a:schemeClr>
                </a:solidFill>
              </a:rPr>
              <a:t>khố–</a:t>
            </a:r>
            <a:endParaRPr lang="en-US" sz="2000">
              <a:solidFill>
                <a:schemeClr val="bg2">
                  <a:lumMod val="25000"/>
                </a:schemeClr>
              </a:solidFill>
            </a:endParaRPr>
          </a:p>
          <a:p>
            <a:pPr marL="800100" lvl="1" indent="-342900">
              <a:buFont typeface="Arial" panose="020B0604020202020204" pitchFamily="34" charset="0"/>
              <a:buChar char="•"/>
            </a:pPr>
            <a:r>
              <a:rPr lang="vi-VN" sz="2000">
                <a:solidFill>
                  <a:schemeClr val="bg2">
                    <a:lumMod val="25000"/>
                  </a:schemeClr>
                </a:solidFill>
              </a:rPr>
              <a:t>pf:</a:t>
            </a:r>
            <a:r>
              <a:rPr lang="en-US" sz="2000">
                <a:solidFill>
                  <a:schemeClr val="bg2">
                    <a:lumMod val="25000"/>
                  </a:schemeClr>
                </a:solidFill>
              </a:rPr>
              <a:t> </a:t>
            </a:r>
            <a:r>
              <a:rPr lang="vi-VN" sz="2000">
                <a:solidFill>
                  <a:schemeClr val="bg2">
                    <a:lumMod val="25000"/>
                  </a:schemeClr>
                </a:solidFill>
              </a:rPr>
              <a:t>chu</a:t>
            </a:r>
            <a:r>
              <a:rPr lang="en-US" sz="2000">
                <a:solidFill>
                  <a:schemeClr val="bg2">
                    <a:lumMod val="25000"/>
                  </a:schemeClr>
                </a:solidFill>
              </a:rPr>
              <a:t> </a:t>
            </a:r>
            <a:r>
              <a:rPr lang="vi-VN" sz="2000">
                <a:solidFill>
                  <a:schemeClr val="bg2">
                    <a:lumMod val="25000"/>
                  </a:schemeClr>
                </a:solidFill>
              </a:rPr>
              <a:t>kỳ</a:t>
            </a:r>
            <a:r>
              <a:rPr lang="en-US" sz="2000">
                <a:solidFill>
                  <a:schemeClr val="bg2">
                    <a:lumMod val="25000"/>
                  </a:schemeClr>
                </a:solidFill>
              </a:rPr>
              <a:t> </a:t>
            </a:r>
            <a:r>
              <a:rPr lang="vi-VN" sz="2000">
                <a:solidFill>
                  <a:schemeClr val="bg2">
                    <a:lumMod val="25000"/>
                  </a:schemeClr>
                </a:solidFill>
              </a:rPr>
              <a:t>của</a:t>
            </a:r>
            <a:r>
              <a:rPr lang="en-US" sz="2000">
                <a:solidFill>
                  <a:schemeClr val="bg2">
                    <a:lumMod val="25000"/>
                  </a:schemeClr>
                </a:solidFill>
              </a:rPr>
              <a:t> </a:t>
            </a:r>
            <a:r>
              <a:rPr lang="vi-VN" sz="2000">
                <a:solidFill>
                  <a:schemeClr val="bg2">
                    <a:lumMod val="25000"/>
                  </a:schemeClr>
                </a:solidFill>
              </a:rPr>
              <a:t>file</a:t>
            </a:r>
            <a:r>
              <a:rPr lang="en-US" sz="2000">
                <a:solidFill>
                  <a:schemeClr val="bg2">
                    <a:lumMod val="25000"/>
                  </a:schemeClr>
                </a:solidFill>
              </a:rPr>
              <a:t> </a:t>
            </a:r>
            <a:r>
              <a:rPr lang="vi-VN" sz="2000">
                <a:solidFill>
                  <a:schemeClr val="bg2">
                    <a:lumMod val="25000"/>
                  </a:schemeClr>
                </a:solidFill>
              </a:rPr>
              <a:t>=</a:t>
            </a:r>
            <a:r>
              <a:rPr lang="en-US" sz="2000">
                <a:solidFill>
                  <a:schemeClr val="bg2">
                    <a:lumMod val="25000"/>
                  </a:schemeClr>
                </a:solidFill>
              </a:rPr>
              <a:t> </a:t>
            </a:r>
            <a:r>
              <a:rPr lang="vi-VN" sz="2000">
                <a:solidFill>
                  <a:schemeClr val="bg2">
                    <a:lumMod val="25000"/>
                  </a:schemeClr>
                </a:solidFill>
              </a:rPr>
              <a:t>khoảng</a:t>
            </a:r>
            <a:r>
              <a:rPr lang="en-US" sz="2000">
                <a:solidFill>
                  <a:schemeClr val="bg2">
                    <a:lumMod val="25000"/>
                  </a:schemeClr>
                </a:solidFill>
              </a:rPr>
              <a:t> </a:t>
            </a:r>
            <a:r>
              <a:rPr lang="vi-VN" sz="2000">
                <a:solidFill>
                  <a:schemeClr val="bg2">
                    <a:lumMod val="25000"/>
                  </a:schemeClr>
                </a:solidFill>
              </a:rPr>
              <a:t>cách</a:t>
            </a:r>
            <a:r>
              <a:rPr lang="en-US" sz="2000">
                <a:solidFill>
                  <a:schemeClr val="bg2">
                    <a:lumMod val="25000"/>
                  </a:schemeClr>
                </a:solidFill>
              </a:rPr>
              <a:t> </a:t>
            </a:r>
            <a:r>
              <a:rPr lang="vi-VN" sz="2000">
                <a:solidFill>
                  <a:schemeClr val="bg2">
                    <a:lumMod val="25000"/>
                  </a:schemeClr>
                </a:solidFill>
              </a:rPr>
              <a:t>giữa</a:t>
            </a:r>
            <a:r>
              <a:rPr lang="en-US" sz="2000">
                <a:solidFill>
                  <a:schemeClr val="bg2">
                    <a:lumMod val="25000"/>
                  </a:schemeClr>
                </a:solidFill>
              </a:rPr>
              <a:t> </a:t>
            </a:r>
            <a:r>
              <a:rPr lang="vi-VN" sz="2000">
                <a:solidFill>
                  <a:schemeClr val="bg2">
                    <a:lumMod val="25000"/>
                  </a:schemeClr>
                </a:solidFill>
              </a:rPr>
              <a:t>2</a:t>
            </a:r>
            <a:r>
              <a:rPr lang="en-US" sz="2000">
                <a:solidFill>
                  <a:schemeClr val="bg2">
                    <a:lumMod val="25000"/>
                  </a:schemeClr>
                </a:solidFill>
              </a:rPr>
              <a:t> </a:t>
            </a:r>
            <a:r>
              <a:rPr lang="vi-VN" sz="2000">
                <a:solidFill>
                  <a:schemeClr val="bg2">
                    <a:lumMod val="25000"/>
                  </a:schemeClr>
                </a:solidFill>
              </a:rPr>
              <a:t>sector</a:t>
            </a:r>
            <a:r>
              <a:rPr lang="en-US" sz="2000">
                <a:solidFill>
                  <a:schemeClr val="bg2">
                    <a:lumMod val="25000"/>
                  </a:schemeClr>
                </a:solidFill>
              </a:rPr>
              <a:t> </a:t>
            </a:r>
            <a:r>
              <a:rPr lang="vi-VN" sz="2000">
                <a:solidFill>
                  <a:schemeClr val="bg2">
                    <a:lumMod val="25000"/>
                  </a:schemeClr>
                </a:solidFill>
              </a:rPr>
              <a:t>đầu</a:t>
            </a:r>
            <a:r>
              <a:rPr lang="en-US" sz="2000">
                <a:solidFill>
                  <a:schemeClr val="bg2">
                    <a:lumMod val="25000"/>
                  </a:schemeClr>
                </a:solidFill>
              </a:rPr>
              <a:t> </a:t>
            </a:r>
            <a:r>
              <a:rPr lang="vi-VN" sz="2000">
                <a:solidFill>
                  <a:schemeClr val="bg2">
                    <a:lumMod val="25000"/>
                  </a:schemeClr>
                </a:solidFill>
              </a:rPr>
              <a:t>tiên</a:t>
            </a:r>
            <a:r>
              <a:rPr lang="en-US" sz="2000">
                <a:solidFill>
                  <a:schemeClr val="bg2">
                    <a:lumMod val="25000"/>
                  </a:schemeClr>
                </a:solidFill>
              </a:rPr>
              <a:t> </a:t>
            </a:r>
            <a:r>
              <a:rPr lang="vi-VN" sz="2000">
                <a:solidFill>
                  <a:schemeClr val="bg2">
                    <a:lumMod val="25000"/>
                  </a:schemeClr>
                </a:solidFill>
              </a:rPr>
              <a:t> của</a:t>
            </a:r>
            <a:r>
              <a:rPr lang="en-US" sz="2000">
                <a:solidFill>
                  <a:schemeClr val="bg2">
                    <a:lumMod val="25000"/>
                  </a:schemeClr>
                </a:solidFill>
              </a:rPr>
              <a:t> </a:t>
            </a:r>
            <a:r>
              <a:rPr lang="vi-VN" sz="2000">
                <a:solidFill>
                  <a:schemeClr val="bg2">
                    <a:lumMod val="25000"/>
                  </a:schemeClr>
                </a:solidFill>
              </a:rPr>
              <a:t>2</a:t>
            </a:r>
            <a:r>
              <a:rPr lang="en-US" sz="2000">
                <a:solidFill>
                  <a:schemeClr val="bg2">
                    <a:lumMod val="25000"/>
                  </a:schemeClr>
                </a:solidFill>
              </a:rPr>
              <a:t> </a:t>
            </a:r>
            <a:r>
              <a:rPr lang="vi-VN" sz="2000">
                <a:solidFill>
                  <a:schemeClr val="bg2">
                    <a:lumMod val="25000"/>
                  </a:schemeClr>
                </a:solidFill>
              </a:rPr>
              <a:t>block</a:t>
            </a:r>
            <a:r>
              <a:rPr lang="en-US" sz="2000">
                <a:solidFill>
                  <a:schemeClr val="bg2">
                    <a:lumMod val="25000"/>
                  </a:schemeClr>
                </a:solidFill>
              </a:rPr>
              <a:t> </a:t>
            </a:r>
            <a:r>
              <a:rPr lang="vi-VN" sz="2000">
                <a:solidFill>
                  <a:schemeClr val="bg2">
                    <a:lumMod val="25000"/>
                  </a:schemeClr>
                </a:solidFill>
              </a:rPr>
              <a:t>liên</a:t>
            </a:r>
            <a:r>
              <a:rPr lang="en-US" sz="2000">
                <a:solidFill>
                  <a:schemeClr val="bg2">
                    <a:lumMod val="25000"/>
                  </a:schemeClr>
                </a:solidFill>
              </a:rPr>
              <a:t> </a:t>
            </a:r>
            <a:r>
              <a:rPr lang="vi-VN" sz="2000">
                <a:solidFill>
                  <a:schemeClr val="bg2">
                    <a:lumMod val="25000"/>
                  </a:schemeClr>
                </a:solidFill>
              </a:rPr>
              <a:t>tiếp</a:t>
            </a:r>
            <a:r>
              <a:rPr lang="en-US" sz="2000">
                <a:solidFill>
                  <a:schemeClr val="bg2">
                    <a:lumMod val="25000"/>
                  </a:schemeClr>
                </a:solidFill>
              </a:rPr>
              <a:t> </a:t>
            </a:r>
            <a:r>
              <a:rPr lang="vi-VN" sz="2000">
                <a:solidFill>
                  <a:schemeClr val="bg2">
                    <a:lumMod val="25000"/>
                  </a:schemeClr>
                </a:solidFill>
              </a:rPr>
              <a:t>nhau </a:t>
            </a:r>
            <a:endParaRPr lang="en-US" sz="2000">
              <a:solidFill>
                <a:schemeClr val="bg2">
                  <a:lumMod val="25000"/>
                </a:schemeClr>
              </a:solidFill>
            </a:endParaRPr>
          </a:p>
          <a:p>
            <a:pPr marL="342900" indent="-342900">
              <a:buFont typeface="Arial" panose="020B0604020202020204" pitchFamily="34" charset="0"/>
              <a:buChar char="•"/>
            </a:pPr>
            <a:r>
              <a:rPr lang="vi-VN" sz="2000">
                <a:solidFill>
                  <a:schemeClr val="bg2">
                    <a:lumMod val="25000"/>
                  </a:schemeClr>
                </a:solidFill>
              </a:rPr>
              <a:t>Dễ</a:t>
            </a:r>
            <a:r>
              <a:rPr lang="en-US" sz="2000">
                <a:solidFill>
                  <a:schemeClr val="bg2">
                    <a:lumMod val="25000"/>
                  </a:schemeClr>
                </a:solidFill>
              </a:rPr>
              <a:t> </a:t>
            </a:r>
            <a:r>
              <a:rPr lang="vi-VN" sz="2000">
                <a:solidFill>
                  <a:schemeClr val="bg2">
                    <a:lumMod val="25000"/>
                  </a:schemeClr>
                </a:solidFill>
              </a:rPr>
              <a:t>dàng</a:t>
            </a:r>
            <a:r>
              <a:rPr lang="en-US" sz="2000">
                <a:solidFill>
                  <a:schemeClr val="bg2">
                    <a:lumMod val="25000"/>
                  </a:schemeClr>
                </a:solidFill>
              </a:rPr>
              <a:t> </a:t>
            </a:r>
            <a:r>
              <a:rPr lang="vi-VN" sz="2000">
                <a:solidFill>
                  <a:schemeClr val="bg2">
                    <a:lumMod val="25000"/>
                  </a:schemeClr>
                </a:solidFill>
              </a:rPr>
              <a:t>xác</a:t>
            </a:r>
            <a:r>
              <a:rPr lang="en-US" sz="2000">
                <a:solidFill>
                  <a:schemeClr val="bg2">
                    <a:lumMod val="25000"/>
                  </a:schemeClr>
                </a:solidFill>
              </a:rPr>
              <a:t> </a:t>
            </a:r>
            <a:r>
              <a:rPr lang="vi-VN" sz="2000">
                <a:solidFill>
                  <a:schemeClr val="bg2">
                    <a:lumMod val="25000"/>
                  </a:schemeClr>
                </a:solidFill>
              </a:rPr>
              <a:t>định</a:t>
            </a:r>
            <a:r>
              <a:rPr lang="en-US" sz="2000">
                <a:solidFill>
                  <a:schemeClr val="bg2">
                    <a:lumMod val="25000"/>
                  </a:schemeClr>
                </a:solidFill>
              </a:rPr>
              <a:t> </a:t>
            </a:r>
            <a:r>
              <a:rPr lang="vi-VN" sz="2000">
                <a:solidFill>
                  <a:schemeClr val="bg2">
                    <a:lumMod val="25000"/>
                  </a:schemeClr>
                </a:solidFill>
              </a:rPr>
              <a:t>các</a:t>
            </a:r>
            <a:r>
              <a:rPr lang="en-US" sz="2000">
                <a:solidFill>
                  <a:schemeClr val="bg2">
                    <a:lumMod val="25000"/>
                  </a:schemeClr>
                </a:solidFill>
              </a:rPr>
              <a:t> </a:t>
            </a:r>
            <a:r>
              <a:rPr lang="vi-VN" sz="2000">
                <a:solidFill>
                  <a:schemeClr val="bg2">
                    <a:lumMod val="25000"/>
                  </a:schemeClr>
                </a:solidFill>
              </a:rPr>
              <a:t>sector</a:t>
            </a:r>
            <a:r>
              <a:rPr lang="en-US" sz="2000">
                <a:solidFill>
                  <a:schemeClr val="bg2">
                    <a:lumMod val="25000"/>
                  </a:schemeClr>
                </a:solidFill>
              </a:rPr>
              <a:t> </a:t>
            </a:r>
            <a:r>
              <a:rPr lang="vi-VN" sz="2000">
                <a:solidFill>
                  <a:schemeClr val="bg2">
                    <a:lumMod val="25000"/>
                  </a:schemeClr>
                </a:solidFill>
              </a:rPr>
              <a:t>chứa</a:t>
            </a:r>
            <a:r>
              <a:rPr lang="en-US" sz="2000">
                <a:solidFill>
                  <a:schemeClr val="bg2">
                    <a:lumMod val="25000"/>
                  </a:schemeClr>
                </a:solidFill>
              </a:rPr>
              <a:t> </a:t>
            </a:r>
            <a:r>
              <a:rPr lang="vi-VN" sz="2000">
                <a:solidFill>
                  <a:schemeClr val="bg2">
                    <a:lumMod val="25000"/>
                  </a:schemeClr>
                </a:solidFill>
              </a:rPr>
              <a:t>DL</a:t>
            </a:r>
            <a:r>
              <a:rPr lang="en-US" sz="2000">
                <a:solidFill>
                  <a:schemeClr val="bg2">
                    <a:lumMod val="25000"/>
                  </a:schemeClr>
                </a:solidFill>
              </a:rPr>
              <a:t> </a:t>
            </a:r>
            <a:r>
              <a:rPr lang="vi-VN" sz="2000">
                <a:solidFill>
                  <a:schemeClr val="bg2">
                    <a:lumMod val="25000"/>
                  </a:schemeClr>
                </a:solidFill>
              </a:rPr>
              <a:t>nếu</a:t>
            </a:r>
            <a:r>
              <a:rPr lang="en-US" sz="2000">
                <a:solidFill>
                  <a:schemeClr val="bg2">
                    <a:lumMod val="25000"/>
                  </a:schemeClr>
                </a:solidFill>
              </a:rPr>
              <a:t> </a:t>
            </a:r>
            <a:r>
              <a:rPr lang="vi-VN" sz="2000">
                <a:solidFill>
                  <a:schemeClr val="bg2">
                    <a:lumMod val="25000"/>
                  </a:schemeClr>
                </a:solidFill>
              </a:rPr>
              <a:t>biết</a:t>
            </a:r>
            <a:r>
              <a:rPr lang="en-US" sz="2000">
                <a:solidFill>
                  <a:schemeClr val="bg2">
                    <a:lumMod val="25000"/>
                  </a:schemeClr>
                </a:solidFill>
              </a:rPr>
              <a:t> </a:t>
            </a:r>
            <a:r>
              <a:rPr lang="vi-VN" sz="2000">
                <a:solidFill>
                  <a:schemeClr val="bg2">
                    <a:lumMod val="25000"/>
                  </a:schemeClr>
                </a:solidFill>
              </a:rPr>
              <a:t>vị trí</a:t>
            </a:r>
            <a:r>
              <a:rPr lang="en-US" sz="2000">
                <a:solidFill>
                  <a:schemeClr val="bg2">
                    <a:lumMod val="25000"/>
                  </a:schemeClr>
                </a:solidFill>
              </a:rPr>
              <a:t> </a:t>
            </a:r>
            <a:r>
              <a:rPr lang="vi-VN" sz="2000">
                <a:solidFill>
                  <a:schemeClr val="bg2">
                    <a:lumMod val="25000"/>
                  </a:schemeClr>
                </a:solidFill>
              </a:rPr>
              <a:t>bắt</a:t>
            </a:r>
            <a:r>
              <a:rPr lang="en-US" sz="2000">
                <a:solidFill>
                  <a:schemeClr val="bg2">
                    <a:lumMod val="25000"/>
                  </a:schemeClr>
                </a:solidFill>
              </a:rPr>
              <a:t> </a:t>
            </a:r>
            <a:r>
              <a:rPr lang="vi-VN" sz="2000">
                <a:solidFill>
                  <a:schemeClr val="bg2">
                    <a:lumMod val="25000"/>
                  </a:schemeClr>
                </a:solidFill>
              </a:rPr>
              <a:t>đầu của</a:t>
            </a:r>
            <a:r>
              <a:rPr lang="en-US" sz="2000">
                <a:solidFill>
                  <a:schemeClr val="bg2">
                    <a:lumMod val="25000"/>
                  </a:schemeClr>
                </a:solidFill>
              </a:rPr>
              <a:t> </a:t>
            </a:r>
            <a:r>
              <a:rPr lang="vi-VN" sz="2000">
                <a:solidFill>
                  <a:schemeClr val="bg2">
                    <a:lumMod val="25000"/>
                  </a:schemeClr>
                </a:solidFill>
              </a:rPr>
              <a:t>file:</a:t>
            </a:r>
            <a:r>
              <a:rPr lang="en-US" sz="2000">
                <a:solidFill>
                  <a:schemeClr val="bg2">
                    <a:lumMod val="25000"/>
                  </a:schemeClr>
                </a:solidFill>
              </a:rPr>
              <a:t> </a:t>
            </a:r>
            <a:r>
              <a:rPr lang="vi-VN" sz="2000">
                <a:solidFill>
                  <a:schemeClr val="bg2">
                    <a:lumMod val="25000"/>
                  </a:schemeClr>
                </a:solidFill>
              </a:rPr>
              <a:t>st(f)</a:t>
            </a:r>
            <a:r>
              <a:rPr lang="en-US" sz="2000">
                <a:solidFill>
                  <a:schemeClr val="bg2">
                    <a:lumMod val="25000"/>
                  </a:schemeClr>
                </a:solidFill>
              </a:rPr>
              <a:t> </a:t>
            </a:r>
          </a:p>
          <a:p>
            <a:pPr marL="342900" indent="-342900">
              <a:buFont typeface="Arial" panose="020B0604020202020204" pitchFamily="34" charset="0"/>
              <a:buChar char="•"/>
            </a:pPr>
            <a:r>
              <a:rPr lang="vi-VN" sz="2000">
                <a:solidFill>
                  <a:schemeClr val="bg2">
                    <a:lumMod val="25000"/>
                  </a:schemeClr>
                </a:solidFill>
              </a:rPr>
              <a:t>Tập</a:t>
            </a:r>
            <a:r>
              <a:rPr lang="en-US" sz="2000">
                <a:solidFill>
                  <a:schemeClr val="bg2">
                    <a:lumMod val="25000"/>
                  </a:schemeClr>
                </a:solidFill>
              </a:rPr>
              <a:t> </a:t>
            </a:r>
            <a:r>
              <a:rPr lang="vi-VN" sz="2000">
                <a:solidFill>
                  <a:schemeClr val="bg2">
                    <a:lumMod val="25000"/>
                  </a:schemeClr>
                </a:solidFill>
              </a:rPr>
              <a:t>các</a:t>
            </a:r>
            <a:r>
              <a:rPr lang="en-US" sz="2000">
                <a:solidFill>
                  <a:schemeClr val="bg2">
                    <a:lumMod val="25000"/>
                  </a:schemeClr>
                </a:solidFill>
              </a:rPr>
              <a:t> </a:t>
            </a:r>
            <a:r>
              <a:rPr lang="vi-VN" sz="2000">
                <a:solidFill>
                  <a:schemeClr val="bg2">
                    <a:lumMod val="25000"/>
                  </a:schemeClr>
                </a:solidFill>
              </a:rPr>
              <a:t>sector</a:t>
            </a:r>
            <a:r>
              <a:rPr lang="en-US" sz="2000">
                <a:solidFill>
                  <a:schemeClr val="bg2">
                    <a:lumMod val="25000"/>
                  </a:schemeClr>
                </a:solidFill>
              </a:rPr>
              <a:t> </a:t>
            </a:r>
            <a:r>
              <a:rPr lang="vi-VN" sz="2000">
                <a:solidFill>
                  <a:schemeClr val="bg2">
                    <a:lumMod val="25000"/>
                  </a:schemeClr>
                </a:solidFill>
              </a:rPr>
              <a:t>chiếm</a:t>
            </a:r>
            <a:r>
              <a:rPr lang="en-US" sz="2000">
                <a:solidFill>
                  <a:schemeClr val="bg2">
                    <a:lumMod val="25000"/>
                  </a:schemeClr>
                </a:solidFill>
              </a:rPr>
              <a:t> </a:t>
            </a:r>
            <a:r>
              <a:rPr lang="vi-VN" sz="2000">
                <a:solidFill>
                  <a:schemeClr val="bg2">
                    <a:lumMod val="25000"/>
                  </a:schemeClr>
                </a:solidFill>
              </a:rPr>
              <a:t>bởi</a:t>
            </a:r>
            <a:r>
              <a:rPr lang="en-US" sz="2000">
                <a:solidFill>
                  <a:schemeClr val="bg2">
                    <a:lumMod val="25000"/>
                  </a:schemeClr>
                </a:solidFill>
              </a:rPr>
              <a:t> </a:t>
            </a:r>
            <a:r>
              <a:rPr lang="vi-VN" sz="2000"/>
              <a:t>block</a:t>
            </a:r>
            <a:r>
              <a:rPr lang="en-US" sz="2000"/>
              <a:t> </a:t>
            </a:r>
            <a:r>
              <a:rPr lang="vi-VN" sz="2000"/>
              <a:t>thứ</a:t>
            </a:r>
            <a:r>
              <a:rPr lang="en-US" sz="2000"/>
              <a:t> </a:t>
            </a:r>
            <a:r>
              <a:rPr lang="vi-VN" sz="2000"/>
              <a:t>i</a:t>
            </a:r>
            <a:r>
              <a:rPr lang="en-US" sz="2000"/>
              <a:t> </a:t>
            </a:r>
            <a:r>
              <a:rPr lang="vi-VN" sz="2000">
                <a:solidFill>
                  <a:schemeClr val="bg2">
                    <a:lumMod val="25000"/>
                  </a:schemeClr>
                </a:solidFill>
              </a:rPr>
              <a:t>của</a:t>
            </a:r>
            <a:r>
              <a:rPr lang="en-US" sz="2000">
                <a:solidFill>
                  <a:schemeClr val="bg2">
                    <a:lumMod val="25000"/>
                  </a:schemeClr>
                </a:solidFill>
              </a:rPr>
              <a:t> </a:t>
            </a:r>
            <a:r>
              <a:rPr lang="vi-VN" sz="2000">
                <a:solidFill>
                  <a:schemeClr val="bg2">
                    <a:lumMod val="25000"/>
                  </a:schemeClr>
                </a:solidFill>
              </a:rPr>
              <a:t>1RTF</a:t>
            </a:r>
            <a:endParaRPr lang="en-US" sz="2000">
              <a:solidFill>
                <a:schemeClr val="bg2">
                  <a:lumMod val="25000"/>
                </a:schemeClr>
              </a:solidFill>
            </a:endParaRPr>
          </a:p>
        </p:txBody>
      </p:sp>
      <p:pic>
        <p:nvPicPr>
          <p:cNvPr id="7" name="Picture 6" descr="A diagram of a block diagram&#10;&#10;AI-generated content may be incorrect.">
            <a:extLst>
              <a:ext uri="{FF2B5EF4-FFF2-40B4-BE49-F238E27FC236}">
                <a16:creationId xmlns:a16="http://schemas.microsoft.com/office/drawing/2014/main" id="{50E13E01-4525-8434-4622-C2B8F030BBBB}"/>
              </a:ext>
            </a:extLst>
          </p:cNvPr>
          <p:cNvPicPr>
            <a:picLocks noChangeAspect="1"/>
          </p:cNvPicPr>
          <p:nvPr/>
        </p:nvPicPr>
        <p:blipFill>
          <a:blip r:embed="rId3"/>
          <a:stretch>
            <a:fillRect/>
          </a:stretch>
        </p:blipFill>
        <p:spPr>
          <a:xfrm>
            <a:off x="6832094" y="2509790"/>
            <a:ext cx="4486874" cy="2194022"/>
          </a:xfrm>
          <a:prstGeom prst="rect">
            <a:avLst/>
          </a:prstGeom>
        </p:spPr>
      </p:pic>
      <p:pic>
        <p:nvPicPr>
          <p:cNvPr id="10" name="Picture 9">
            <a:extLst>
              <a:ext uri="{FF2B5EF4-FFF2-40B4-BE49-F238E27FC236}">
                <a16:creationId xmlns:a16="http://schemas.microsoft.com/office/drawing/2014/main" id="{8276B9BA-4A4C-8CEF-DDAB-E3006DE8C47D}"/>
              </a:ext>
            </a:extLst>
          </p:cNvPr>
          <p:cNvPicPr>
            <a:picLocks noChangeAspect="1"/>
          </p:cNvPicPr>
          <p:nvPr/>
        </p:nvPicPr>
        <p:blipFill>
          <a:blip r:embed="rId4"/>
          <a:srcRect l="524" r="381" b="9638"/>
          <a:stretch>
            <a:fillRect/>
          </a:stretch>
        </p:blipFill>
        <p:spPr>
          <a:xfrm>
            <a:off x="6985000" y="4930401"/>
            <a:ext cx="4714391" cy="454399"/>
          </a:xfrm>
          <a:prstGeom prst="rect">
            <a:avLst/>
          </a:prstGeom>
        </p:spPr>
      </p:pic>
      <p:pic>
        <p:nvPicPr>
          <p:cNvPr id="12" name="Picture 11" descr="A math equation with black text&#10;&#10;AI-generated content may be incorrect.">
            <a:extLst>
              <a:ext uri="{FF2B5EF4-FFF2-40B4-BE49-F238E27FC236}">
                <a16:creationId xmlns:a16="http://schemas.microsoft.com/office/drawing/2014/main" id="{0D3EFE45-A138-166D-F82B-24B8EDB7494F}"/>
              </a:ext>
            </a:extLst>
          </p:cNvPr>
          <p:cNvPicPr>
            <a:picLocks noChangeAspect="1"/>
          </p:cNvPicPr>
          <p:nvPr/>
        </p:nvPicPr>
        <p:blipFill>
          <a:blip r:embed="rId5"/>
          <a:srcRect b="2256"/>
          <a:stretch>
            <a:fillRect/>
          </a:stretch>
        </p:blipFill>
        <p:spPr>
          <a:xfrm>
            <a:off x="6985000" y="5484391"/>
            <a:ext cx="1730375" cy="419972"/>
          </a:xfrm>
          <a:prstGeom prst="rect">
            <a:avLst/>
          </a:prstGeom>
        </p:spPr>
      </p:pic>
    </p:spTree>
    <p:extLst>
      <p:ext uri="{BB962C8B-B14F-4D97-AF65-F5344CB8AC3E}">
        <p14:creationId xmlns:p14="http://schemas.microsoft.com/office/powerpoint/2010/main" val="165623392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1AA024-5676-3518-6E8B-9B7B82E7D35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AE9020F-5DD4-8465-0F0F-60931E613F8A}"/>
              </a:ext>
            </a:extLst>
          </p:cNvPr>
          <p:cNvSpPr>
            <a:spLocks noGrp="1"/>
          </p:cNvSpPr>
          <p:nvPr>
            <p:ph type="title"/>
          </p:nvPr>
        </p:nvSpPr>
        <p:spPr/>
        <p:txBody>
          <a:bodyPr>
            <a:noAutofit/>
          </a:bodyPr>
          <a:lstStyle/>
          <a:p>
            <a:r>
              <a:rPr lang="en-US" sz="2800"/>
              <a:t>Bài tập</a:t>
            </a:r>
            <a:endParaRPr lang="en-US" sz="2800" dirty="0"/>
          </a:p>
        </p:txBody>
      </p:sp>
      <p:sp>
        <p:nvSpPr>
          <p:cNvPr id="3" name="TextBox 2">
            <a:extLst>
              <a:ext uri="{FF2B5EF4-FFF2-40B4-BE49-F238E27FC236}">
                <a16:creationId xmlns:a16="http://schemas.microsoft.com/office/drawing/2014/main" id="{C1A4A92E-497C-B499-7B01-B9D1ADF02229}"/>
              </a:ext>
            </a:extLst>
          </p:cNvPr>
          <p:cNvSpPr txBox="1"/>
          <p:nvPr/>
        </p:nvSpPr>
        <p:spPr>
          <a:xfrm>
            <a:off x="524239" y="1416665"/>
            <a:ext cx="10229899" cy="2212401"/>
          </a:xfrm>
          <a:prstGeom prst="rect">
            <a:avLst/>
          </a:prstGeom>
          <a:noFill/>
        </p:spPr>
        <p:txBody>
          <a:bodyPr wrap="square" rtlCol="0">
            <a:spAutoFit/>
          </a:bodyPr>
          <a:lstStyle/>
          <a:p>
            <a:pPr>
              <a:lnSpc>
                <a:spcPct val="150000"/>
              </a:lnSpc>
            </a:pPr>
            <a:r>
              <a:rPr lang="en-US" sz="2000" b="1">
                <a:latin typeface="+mj-lt"/>
              </a:rPr>
              <a:t>Bài tập:</a:t>
            </a:r>
            <a:endParaRPr lang="en-US" sz="2000"/>
          </a:p>
          <a:p>
            <a:pPr marL="342900" indent="-342900">
              <a:lnSpc>
                <a:spcPct val="150000"/>
              </a:lnSpc>
              <a:buFont typeface="Wingdings" panose="05000000000000000000" pitchFamily="2" charset="2"/>
              <a:buChar char="Ø"/>
            </a:pPr>
            <a:r>
              <a:rPr lang="en-US" sz="2000">
                <a:solidFill>
                  <a:schemeClr val="bg2">
                    <a:lumMod val="25000"/>
                  </a:schemeClr>
                </a:solidFill>
              </a:rPr>
              <a:t>Xác định vị trí đầu cho 1 tập các file: f</a:t>
            </a:r>
            <a:r>
              <a:rPr lang="en-US" sz="2000" baseline="-25000">
                <a:solidFill>
                  <a:schemeClr val="bg2">
                    <a:lumMod val="25000"/>
                  </a:schemeClr>
                </a:solidFill>
              </a:rPr>
              <a:t>1</a:t>
            </a:r>
            <a:r>
              <a:rPr lang="en-US" sz="2000">
                <a:solidFill>
                  <a:schemeClr val="bg2">
                    <a:lumMod val="25000"/>
                  </a:schemeClr>
                </a:solidFill>
              </a:rPr>
              <a:t>, f</a:t>
            </a:r>
            <a:r>
              <a:rPr lang="en-US" sz="2000" baseline="-25000">
                <a:solidFill>
                  <a:schemeClr val="bg2">
                    <a:lumMod val="25000"/>
                  </a:schemeClr>
                </a:solidFill>
              </a:rPr>
              <a:t>2</a:t>
            </a:r>
            <a:r>
              <a:rPr lang="en-US" sz="2000">
                <a:solidFill>
                  <a:schemeClr val="bg2">
                    <a:lumMod val="25000"/>
                  </a:schemeClr>
                </a:solidFill>
              </a:rPr>
              <a:t>, …, f</a:t>
            </a:r>
            <a:r>
              <a:rPr lang="en-US" sz="2000" baseline="-25000">
                <a:solidFill>
                  <a:schemeClr val="bg2">
                    <a:lumMod val="25000"/>
                  </a:schemeClr>
                </a:solidFill>
              </a:rPr>
              <a:t>n</a:t>
            </a:r>
            <a:r>
              <a:rPr lang="en-US" sz="2000">
                <a:solidFill>
                  <a:schemeClr val="bg2">
                    <a:lumMod val="25000"/>
                  </a:schemeClr>
                </a:solidFill>
              </a:rPr>
              <a:t> ??</a:t>
            </a:r>
          </a:p>
          <a:p>
            <a:pPr marL="285750" indent="-285750">
              <a:lnSpc>
                <a:spcPct val="150000"/>
              </a:lnSpc>
              <a:buFont typeface="Arial" panose="020B0604020202020204" pitchFamily="34" charset="0"/>
              <a:buChar char="•"/>
            </a:pPr>
            <a:r>
              <a:rPr lang="vi-VN">
                <a:solidFill>
                  <a:schemeClr val="bg2">
                    <a:lumMod val="25000"/>
                  </a:schemeClr>
                </a:solidFill>
              </a:rPr>
              <a:t>Tập các file cần lưu trữ: </a:t>
            </a:r>
            <a:r>
              <a:rPr lang="en-US">
                <a:solidFill>
                  <a:schemeClr val="bg2">
                    <a:lumMod val="25000"/>
                  </a:schemeClr>
                </a:solidFill>
              </a:rPr>
              <a:t>f</a:t>
            </a:r>
            <a:r>
              <a:rPr lang="en-US" baseline="-25000">
                <a:solidFill>
                  <a:schemeClr val="bg2">
                    <a:lumMod val="25000"/>
                  </a:schemeClr>
                </a:solidFill>
              </a:rPr>
              <a:t>1</a:t>
            </a:r>
            <a:r>
              <a:rPr lang="en-US">
                <a:solidFill>
                  <a:schemeClr val="bg2">
                    <a:lumMod val="25000"/>
                  </a:schemeClr>
                </a:solidFill>
              </a:rPr>
              <a:t>, f</a:t>
            </a:r>
            <a:r>
              <a:rPr lang="en-US" baseline="-25000">
                <a:solidFill>
                  <a:schemeClr val="bg2">
                    <a:lumMod val="25000"/>
                  </a:schemeClr>
                </a:solidFill>
              </a:rPr>
              <a:t>2</a:t>
            </a:r>
            <a:r>
              <a:rPr lang="en-US">
                <a:solidFill>
                  <a:schemeClr val="bg2">
                    <a:lumMod val="25000"/>
                  </a:schemeClr>
                </a:solidFill>
              </a:rPr>
              <a:t>, …, f</a:t>
            </a:r>
            <a:r>
              <a:rPr lang="en-US" baseline="-25000">
                <a:solidFill>
                  <a:schemeClr val="bg2">
                    <a:lumMod val="25000"/>
                  </a:schemeClr>
                </a:solidFill>
              </a:rPr>
              <a:t>n </a:t>
            </a:r>
          </a:p>
          <a:p>
            <a:pPr marL="285750" indent="-285750">
              <a:lnSpc>
                <a:spcPct val="150000"/>
              </a:lnSpc>
              <a:buFont typeface="Arial" panose="020B0604020202020204" pitchFamily="34" charset="0"/>
              <a:buChar char="•"/>
            </a:pPr>
            <a:r>
              <a:rPr lang="vi-VN"/>
              <a:t>Xác định các điểm đầu </a:t>
            </a:r>
            <a:r>
              <a:rPr lang="vi-VN">
                <a:solidFill>
                  <a:schemeClr val="bg2">
                    <a:lumMod val="25000"/>
                  </a:schemeClr>
                </a:solidFill>
              </a:rPr>
              <a:t>của các file sao cho </a:t>
            </a:r>
            <a:r>
              <a:rPr lang="vi-VN"/>
              <a:t>không có xung đột tài nguyên</a:t>
            </a:r>
            <a:r>
              <a:rPr lang="vi-VN">
                <a:solidFill>
                  <a:schemeClr val="bg2">
                    <a:lumMod val="25000"/>
                  </a:schemeClr>
                </a:solidFill>
              </a:rPr>
              <a:t>: không có sector nào chứa DL thuộc nhiều hơn 1 file ?</a:t>
            </a:r>
            <a:endParaRPr lang="en-US">
              <a:solidFill>
                <a:schemeClr val="bg2">
                  <a:lumMod val="25000"/>
                </a:schemeClr>
              </a:solidFill>
            </a:endParaRPr>
          </a:p>
        </p:txBody>
      </p:sp>
      <p:pic>
        <p:nvPicPr>
          <p:cNvPr id="6" name="Picture 5" descr="A black text on a white background&#10;&#10;AI-generated content may be incorrect.">
            <a:extLst>
              <a:ext uri="{FF2B5EF4-FFF2-40B4-BE49-F238E27FC236}">
                <a16:creationId xmlns:a16="http://schemas.microsoft.com/office/drawing/2014/main" id="{AD543FC7-4005-BBE5-AF79-838504A54601}"/>
              </a:ext>
            </a:extLst>
          </p:cNvPr>
          <p:cNvPicPr>
            <a:picLocks noChangeAspect="1"/>
          </p:cNvPicPr>
          <p:nvPr/>
        </p:nvPicPr>
        <p:blipFill>
          <a:blip r:embed="rId3"/>
          <a:stretch>
            <a:fillRect/>
          </a:stretch>
        </p:blipFill>
        <p:spPr>
          <a:xfrm>
            <a:off x="3971628" y="3629066"/>
            <a:ext cx="4248743" cy="619211"/>
          </a:xfrm>
          <a:prstGeom prst="rect">
            <a:avLst/>
          </a:prstGeom>
        </p:spPr>
      </p:pic>
    </p:spTree>
    <p:extLst>
      <p:ext uri="{BB962C8B-B14F-4D97-AF65-F5344CB8AC3E}">
        <p14:creationId xmlns:p14="http://schemas.microsoft.com/office/powerpoint/2010/main" val="132949071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F235CE-05FD-A267-2D6C-CA8C5FAF3DC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50D989B-93AB-A078-1D15-2C673CA6B6B8}"/>
              </a:ext>
            </a:extLst>
          </p:cNvPr>
          <p:cNvSpPr>
            <a:spLocks noGrp="1"/>
          </p:cNvSpPr>
          <p:nvPr>
            <p:ph type="title"/>
          </p:nvPr>
        </p:nvSpPr>
        <p:spPr/>
        <p:txBody>
          <a:bodyPr>
            <a:noAutofit/>
          </a:bodyPr>
          <a:lstStyle/>
          <a:p>
            <a:r>
              <a:rPr lang="en-US" sz="2800"/>
              <a:t>Bài tập</a:t>
            </a:r>
            <a:endParaRPr lang="en-US" sz="2800" dirty="0"/>
          </a:p>
        </p:txBody>
      </p:sp>
      <p:sp>
        <p:nvSpPr>
          <p:cNvPr id="3" name="TextBox 2">
            <a:extLst>
              <a:ext uri="{FF2B5EF4-FFF2-40B4-BE49-F238E27FC236}">
                <a16:creationId xmlns:a16="http://schemas.microsoft.com/office/drawing/2014/main" id="{7B593DA7-9267-C0FF-CD77-0E39A1081800}"/>
              </a:ext>
            </a:extLst>
          </p:cNvPr>
          <p:cNvSpPr txBox="1"/>
          <p:nvPr/>
        </p:nvSpPr>
        <p:spPr>
          <a:xfrm>
            <a:off x="524239" y="1416665"/>
            <a:ext cx="10229899" cy="3268652"/>
          </a:xfrm>
          <a:prstGeom prst="rect">
            <a:avLst/>
          </a:prstGeom>
          <a:noFill/>
        </p:spPr>
        <p:txBody>
          <a:bodyPr wrap="square" rtlCol="0">
            <a:spAutoFit/>
          </a:bodyPr>
          <a:lstStyle/>
          <a:p>
            <a:pPr>
              <a:lnSpc>
                <a:spcPct val="150000"/>
              </a:lnSpc>
            </a:pPr>
            <a:r>
              <a:rPr lang="en-US" sz="2000" b="1">
                <a:latin typeface="+mj-lt"/>
              </a:rPr>
              <a:t>Bài tập:</a:t>
            </a:r>
            <a:endParaRPr lang="en-US" sz="2000"/>
          </a:p>
          <a:p>
            <a:pPr marL="342900" indent="-342900">
              <a:lnSpc>
                <a:spcPct val="150000"/>
              </a:lnSpc>
              <a:buFont typeface="Arial" panose="020B0604020202020204" pitchFamily="34" charset="0"/>
              <a:buChar char="•"/>
            </a:pPr>
            <a:r>
              <a:rPr lang="vi-VN" sz="2000">
                <a:solidFill>
                  <a:schemeClr val="bg2">
                    <a:lumMod val="25000"/>
                  </a:schemeClr>
                </a:solidFill>
              </a:rPr>
              <a:t>Giả sử có</a:t>
            </a:r>
            <a:endParaRPr lang="en-US" sz="2000">
              <a:solidFill>
                <a:schemeClr val="bg2">
                  <a:lumMod val="25000"/>
                </a:schemeClr>
              </a:solidFill>
            </a:endParaRPr>
          </a:p>
          <a:p>
            <a:pPr marL="800100" lvl="1" indent="-342900">
              <a:lnSpc>
                <a:spcPct val="150000"/>
              </a:lnSpc>
              <a:buFont typeface="Arial" panose="020B0604020202020204" pitchFamily="34" charset="0"/>
              <a:buChar char="•"/>
            </a:pPr>
            <a:r>
              <a:rPr lang="vi-VN" sz="2000">
                <a:solidFill>
                  <a:schemeClr val="bg2">
                    <a:lumMod val="25000"/>
                  </a:schemeClr>
                </a:solidFill>
              </a:rPr>
              <a:t>1 hệ thống MOD có 4 đĩa, sử dụng kiến trúc RAID-0</a:t>
            </a:r>
            <a:endParaRPr lang="en-US" sz="2000">
              <a:solidFill>
                <a:schemeClr val="bg2">
                  <a:lumMod val="25000"/>
                </a:schemeClr>
              </a:solidFill>
            </a:endParaRPr>
          </a:p>
          <a:p>
            <a:pPr marL="800100" lvl="1" indent="-342900">
              <a:lnSpc>
                <a:spcPct val="150000"/>
              </a:lnSpc>
              <a:buFont typeface="Arial" panose="020B0604020202020204" pitchFamily="34" charset="0"/>
              <a:buChar char="•"/>
            </a:pPr>
            <a:r>
              <a:rPr lang="en-US" sz="2000">
                <a:solidFill>
                  <a:schemeClr val="bg2">
                    <a:lumMod val="25000"/>
                  </a:schemeClr>
                </a:solidFill>
              </a:rPr>
              <a:t>C</a:t>
            </a:r>
            <a:r>
              <a:rPr lang="vi-VN" sz="2000">
                <a:solidFill>
                  <a:schemeClr val="bg2">
                    <a:lumMod val="25000"/>
                  </a:schemeClr>
                </a:solidFill>
              </a:rPr>
              <a:t>ó 3 movies m1 (10 blocks), m2 (14 blocks), m3 (7 blocks) </a:t>
            </a:r>
            <a:endParaRPr lang="en-US" sz="2000">
              <a:solidFill>
                <a:schemeClr val="bg2">
                  <a:lumMod val="25000"/>
                </a:schemeClr>
              </a:solidFill>
            </a:endParaRPr>
          </a:p>
          <a:p>
            <a:pPr marL="342900" indent="-342900">
              <a:lnSpc>
                <a:spcPct val="150000"/>
              </a:lnSpc>
              <a:buFont typeface="Arial" panose="020B0604020202020204" pitchFamily="34" charset="0"/>
              <a:buChar char="•"/>
            </a:pPr>
            <a:r>
              <a:rPr lang="vi-VN" sz="2000">
                <a:solidFill>
                  <a:schemeClr val="bg2">
                    <a:lumMod val="25000"/>
                  </a:schemeClr>
                </a:solidFill>
              </a:rPr>
              <a:t>Dùng hình vẽ để thể hiện cách lưu trữ các khối DL trên các đĩa nếu:</a:t>
            </a:r>
            <a:endParaRPr lang="en-US" sz="2000">
              <a:solidFill>
                <a:schemeClr val="bg2">
                  <a:lumMod val="25000"/>
                </a:schemeClr>
              </a:solidFill>
            </a:endParaRPr>
          </a:p>
          <a:p>
            <a:pPr marL="800100" lvl="1" indent="-342900">
              <a:lnSpc>
                <a:spcPct val="150000"/>
              </a:lnSpc>
              <a:buFont typeface="Arial" panose="020B0604020202020204" pitchFamily="34" charset="0"/>
              <a:buChar char="•"/>
            </a:pPr>
            <a:r>
              <a:rPr lang="vi-VN" sz="2000">
                <a:solidFill>
                  <a:schemeClr val="bg2">
                    <a:lumMod val="25000"/>
                  </a:schemeClr>
                </a:solidFill>
              </a:rPr>
              <a:t>Với mỗi movie, kỹ thuật striping được thực hiện trên cả 4 đĩa</a:t>
            </a:r>
            <a:endParaRPr lang="en-US" sz="2000">
              <a:solidFill>
                <a:schemeClr val="bg2">
                  <a:lumMod val="25000"/>
                </a:schemeClr>
              </a:solidFill>
            </a:endParaRPr>
          </a:p>
          <a:p>
            <a:pPr marL="800100" lvl="1" indent="-342900">
              <a:lnSpc>
                <a:spcPct val="150000"/>
              </a:lnSpc>
              <a:buFont typeface="Arial" panose="020B0604020202020204" pitchFamily="34" charset="0"/>
              <a:buChar char="•"/>
            </a:pPr>
            <a:r>
              <a:rPr lang="vi-VN" sz="2000">
                <a:solidFill>
                  <a:schemeClr val="bg2">
                    <a:lumMod val="25000"/>
                  </a:schemeClr>
                </a:solidFill>
              </a:rPr>
              <a:t>Movie m1, m2 được striping trên cả 4 đĩa, còn movie m3 được striping trên đĩa 2,3, 4</a:t>
            </a:r>
            <a:endParaRPr lang="en-US">
              <a:solidFill>
                <a:schemeClr val="bg2">
                  <a:lumMod val="25000"/>
                </a:schemeClr>
              </a:solidFill>
            </a:endParaRPr>
          </a:p>
        </p:txBody>
      </p:sp>
    </p:spTree>
    <p:extLst>
      <p:ext uri="{BB962C8B-B14F-4D97-AF65-F5344CB8AC3E}">
        <p14:creationId xmlns:p14="http://schemas.microsoft.com/office/powerpoint/2010/main" val="353075289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54ED5F-94EA-E1EA-E5A2-578A241F660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0964DA5-4852-3FA8-0CC8-F7E39FA4E147}"/>
              </a:ext>
            </a:extLst>
          </p:cNvPr>
          <p:cNvSpPr>
            <a:spLocks noGrp="1"/>
          </p:cNvSpPr>
          <p:nvPr>
            <p:ph type="title"/>
          </p:nvPr>
        </p:nvSpPr>
        <p:spPr/>
        <p:txBody>
          <a:bodyPr>
            <a:noAutofit/>
          </a:bodyPr>
          <a:lstStyle/>
          <a:p>
            <a:r>
              <a:rPr lang="en-US" sz="2800"/>
              <a:t>Bài tập</a:t>
            </a:r>
            <a:endParaRPr lang="en-US" sz="2800" dirty="0"/>
          </a:p>
        </p:txBody>
      </p:sp>
      <p:sp>
        <p:nvSpPr>
          <p:cNvPr id="3" name="TextBox 2">
            <a:extLst>
              <a:ext uri="{FF2B5EF4-FFF2-40B4-BE49-F238E27FC236}">
                <a16:creationId xmlns:a16="http://schemas.microsoft.com/office/drawing/2014/main" id="{E8A6C5A4-0189-5C3E-DBE7-A3B2352C9985}"/>
              </a:ext>
            </a:extLst>
          </p:cNvPr>
          <p:cNvSpPr txBox="1"/>
          <p:nvPr/>
        </p:nvSpPr>
        <p:spPr>
          <a:xfrm>
            <a:off x="524239" y="1416665"/>
            <a:ext cx="10229899" cy="2345322"/>
          </a:xfrm>
          <a:prstGeom prst="rect">
            <a:avLst/>
          </a:prstGeom>
          <a:noFill/>
        </p:spPr>
        <p:txBody>
          <a:bodyPr wrap="square" rtlCol="0">
            <a:spAutoFit/>
          </a:bodyPr>
          <a:lstStyle/>
          <a:p>
            <a:pPr>
              <a:lnSpc>
                <a:spcPct val="150000"/>
              </a:lnSpc>
            </a:pPr>
            <a:r>
              <a:rPr lang="en-US" sz="2000" b="1">
                <a:latin typeface="+mj-lt"/>
              </a:rPr>
              <a:t>Bài tập:</a:t>
            </a:r>
            <a:endParaRPr lang="en-US" sz="2000"/>
          </a:p>
          <a:p>
            <a:pPr marL="342900" indent="-342900">
              <a:lnSpc>
                <a:spcPct val="150000"/>
              </a:lnSpc>
              <a:buFont typeface="Arial" panose="020B0604020202020204" pitchFamily="34" charset="0"/>
              <a:buChar char="•"/>
            </a:pPr>
            <a:r>
              <a:rPr lang="vi-VN" sz="2000">
                <a:solidFill>
                  <a:schemeClr val="bg2">
                    <a:lumMod val="25000"/>
                  </a:schemeClr>
                </a:solidFill>
              </a:rPr>
              <a:t>RAID-5:</a:t>
            </a:r>
            <a:r>
              <a:rPr lang="en-US" sz="2000">
                <a:solidFill>
                  <a:schemeClr val="bg2">
                    <a:lumMod val="25000"/>
                  </a:schemeClr>
                </a:solidFill>
              </a:rPr>
              <a:t> </a:t>
            </a:r>
          </a:p>
          <a:p>
            <a:pPr marL="800100" lvl="1" indent="-342900">
              <a:lnSpc>
                <a:spcPct val="150000"/>
              </a:lnSpc>
              <a:buFont typeface="Arial" panose="020B0604020202020204" pitchFamily="34" charset="0"/>
              <a:buChar char="•"/>
            </a:pPr>
            <a:r>
              <a:rPr lang="vi-VN" sz="2000">
                <a:solidFill>
                  <a:schemeClr val="bg2">
                    <a:lumMod val="25000"/>
                  </a:schemeClr>
                </a:solidFill>
              </a:rPr>
              <a:t>Trong 1 cluster có 2 đĩa DL hỏng thì có khả năng phục hồi không ? Giải thích ?</a:t>
            </a:r>
            <a:endParaRPr lang="en-US" sz="2000">
              <a:solidFill>
                <a:schemeClr val="bg2">
                  <a:lumMod val="25000"/>
                </a:schemeClr>
              </a:solidFill>
            </a:endParaRPr>
          </a:p>
          <a:p>
            <a:pPr marL="800100" lvl="1" indent="-342900">
              <a:lnSpc>
                <a:spcPct val="150000"/>
              </a:lnSpc>
              <a:buFont typeface="Arial" panose="020B0604020202020204" pitchFamily="34" charset="0"/>
              <a:buChar char="•"/>
            </a:pPr>
            <a:r>
              <a:rPr lang="vi-VN" sz="2000">
                <a:solidFill>
                  <a:schemeClr val="bg2">
                    <a:lumMod val="25000"/>
                  </a:schemeClr>
                </a:solidFill>
              </a:rPr>
              <a:t>Một cách tổng quát nếu sử dụng đĩa parity thì DL ở đĩa hỏng được xác định như thế nào ? (giả sử chỉ 1 đĩa bị hỏng)</a:t>
            </a:r>
            <a:endParaRPr lang="en-US">
              <a:solidFill>
                <a:schemeClr val="bg2">
                  <a:lumMod val="25000"/>
                </a:schemeClr>
              </a:solidFill>
            </a:endParaRPr>
          </a:p>
        </p:txBody>
      </p:sp>
    </p:spTree>
    <p:extLst>
      <p:ext uri="{BB962C8B-B14F-4D97-AF65-F5344CB8AC3E}">
        <p14:creationId xmlns:p14="http://schemas.microsoft.com/office/powerpoint/2010/main" val="217039368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9F80AC-9D95-E8C9-743C-5BE1951E878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7B01448-9BDB-7B70-4C70-35E6A79A741E}"/>
              </a:ext>
            </a:extLst>
          </p:cNvPr>
          <p:cNvSpPr>
            <a:spLocks noGrp="1"/>
          </p:cNvSpPr>
          <p:nvPr>
            <p:ph type="title"/>
          </p:nvPr>
        </p:nvSpPr>
        <p:spPr/>
        <p:txBody>
          <a:bodyPr>
            <a:noAutofit/>
          </a:bodyPr>
          <a:lstStyle/>
          <a:p>
            <a:r>
              <a:rPr lang="en-US" sz="2800"/>
              <a:t>Bài tập</a:t>
            </a:r>
            <a:endParaRPr lang="en-US" sz="2800" dirty="0"/>
          </a:p>
        </p:txBody>
      </p:sp>
      <p:sp>
        <p:nvSpPr>
          <p:cNvPr id="3" name="TextBox 2">
            <a:extLst>
              <a:ext uri="{FF2B5EF4-FFF2-40B4-BE49-F238E27FC236}">
                <a16:creationId xmlns:a16="http://schemas.microsoft.com/office/drawing/2014/main" id="{4E5765FE-BF18-E4FE-7D0D-592946BF8BB5}"/>
              </a:ext>
            </a:extLst>
          </p:cNvPr>
          <p:cNvSpPr txBox="1"/>
          <p:nvPr/>
        </p:nvSpPr>
        <p:spPr>
          <a:xfrm>
            <a:off x="524239" y="1148343"/>
            <a:ext cx="10229899" cy="4561313"/>
          </a:xfrm>
          <a:prstGeom prst="rect">
            <a:avLst/>
          </a:prstGeom>
          <a:noFill/>
        </p:spPr>
        <p:txBody>
          <a:bodyPr wrap="square" rtlCol="0">
            <a:spAutoFit/>
          </a:bodyPr>
          <a:lstStyle/>
          <a:p>
            <a:pPr>
              <a:lnSpc>
                <a:spcPct val="150000"/>
              </a:lnSpc>
            </a:pPr>
            <a:r>
              <a:rPr lang="en-US" sz="2000" b="1">
                <a:latin typeface="+mj-lt"/>
              </a:rPr>
              <a:t>Bài tập:</a:t>
            </a:r>
            <a:endParaRPr lang="en-US" sz="2000"/>
          </a:p>
          <a:p>
            <a:pPr marL="342900" indent="-342900">
              <a:lnSpc>
                <a:spcPct val="150000"/>
              </a:lnSpc>
              <a:buFont typeface="Arial" panose="020B0604020202020204" pitchFamily="34" charset="0"/>
              <a:buChar char="•"/>
            </a:pPr>
            <a:r>
              <a:rPr lang="en-US" sz="2000">
                <a:solidFill>
                  <a:schemeClr val="bg2">
                    <a:lumMod val="25000"/>
                  </a:schemeClr>
                </a:solidFill>
              </a:rPr>
              <a:t>Truy nhập DL đĩa:</a:t>
            </a:r>
          </a:p>
          <a:p>
            <a:pPr marL="800100" lvl="1" indent="-342900">
              <a:lnSpc>
                <a:spcPct val="150000"/>
              </a:lnSpc>
              <a:buFont typeface="Arial" panose="020B0604020202020204" pitchFamily="34" charset="0"/>
              <a:buChar char="•"/>
            </a:pPr>
            <a:r>
              <a:rPr lang="en-US" sz="2000">
                <a:solidFill>
                  <a:schemeClr val="bg2">
                    <a:lumMod val="25000"/>
                  </a:schemeClr>
                </a:solidFill>
              </a:rPr>
              <a:t>1 đĩa, tốc độ đọc DL: k MB/s, bộ đệm: b MB</a:t>
            </a:r>
          </a:p>
          <a:p>
            <a:pPr marL="800100" lvl="1" indent="-342900">
              <a:lnSpc>
                <a:spcPct val="150000"/>
              </a:lnSpc>
              <a:buFont typeface="Arial" panose="020B0604020202020204" pitchFamily="34" charset="0"/>
              <a:buChar char="•"/>
            </a:pPr>
            <a:r>
              <a:rPr lang="en-US" sz="2000">
                <a:solidFill>
                  <a:schemeClr val="bg2">
                    <a:lumMod val="25000"/>
                  </a:schemeClr>
                </a:solidFill>
              </a:rPr>
              <a:t>2 clients: </a:t>
            </a:r>
          </a:p>
          <a:p>
            <a:pPr marL="1257300" lvl="2" indent="-342900">
              <a:lnSpc>
                <a:spcPct val="150000"/>
              </a:lnSpc>
              <a:buFont typeface="Courier New" panose="02070309020205020404" pitchFamily="49" charset="0"/>
              <a:buChar char="o"/>
            </a:pPr>
            <a:r>
              <a:rPr lang="en-US">
                <a:solidFill>
                  <a:schemeClr val="bg2">
                    <a:lumMod val="25000"/>
                  </a:schemeClr>
                </a:solidFill>
              </a:rPr>
              <a:t>C1: cons(C1) = r1 MB/s </a:t>
            </a:r>
          </a:p>
          <a:p>
            <a:pPr marL="1257300" lvl="2" indent="-342900">
              <a:lnSpc>
                <a:spcPct val="150000"/>
              </a:lnSpc>
              <a:buFont typeface="Courier New" panose="02070309020205020404" pitchFamily="49" charset="0"/>
              <a:buChar char="o"/>
            </a:pPr>
            <a:r>
              <a:rPr lang="en-US">
                <a:solidFill>
                  <a:schemeClr val="bg2">
                    <a:lumMod val="25000"/>
                  </a:schemeClr>
                </a:solidFill>
              </a:rPr>
              <a:t>C2: cons(C2) = r2 MB/s</a:t>
            </a:r>
          </a:p>
          <a:p>
            <a:pPr marL="800100" lvl="1" indent="-342900">
              <a:lnSpc>
                <a:spcPct val="150000"/>
              </a:lnSpc>
              <a:buFont typeface="Arial" panose="020B0604020202020204" pitchFamily="34" charset="0"/>
              <a:buChar char="•"/>
            </a:pPr>
            <a:r>
              <a:rPr lang="en-US" sz="2000">
                <a:solidFill>
                  <a:schemeClr val="bg2">
                    <a:lumMod val="25000"/>
                  </a:schemeClr>
                </a:solidFill>
              </a:rPr>
              <a:t>Xem cùng 1 movie (size MB), bắt đầu cùng thời gian</a:t>
            </a:r>
          </a:p>
          <a:p>
            <a:pPr marL="800100" lvl="1" indent="-342900">
              <a:lnSpc>
                <a:spcPct val="150000"/>
              </a:lnSpc>
              <a:buFont typeface="Arial" panose="020B0604020202020204" pitchFamily="34" charset="0"/>
              <a:buChar char="•"/>
            </a:pPr>
            <a:r>
              <a:rPr lang="en-US" sz="2000">
                <a:solidFill>
                  <a:schemeClr val="bg2">
                    <a:lumMod val="25000"/>
                  </a:schemeClr>
                </a:solidFill>
              </a:rPr>
              <a:t>Giả sử thời gian cần client đọc từ bộ đệm là = 0</a:t>
            </a:r>
          </a:p>
          <a:p>
            <a:pPr marL="342900" indent="-342900">
              <a:lnSpc>
                <a:spcPct val="150000"/>
              </a:lnSpc>
              <a:buFont typeface="Wingdings" panose="05000000000000000000" pitchFamily="2" charset="2"/>
              <a:buChar char="Ø"/>
            </a:pPr>
            <a:r>
              <a:rPr lang="en-US" sz="2000">
                <a:solidFill>
                  <a:schemeClr val="bg2">
                    <a:lumMod val="25000"/>
                  </a:schemeClr>
                </a:solidFill>
              </a:rPr>
              <a:t>Điều kiện </a:t>
            </a:r>
            <a:r>
              <a:rPr lang="vi-VN" sz="2000">
                <a:solidFill>
                  <a:schemeClr val="bg2">
                    <a:lumMod val="25000"/>
                  </a:schemeClr>
                </a:solidFill>
              </a:rPr>
              <a:t>gì để đảm bảo thỏa mãn được yêu cầu của 2 clients và không bao giờ phải đọc 1 block 2 lần từ đĩa</a:t>
            </a:r>
            <a:endParaRPr lang="en-US" sz="2000">
              <a:solidFill>
                <a:schemeClr val="bg2">
                  <a:lumMod val="25000"/>
                </a:schemeClr>
              </a:solidFill>
            </a:endParaRPr>
          </a:p>
        </p:txBody>
      </p:sp>
    </p:spTree>
    <p:extLst>
      <p:ext uri="{BB962C8B-B14F-4D97-AF65-F5344CB8AC3E}">
        <p14:creationId xmlns:p14="http://schemas.microsoft.com/office/powerpoint/2010/main" val="118108560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72C62F-46F6-0BDC-8BCA-1A56A1C90FC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79B972D-63B8-6B09-D962-EC20F59BB113}"/>
              </a:ext>
            </a:extLst>
          </p:cNvPr>
          <p:cNvSpPr>
            <a:spLocks noGrp="1"/>
          </p:cNvSpPr>
          <p:nvPr>
            <p:ph type="title"/>
          </p:nvPr>
        </p:nvSpPr>
        <p:spPr/>
        <p:txBody>
          <a:bodyPr>
            <a:noAutofit/>
          </a:bodyPr>
          <a:lstStyle/>
          <a:p>
            <a:r>
              <a:rPr lang="en-US" sz="2800"/>
              <a:t>Bài tập</a:t>
            </a:r>
            <a:endParaRPr lang="en-US" sz="2800" dirty="0"/>
          </a:p>
        </p:txBody>
      </p:sp>
      <p:sp>
        <p:nvSpPr>
          <p:cNvPr id="3" name="TextBox 2">
            <a:extLst>
              <a:ext uri="{FF2B5EF4-FFF2-40B4-BE49-F238E27FC236}">
                <a16:creationId xmlns:a16="http://schemas.microsoft.com/office/drawing/2014/main" id="{CBB112FB-9CA3-F355-6E6E-B466D7530FD6}"/>
              </a:ext>
            </a:extLst>
          </p:cNvPr>
          <p:cNvSpPr txBox="1"/>
          <p:nvPr/>
        </p:nvSpPr>
        <p:spPr>
          <a:xfrm>
            <a:off x="524239" y="1148343"/>
            <a:ext cx="10229899" cy="4561313"/>
          </a:xfrm>
          <a:prstGeom prst="rect">
            <a:avLst/>
          </a:prstGeom>
          <a:noFill/>
        </p:spPr>
        <p:txBody>
          <a:bodyPr wrap="square" rtlCol="0">
            <a:spAutoFit/>
          </a:bodyPr>
          <a:lstStyle/>
          <a:p>
            <a:pPr>
              <a:lnSpc>
                <a:spcPct val="150000"/>
              </a:lnSpc>
            </a:pPr>
            <a:r>
              <a:rPr lang="en-US" sz="2000" b="1">
                <a:latin typeface="+mj-lt"/>
              </a:rPr>
              <a:t>Bài tập:</a:t>
            </a:r>
            <a:endParaRPr lang="en-US" sz="2000"/>
          </a:p>
          <a:p>
            <a:pPr marL="342900" indent="-342900">
              <a:lnSpc>
                <a:spcPct val="150000"/>
              </a:lnSpc>
              <a:buFont typeface="Arial" panose="020B0604020202020204" pitchFamily="34" charset="0"/>
              <a:buChar char="•"/>
            </a:pPr>
            <a:r>
              <a:rPr lang="en-US" sz="2000">
                <a:solidFill>
                  <a:schemeClr val="bg2">
                    <a:lumMod val="25000"/>
                  </a:schemeClr>
                </a:solidFill>
              </a:rPr>
              <a:t>Truy nhập DL đĩa:</a:t>
            </a:r>
          </a:p>
          <a:p>
            <a:pPr marL="800100" lvl="1" indent="-342900">
              <a:lnSpc>
                <a:spcPct val="150000"/>
              </a:lnSpc>
              <a:buFont typeface="Arial" panose="020B0604020202020204" pitchFamily="34" charset="0"/>
              <a:buChar char="•"/>
            </a:pPr>
            <a:r>
              <a:rPr lang="en-US" sz="2000">
                <a:solidFill>
                  <a:schemeClr val="bg2">
                    <a:lumMod val="25000"/>
                  </a:schemeClr>
                </a:solidFill>
              </a:rPr>
              <a:t>1 đĩa, tốc độ đọc DL: k MB/s, bộ đệm: b MB</a:t>
            </a:r>
          </a:p>
          <a:p>
            <a:pPr marL="800100" lvl="1" indent="-342900">
              <a:lnSpc>
                <a:spcPct val="150000"/>
              </a:lnSpc>
              <a:buFont typeface="Arial" panose="020B0604020202020204" pitchFamily="34" charset="0"/>
              <a:buChar char="•"/>
            </a:pPr>
            <a:r>
              <a:rPr lang="en-US" sz="2000">
                <a:solidFill>
                  <a:schemeClr val="bg2">
                    <a:lumMod val="25000"/>
                  </a:schemeClr>
                </a:solidFill>
              </a:rPr>
              <a:t>2 clients: </a:t>
            </a:r>
          </a:p>
          <a:p>
            <a:pPr marL="1257300" lvl="2" indent="-342900">
              <a:lnSpc>
                <a:spcPct val="150000"/>
              </a:lnSpc>
              <a:buFont typeface="Courier New" panose="02070309020205020404" pitchFamily="49" charset="0"/>
              <a:buChar char="o"/>
            </a:pPr>
            <a:r>
              <a:rPr lang="en-US">
                <a:solidFill>
                  <a:schemeClr val="bg2">
                    <a:lumMod val="25000"/>
                  </a:schemeClr>
                </a:solidFill>
              </a:rPr>
              <a:t>C1: cons(C1) = r1 MB/s </a:t>
            </a:r>
          </a:p>
          <a:p>
            <a:pPr marL="1257300" lvl="2" indent="-342900">
              <a:lnSpc>
                <a:spcPct val="150000"/>
              </a:lnSpc>
              <a:buFont typeface="Courier New" panose="02070309020205020404" pitchFamily="49" charset="0"/>
              <a:buChar char="o"/>
            </a:pPr>
            <a:r>
              <a:rPr lang="en-US">
                <a:solidFill>
                  <a:schemeClr val="bg2">
                    <a:lumMod val="25000"/>
                  </a:schemeClr>
                </a:solidFill>
              </a:rPr>
              <a:t>C2: cons(C2) = r2 MB/s</a:t>
            </a:r>
          </a:p>
          <a:p>
            <a:pPr marL="800100" lvl="1" indent="-342900">
              <a:lnSpc>
                <a:spcPct val="150000"/>
              </a:lnSpc>
              <a:buFont typeface="Arial" panose="020B0604020202020204" pitchFamily="34" charset="0"/>
              <a:buChar char="•"/>
            </a:pPr>
            <a:r>
              <a:rPr lang="en-US" sz="2000">
                <a:solidFill>
                  <a:schemeClr val="bg2">
                    <a:lumMod val="25000"/>
                  </a:schemeClr>
                </a:solidFill>
              </a:rPr>
              <a:t>Xem cùng 1 movie (size MB), bắt đầu cùng thời gian</a:t>
            </a:r>
          </a:p>
          <a:p>
            <a:pPr marL="800100" lvl="1" indent="-342900">
              <a:lnSpc>
                <a:spcPct val="150000"/>
              </a:lnSpc>
              <a:buFont typeface="Arial" panose="020B0604020202020204" pitchFamily="34" charset="0"/>
              <a:buChar char="•"/>
            </a:pPr>
            <a:r>
              <a:rPr lang="en-US" sz="2000">
                <a:solidFill>
                  <a:schemeClr val="bg2">
                    <a:lumMod val="25000"/>
                  </a:schemeClr>
                </a:solidFill>
              </a:rPr>
              <a:t>Giả sử thời gian cần client đọc từ bộ đệm là = 0</a:t>
            </a:r>
          </a:p>
          <a:p>
            <a:pPr marL="342900" indent="-342900">
              <a:lnSpc>
                <a:spcPct val="150000"/>
              </a:lnSpc>
              <a:buFont typeface="Wingdings" panose="05000000000000000000" pitchFamily="2" charset="2"/>
              <a:buChar char="Ø"/>
            </a:pPr>
            <a:r>
              <a:rPr lang="en-US" sz="2000">
                <a:solidFill>
                  <a:schemeClr val="bg2">
                    <a:lumMod val="25000"/>
                  </a:schemeClr>
                </a:solidFill>
              </a:rPr>
              <a:t>Điều kiện </a:t>
            </a:r>
            <a:r>
              <a:rPr lang="vi-VN" sz="2000">
                <a:solidFill>
                  <a:schemeClr val="bg2">
                    <a:lumMod val="25000"/>
                  </a:schemeClr>
                </a:solidFill>
              </a:rPr>
              <a:t>gì để đảm bảo thỏa mãn được yêu cầu của 2 clients và không bao giờ phải đọc 1 block 2 lần từ đĩa</a:t>
            </a:r>
            <a:endParaRPr lang="en-US" sz="2000">
              <a:solidFill>
                <a:schemeClr val="bg2">
                  <a:lumMod val="25000"/>
                </a:schemeClr>
              </a:solidFill>
            </a:endParaRPr>
          </a:p>
        </p:txBody>
      </p:sp>
    </p:spTree>
    <p:extLst>
      <p:ext uri="{BB962C8B-B14F-4D97-AF65-F5344CB8AC3E}">
        <p14:creationId xmlns:p14="http://schemas.microsoft.com/office/powerpoint/2010/main" val="165308279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883FE4-5D2A-B90A-4213-ADD72E672A9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05416E8-00A2-EE24-E0FF-225CA33E8B2B}"/>
              </a:ext>
            </a:extLst>
          </p:cNvPr>
          <p:cNvSpPr>
            <a:spLocks noGrp="1"/>
          </p:cNvSpPr>
          <p:nvPr>
            <p:ph type="title"/>
          </p:nvPr>
        </p:nvSpPr>
        <p:spPr/>
        <p:txBody>
          <a:bodyPr>
            <a:noAutofit/>
          </a:bodyPr>
          <a:lstStyle/>
          <a:p>
            <a:r>
              <a:rPr lang="en-US" sz="2800"/>
              <a:t>Bài tập</a:t>
            </a:r>
            <a:endParaRPr lang="en-US" sz="2800" dirty="0"/>
          </a:p>
        </p:txBody>
      </p:sp>
      <p:sp>
        <p:nvSpPr>
          <p:cNvPr id="3" name="TextBox 2">
            <a:extLst>
              <a:ext uri="{FF2B5EF4-FFF2-40B4-BE49-F238E27FC236}">
                <a16:creationId xmlns:a16="http://schemas.microsoft.com/office/drawing/2014/main" id="{C72E4237-6FBF-B852-80EB-D81A52F0AA5A}"/>
              </a:ext>
            </a:extLst>
          </p:cNvPr>
          <p:cNvSpPr txBox="1"/>
          <p:nvPr/>
        </p:nvSpPr>
        <p:spPr>
          <a:xfrm>
            <a:off x="524238" y="2024643"/>
            <a:ext cx="10229899" cy="2345322"/>
          </a:xfrm>
          <a:prstGeom prst="rect">
            <a:avLst/>
          </a:prstGeom>
          <a:noFill/>
        </p:spPr>
        <p:txBody>
          <a:bodyPr wrap="square" rtlCol="0">
            <a:spAutoFit/>
          </a:bodyPr>
          <a:lstStyle/>
          <a:p>
            <a:pPr>
              <a:lnSpc>
                <a:spcPct val="150000"/>
              </a:lnSpc>
            </a:pPr>
            <a:r>
              <a:rPr lang="en-US" sz="2000" b="1">
                <a:latin typeface="+mj-lt"/>
              </a:rPr>
              <a:t>Bài tập:</a:t>
            </a:r>
            <a:endParaRPr lang="en-US" sz="2000"/>
          </a:p>
          <a:p>
            <a:pPr marL="342900" indent="-342900">
              <a:lnSpc>
                <a:spcPct val="150000"/>
              </a:lnSpc>
              <a:buFont typeface="Arial" panose="020B0604020202020204" pitchFamily="34" charset="0"/>
              <a:buChar char="•"/>
            </a:pPr>
            <a:r>
              <a:rPr lang="en-US" sz="2000">
                <a:solidFill>
                  <a:schemeClr val="bg2">
                    <a:lumMod val="25000"/>
                  </a:schemeClr>
                </a:solidFill>
              </a:rPr>
              <a:t>Đánh giá hiệu quả của các thuật toán FCFS, SCAN, SCAN-EDF (giả sử vị trí đầu đọc luôn ở vị trí 0) về:</a:t>
            </a:r>
          </a:p>
          <a:p>
            <a:pPr marL="800100" lvl="1" indent="-342900">
              <a:lnSpc>
                <a:spcPct val="150000"/>
              </a:lnSpc>
              <a:buFont typeface="Arial" panose="020B0604020202020204" pitchFamily="34" charset="0"/>
              <a:buChar char="•"/>
            </a:pPr>
            <a:r>
              <a:rPr lang="en-US" sz="2000">
                <a:solidFill>
                  <a:schemeClr val="bg2">
                    <a:lumMod val="25000"/>
                  </a:schemeClr>
                </a:solidFill>
              </a:rPr>
              <a:t>Tổng khoảng cách đầu đọc phải di chuyển</a:t>
            </a:r>
          </a:p>
          <a:p>
            <a:pPr marL="800100" lvl="1" indent="-342900">
              <a:lnSpc>
                <a:spcPct val="150000"/>
              </a:lnSpc>
              <a:buFont typeface="Arial" panose="020B0604020202020204" pitchFamily="34" charset="0"/>
              <a:buChar char="•"/>
            </a:pPr>
            <a:r>
              <a:rPr lang="en-US" sz="2000">
                <a:solidFill>
                  <a:schemeClr val="bg2">
                    <a:lumMod val="25000"/>
                  </a:schemeClr>
                </a:solidFill>
              </a:rPr>
              <a:t>Thời gian cần thiết để thực hiện thuật toán</a:t>
            </a:r>
          </a:p>
        </p:txBody>
      </p:sp>
    </p:spTree>
    <p:extLst>
      <p:ext uri="{BB962C8B-B14F-4D97-AF65-F5344CB8AC3E}">
        <p14:creationId xmlns:p14="http://schemas.microsoft.com/office/powerpoint/2010/main" val="96245997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27AC76-0EA5-E130-8AE1-6CB5DD4C7F6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8546257-5BD6-DC5A-B64E-786830F6C66F}"/>
              </a:ext>
            </a:extLst>
          </p:cNvPr>
          <p:cNvSpPr>
            <a:spLocks noGrp="1"/>
          </p:cNvSpPr>
          <p:nvPr>
            <p:ph type="title"/>
          </p:nvPr>
        </p:nvSpPr>
        <p:spPr/>
        <p:txBody>
          <a:bodyPr>
            <a:noAutofit/>
          </a:bodyPr>
          <a:lstStyle/>
          <a:p>
            <a:r>
              <a:rPr lang="en-US" sz="2800"/>
              <a:t>Bài tập</a:t>
            </a:r>
            <a:endParaRPr lang="en-US" sz="2800" dirty="0"/>
          </a:p>
        </p:txBody>
      </p:sp>
      <p:sp>
        <p:nvSpPr>
          <p:cNvPr id="3" name="TextBox 2">
            <a:extLst>
              <a:ext uri="{FF2B5EF4-FFF2-40B4-BE49-F238E27FC236}">
                <a16:creationId xmlns:a16="http://schemas.microsoft.com/office/drawing/2014/main" id="{04DF33FC-26F9-454C-4BF0-0FB9455D438F}"/>
              </a:ext>
            </a:extLst>
          </p:cNvPr>
          <p:cNvSpPr txBox="1"/>
          <p:nvPr/>
        </p:nvSpPr>
        <p:spPr>
          <a:xfrm>
            <a:off x="524238" y="1453143"/>
            <a:ext cx="10229899" cy="4191981"/>
          </a:xfrm>
          <a:prstGeom prst="rect">
            <a:avLst/>
          </a:prstGeom>
          <a:noFill/>
        </p:spPr>
        <p:txBody>
          <a:bodyPr wrap="square" rtlCol="0">
            <a:spAutoFit/>
          </a:bodyPr>
          <a:lstStyle/>
          <a:p>
            <a:pPr>
              <a:lnSpc>
                <a:spcPct val="150000"/>
              </a:lnSpc>
            </a:pPr>
            <a:r>
              <a:rPr lang="en-US" sz="2000" b="1">
                <a:latin typeface="+mj-lt"/>
              </a:rPr>
              <a:t>Bài tập:</a:t>
            </a:r>
            <a:endParaRPr lang="en-US" sz="2000"/>
          </a:p>
          <a:p>
            <a:pPr marL="342900" indent="-342900">
              <a:lnSpc>
                <a:spcPct val="150000"/>
              </a:lnSpc>
              <a:buFont typeface="Arial" panose="020B0604020202020204" pitchFamily="34" charset="0"/>
              <a:buChar char="•"/>
            </a:pPr>
            <a:r>
              <a:rPr lang="en-US" sz="2000">
                <a:solidFill>
                  <a:schemeClr val="bg2">
                    <a:lumMod val="25000"/>
                  </a:schemeClr>
                </a:solidFill>
              </a:rPr>
              <a:t>Cho 2 file RTF f1, f2, kiểm tra xem 2 file có đảm bảo không xung đột không nếu</a:t>
            </a:r>
          </a:p>
          <a:p>
            <a:pPr marL="800100" lvl="1" indent="-342900">
              <a:lnSpc>
                <a:spcPct val="150000"/>
              </a:lnSpc>
              <a:buFont typeface="Arial" panose="020B0604020202020204" pitchFamily="34" charset="0"/>
              <a:buChar char="•"/>
            </a:pPr>
            <a:r>
              <a:rPr lang="en-US" sz="2000">
                <a:solidFill>
                  <a:schemeClr val="bg2">
                    <a:lumMod val="25000"/>
                  </a:schemeClr>
                </a:solidFill>
              </a:rPr>
              <a:t>st(f1) = s1, st(f2) = s2</a:t>
            </a:r>
          </a:p>
          <a:p>
            <a:pPr marL="800100" lvl="1" indent="-342900">
              <a:lnSpc>
                <a:spcPct val="150000"/>
              </a:lnSpc>
              <a:buFont typeface="Arial" panose="020B0604020202020204" pitchFamily="34" charset="0"/>
              <a:buChar char="•"/>
            </a:pPr>
            <a:r>
              <a:rPr lang="en-US" sz="2000">
                <a:solidFill>
                  <a:schemeClr val="bg2">
                    <a:lumMod val="25000"/>
                  </a:schemeClr>
                </a:solidFill>
              </a:rPr>
              <a:t>f1 : (l1, b1, p1)</a:t>
            </a:r>
          </a:p>
          <a:p>
            <a:pPr marL="800100" lvl="1" indent="-342900">
              <a:lnSpc>
                <a:spcPct val="150000"/>
              </a:lnSpc>
              <a:buFont typeface="Arial" panose="020B0604020202020204" pitchFamily="34" charset="0"/>
              <a:buChar char="•"/>
            </a:pPr>
            <a:r>
              <a:rPr lang="en-US" sz="2000">
                <a:solidFill>
                  <a:schemeClr val="bg2">
                    <a:lumMod val="25000"/>
                  </a:schemeClr>
                </a:solidFill>
              </a:rPr>
              <a:t>f2: (l2, b2, p2) </a:t>
            </a:r>
          </a:p>
          <a:p>
            <a:pPr marL="342900" indent="-342900">
              <a:lnSpc>
                <a:spcPct val="150000"/>
              </a:lnSpc>
              <a:buFont typeface="Arial" panose="020B0604020202020204" pitchFamily="34" charset="0"/>
              <a:buChar char="•"/>
            </a:pPr>
            <a:r>
              <a:rPr lang="en-US" sz="2000">
                <a:solidFill>
                  <a:schemeClr val="bg2">
                    <a:lumMod val="25000"/>
                  </a:schemeClr>
                </a:solidFill>
              </a:rPr>
              <a:t>1) Kiểm tra = giá trị cụ thể: </a:t>
            </a:r>
          </a:p>
          <a:p>
            <a:pPr marL="800100" lvl="1" indent="-342900">
              <a:lnSpc>
                <a:spcPct val="150000"/>
              </a:lnSpc>
              <a:buFont typeface="Arial" panose="020B0604020202020204" pitchFamily="34" charset="0"/>
              <a:buChar char="•"/>
            </a:pPr>
            <a:r>
              <a:rPr lang="en-US" sz="2000">
                <a:solidFill>
                  <a:schemeClr val="bg2">
                    <a:lumMod val="25000"/>
                  </a:schemeClr>
                </a:solidFill>
              </a:rPr>
              <a:t>f1: (2, 2, 5), st(f1) = 2 </a:t>
            </a:r>
          </a:p>
          <a:p>
            <a:pPr marL="800100" lvl="1" indent="-342900">
              <a:lnSpc>
                <a:spcPct val="150000"/>
              </a:lnSpc>
              <a:buFont typeface="Arial" panose="020B0604020202020204" pitchFamily="34" charset="0"/>
              <a:buChar char="•"/>
            </a:pPr>
            <a:r>
              <a:rPr lang="en-US" sz="2000">
                <a:solidFill>
                  <a:schemeClr val="bg2">
                    <a:lumMod val="25000"/>
                  </a:schemeClr>
                </a:solidFill>
              </a:rPr>
              <a:t>f2: (3, 1, 4), st(f2)= 1 </a:t>
            </a:r>
          </a:p>
          <a:p>
            <a:pPr marL="342900" indent="-342900">
              <a:lnSpc>
                <a:spcPct val="150000"/>
              </a:lnSpc>
              <a:buFont typeface="Arial" panose="020B0604020202020204" pitchFamily="34" charset="0"/>
              <a:buChar char="•"/>
            </a:pPr>
            <a:r>
              <a:rPr lang="en-US" sz="2000">
                <a:solidFill>
                  <a:schemeClr val="bg2">
                    <a:lumMod val="25000"/>
                  </a:schemeClr>
                </a:solidFill>
              </a:rPr>
              <a:t>2) Viết thuật toán kiểm tra = mã giải</a:t>
            </a:r>
          </a:p>
        </p:txBody>
      </p:sp>
    </p:spTree>
    <p:extLst>
      <p:ext uri="{BB962C8B-B14F-4D97-AF65-F5344CB8AC3E}">
        <p14:creationId xmlns:p14="http://schemas.microsoft.com/office/powerpoint/2010/main" val="2425916001"/>
      </p:ext>
    </p:extLst>
  </p:cSld>
  <p:clrMapOvr>
    <a:masterClrMapping/>
  </p:clrMapOvr>
</p:sld>
</file>

<file path=ppt/theme/theme1.xml><?xml version="1.0" encoding="utf-8"?>
<a:theme xmlns:a="http://schemas.openxmlformats.org/drawingml/2006/main" name="Opening slid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NFO3010-chapter1" id="{AB987AF6-F5B5-40B1-B7B2-011B4456F90D}" vid="{A1FCA969-387E-4DB4-9551-88DE0367AE2C}"/>
    </a:ext>
  </a:extLst>
</a:theme>
</file>

<file path=ppt/theme/theme2.xml><?xml version="1.0" encoding="utf-8"?>
<a:theme xmlns:a="http://schemas.openxmlformats.org/drawingml/2006/main" name="Body slide">
  <a:themeElements>
    <a:clrScheme name="pptx template 1">
      <a:dk1>
        <a:srgbClr val="0070C0"/>
      </a:dk1>
      <a:lt1>
        <a:sysClr val="window" lastClr="FFFFFF"/>
      </a:lt1>
      <a:dk2>
        <a:srgbClr val="0070C0"/>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Arial-Times New Roman">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Times New Roman" panose="02020603050405020304"/>
        <a:ea typeface=""/>
        <a:cs typeface=""/>
        <a:font script="Jpan" typeface="ＭＳ Ｐ明朝"/>
        <a:font script="Hang" typeface="바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NFO3010-chapter1" id="{AB987AF6-F5B5-40B1-B7B2-011B4456F90D}" vid="{40093B85-BF9A-493F-85B6-14614628567D}"/>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635</TotalTime>
  <Words>3542</Words>
  <Application>Microsoft Office PowerPoint</Application>
  <PresentationFormat>Widescreen</PresentationFormat>
  <Paragraphs>389</Paragraphs>
  <Slides>37</Slides>
  <Notes>33</Notes>
  <HiddenSlides>0</HiddenSlides>
  <MMClips>0</MMClips>
  <ScaleCrop>false</ScaleCrop>
  <HeadingPairs>
    <vt:vector size="6" baseType="variant">
      <vt:variant>
        <vt:lpstr>Fonts Used</vt:lpstr>
      </vt:variant>
      <vt:variant>
        <vt:i4>6</vt:i4>
      </vt:variant>
      <vt:variant>
        <vt:lpstr>Theme</vt:lpstr>
      </vt:variant>
      <vt:variant>
        <vt:i4>2</vt:i4>
      </vt:variant>
      <vt:variant>
        <vt:lpstr>Slide Titles</vt:lpstr>
      </vt:variant>
      <vt:variant>
        <vt:i4>37</vt:i4>
      </vt:variant>
    </vt:vector>
  </HeadingPairs>
  <TitlesOfParts>
    <vt:vector size="45" baseType="lpstr">
      <vt:lpstr>Aptos</vt:lpstr>
      <vt:lpstr>Arial</vt:lpstr>
      <vt:lpstr>Courier New</vt:lpstr>
      <vt:lpstr>Symbol</vt:lpstr>
      <vt:lpstr>Times New Roman</vt:lpstr>
      <vt:lpstr>Wingdings</vt:lpstr>
      <vt:lpstr>Opening slide</vt:lpstr>
      <vt:lpstr>Body slide</vt:lpstr>
      <vt:lpstr>PowerPoint Presentation</vt:lpstr>
      <vt:lpstr>Mục lục</vt:lpstr>
      <vt:lpstr>1. Đặt vấn đề</vt:lpstr>
      <vt:lpstr>2. Truy nhập dữ liệu đa phương tiện từ đĩa từ</vt:lpstr>
      <vt:lpstr>2. Truy nhập dữ liệu đa phương tiện từ đĩa từ</vt:lpstr>
      <vt:lpstr>2. Truy nhập dữ liệu đa phương tiện từ đĩa từ</vt:lpstr>
      <vt:lpstr>2. Truy nhập dữ liệu đa phương tiện từ đĩa từ</vt:lpstr>
      <vt:lpstr>2. Truy nhập dữ liệu đa phương tiện từ đĩa từ</vt:lpstr>
      <vt:lpstr>2. Truy nhập dữ liệu đa phương tiện từ đĩa từ</vt:lpstr>
      <vt:lpstr>2. Truy nhập dữ liệu đa phương tiện từ đĩa từ</vt:lpstr>
      <vt:lpstr>2. Truy nhập dữ liệu đa phương tiện từ đĩa từ</vt:lpstr>
      <vt:lpstr>2. Truy nhập dữ liệu đa phương tiện từ đĩa từ</vt:lpstr>
      <vt:lpstr>PowerPoint Presentation</vt:lpstr>
      <vt:lpstr>3. Yêu cầu lấy dữ liệu từ đĩa của nhiều clients?</vt:lpstr>
      <vt:lpstr>3. Yêu cầu lấy dữ liệu từ đĩa của nhiều clients?</vt:lpstr>
      <vt:lpstr>4. Xây dựng máy chủ phương tiện dựa trên đĩa</vt:lpstr>
      <vt:lpstr>4. Xây dựng máy chủ phương tiện dựa trên đĩa</vt:lpstr>
      <vt:lpstr>4. Xây dựng máy chủ phương tiện dựa trên đĩa</vt:lpstr>
      <vt:lpstr>4. Xây dựng máy chủ phương tiện dựa trên đĩa</vt:lpstr>
      <vt:lpstr>4. Xây dựng máy chủ phương tiện dựa trên đĩa</vt:lpstr>
      <vt:lpstr>4. Xây dựng máy chủ phương tiện dựa trên đĩa</vt:lpstr>
      <vt:lpstr>4. Xây dựng máy chủ phương tiện dựa trên đĩa</vt:lpstr>
      <vt:lpstr>4. Xây dựng máy chủ phương tiện dựa trên đĩa</vt:lpstr>
      <vt:lpstr>PowerPoint Presentation</vt:lpstr>
      <vt:lpstr>5. Truy nhập dữ liệu từ CD-ROM</vt:lpstr>
      <vt:lpstr>5. Truy nhập dữ liệu từ CD-ROM</vt:lpstr>
      <vt:lpstr>5. Truy nhập dữ liệu từ CD-ROM</vt:lpstr>
      <vt:lpstr>5. Truy nhập dữ liệu từ CD-ROM</vt:lpstr>
      <vt:lpstr>5. Truy nhập dữ liệu từ CD-ROM</vt:lpstr>
      <vt:lpstr>5. Truy nhập dữ liệu từ CD-ROM</vt:lpstr>
      <vt:lpstr>Bài tập</vt:lpstr>
      <vt:lpstr>Bài tập</vt:lpstr>
      <vt:lpstr>Bài tập</vt:lpstr>
      <vt:lpstr>Bài tập</vt:lpstr>
      <vt:lpstr>Bài tập</vt:lpstr>
      <vt:lpstr>Bài tập</vt:lpstr>
      <vt:lpstr>Bài tập</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Minh Hai Ngo</dc:creator>
  <cp:lastModifiedBy>Hung. Nguyen Viet - CMC ATI</cp:lastModifiedBy>
  <cp:revision>39</cp:revision>
  <dcterms:created xsi:type="dcterms:W3CDTF">2025-04-30T14:15:42Z</dcterms:created>
  <dcterms:modified xsi:type="dcterms:W3CDTF">2025-12-11T08:25:18Z</dcterms:modified>
</cp:coreProperties>
</file>