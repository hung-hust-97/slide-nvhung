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4"/>
    <p:sldMasterId id="2147483672" r:id="rId5"/>
    <p:sldMasterId id="2147483683" r:id="rId6"/>
  </p:sldMasterIdLst>
  <p:notesMasterIdLst>
    <p:notesMasterId r:id="rId39"/>
  </p:notesMasterIdLst>
  <p:sldIdLst>
    <p:sldId id="267" r:id="rId7"/>
    <p:sldId id="337" r:id="rId8"/>
    <p:sldId id="338" r:id="rId9"/>
    <p:sldId id="343" r:id="rId10"/>
    <p:sldId id="346" r:id="rId11"/>
    <p:sldId id="348" r:id="rId12"/>
    <p:sldId id="349" r:id="rId13"/>
    <p:sldId id="363" r:id="rId14"/>
    <p:sldId id="364" r:id="rId15"/>
    <p:sldId id="365" r:id="rId16"/>
    <p:sldId id="366" r:id="rId17"/>
    <p:sldId id="353" r:id="rId18"/>
    <p:sldId id="367" r:id="rId19"/>
    <p:sldId id="355" r:id="rId20"/>
    <p:sldId id="356" r:id="rId21"/>
    <p:sldId id="368" r:id="rId22"/>
    <p:sldId id="369" r:id="rId23"/>
    <p:sldId id="370" r:id="rId24"/>
    <p:sldId id="371" r:id="rId25"/>
    <p:sldId id="373" r:id="rId26"/>
    <p:sldId id="359" r:id="rId27"/>
    <p:sldId id="374" r:id="rId28"/>
    <p:sldId id="375" r:id="rId29"/>
    <p:sldId id="379" r:id="rId30"/>
    <p:sldId id="358" r:id="rId31"/>
    <p:sldId id="381" r:id="rId32"/>
    <p:sldId id="382" r:id="rId33"/>
    <p:sldId id="360" r:id="rId34"/>
    <p:sldId id="383" r:id="rId35"/>
    <p:sldId id="384" r:id="rId36"/>
    <p:sldId id="380" r:id="rId37"/>
    <p:sldId id="269" r:id="rId38"/>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60ECF82-660B-466A-B972-A45E468B7F76}">
          <p14:sldIdLst>
            <p14:sldId id="267"/>
          </p14:sldIdLst>
        </p14:section>
        <p14:section name="intro" id="{695A598E-FE78-42D8-A118-9E4D6B7B12C7}">
          <p14:sldIdLst>
            <p14:sldId id="337"/>
          </p14:sldIdLst>
        </p14:section>
        <p14:section name="analy srs" id="{B1D3AF11-4F88-4375-ABC1-3F56146167B4}">
          <p14:sldIdLst>
            <p14:sldId id="338"/>
            <p14:sldId id="343"/>
            <p14:sldId id="346"/>
            <p14:sldId id="348"/>
            <p14:sldId id="349"/>
            <p14:sldId id="363"/>
            <p14:sldId id="364"/>
            <p14:sldId id="365"/>
            <p14:sldId id="366"/>
            <p14:sldId id="353"/>
            <p14:sldId id="367"/>
          </p14:sldIdLst>
        </p14:section>
        <p14:section name="design" id="{78225DEA-1748-4F23-A308-6A80A81698DE}">
          <p14:sldIdLst>
            <p14:sldId id="355"/>
            <p14:sldId id="356"/>
            <p14:sldId id="368"/>
            <p14:sldId id="369"/>
            <p14:sldId id="370"/>
            <p14:sldId id="371"/>
            <p14:sldId id="373"/>
            <p14:sldId id="359"/>
            <p14:sldId id="374"/>
            <p14:sldId id="375"/>
            <p14:sldId id="379"/>
            <p14:sldId id="358"/>
            <p14:sldId id="381"/>
            <p14:sldId id="382"/>
            <p14:sldId id="360"/>
            <p14:sldId id="383"/>
            <p14:sldId id="384"/>
            <p14:sldId id="380"/>
          </p14:sldIdLst>
        </p14:section>
        <p14:section name="software define" id="{CF8F44E0-7323-4F5B-934A-A47B948F1C47}">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7699" autoAdjust="0"/>
  </p:normalViewPr>
  <p:slideViewPr>
    <p:cSldViewPr snapToGrid="0" snapToObjects="1">
      <p:cViewPr varScale="1">
        <p:scale>
          <a:sx n="72" d="100"/>
          <a:sy n="72" d="100"/>
        </p:scale>
        <p:origin x="148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et." userId="8b74393f-d80c-47bd-a370-5373c0174c23" providerId="ADAL" clId="{EFEC3215-73A2-4DE4-A277-7EF0E9B5CC4E}"/>
    <pc:docChg chg="undo redo custSel addSld delSld modSld sldOrd addSection delSection modSection">
      <pc:chgData name="Viet." userId="8b74393f-d80c-47bd-a370-5373c0174c23" providerId="ADAL" clId="{EFEC3215-73A2-4DE4-A277-7EF0E9B5CC4E}" dt="2024-12-17T09:23:26.276" v="3154" actId="20578"/>
      <pc:docMkLst>
        <pc:docMk/>
      </pc:docMkLst>
      <pc:sldChg chg="modSp mod">
        <pc:chgData name="Viet." userId="8b74393f-d80c-47bd-a370-5373c0174c23" providerId="ADAL" clId="{EFEC3215-73A2-4DE4-A277-7EF0E9B5CC4E}" dt="2024-12-16T10:09:05.114" v="963" actId="20577"/>
        <pc:sldMkLst>
          <pc:docMk/>
          <pc:sldMk cId="1253848682" sldId="267"/>
        </pc:sldMkLst>
      </pc:sldChg>
      <pc:sldChg chg="new del">
        <pc:chgData name="Viet." userId="8b74393f-d80c-47bd-a370-5373c0174c23" providerId="ADAL" clId="{EFEC3215-73A2-4DE4-A277-7EF0E9B5CC4E}" dt="2024-12-16T09:16:08.043" v="84" actId="680"/>
        <pc:sldMkLst>
          <pc:docMk/>
          <pc:sldMk cId="1736076361" sldId="270"/>
        </pc:sldMkLst>
      </pc:sldChg>
      <pc:sldChg chg="addSp modSp new del mod">
        <pc:chgData name="Viet." userId="8b74393f-d80c-47bd-a370-5373c0174c23" providerId="ADAL" clId="{EFEC3215-73A2-4DE4-A277-7EF0E9B5CC4E}" dt="2024-12-16T10:08:57.139" v="945" actId="47"/>
        <pc:sldMkLst>
          <pc:docMk/>
          <pc:sldMk cId="2279245842" sldId="270"/>
        </pc:sldMkLst>
      </pc:sldChg>
      <pc:sldChg chg="addSp delSp modSp new del mod modNotesTx">
        <pc:chgData name="Viet." userId="8b74393f-d80c-47bd-a370-5373c0174c23" providerId="ADAL" clId="{EFEC3215-73A2-4DE4-A277-7EF0E9B5CC4E}" dt="2024-12-17T06:53:41.375" v="1889" actId="47"/>
        <pc:sldMkLst>
          <pc:docMk/>
          <pc:sldMk cId="310553564" sldId="271"/>
        </pc:sldMkLst>
      </pc:sldChg>
      <pc:sldChg chg="del">
        <pc:chgData name="Viet." userId="8b74393f-d80c-47bd-a370-5373c0174c23" providerId="ADAL" clId="{EFEC3215-73A2-4DE4-A277-7EF0E9B5CC4E}" dt="2024-12-16T09:15:41.738" v="74" actId="47"/>
        <pc:sldMkLst>
          <pc:docMk/>
          <pc:sldMk cId="376706786" sldId="271"/>
        </pc:sldMkLst>
      </pc:sldChg>
      <pc:sldChg chg="addSp delSp modSp new del mod ord">
        <pc:chgData name="Viet." userId="8b74393f-d80c-47bd-a370-5373c0174c23" providerId="ADAL" clId="{EFEC3215-73A2-4DE4-A277-7EF0E9B5CC4E}" dt="2024-12-16T09:43:41.511" v="450" actId="47"/>
        <pc:sldMkLst>
          <pc:docMk/>
          <pc:sldMk cId="1195014352" sldId="272"/>
        </pc:sldMkLst>
      </pc:sldChg>
      <pc:sldChg chg="modSp new del mod">
        <pc:chgData name="Viet." userId="8b74393f-d80c-47bd-a370-5373c0174c23" providerId="ADAL" clId="{EFEC3215-73A2-4DE4-A277-7EF0E9B5CC4E}" dt="2024-12-16T09:53:17.997" v="693" actId="47"/>
        <pc:sldMkLst>
          <pc:docMk/>
          <pc:sldMk cId="1936305192" sldId="272"/>
        </pc:sldMkLst>
      </pc:sldChg>
      <pc:sldChg chg="del">
        <pc:chgData name="Viet." userId="8b74393f-d80c-47bd-a370-5373c0174c23" providerId="ADAL" clId="{EFEC3215-73A2-4DE4-A277-7EF0E9B5CC4E}" dt="2024-12-16T09:15:41.738" v="74" actId="47"/>
        <pc:sldMkLst>
          <pc:docMk/>
          <pc:sldMk cId="2094170688" sldId="272"/>
        </pc:sldMkLst>
      </pc:sldChg>
      <pc:sldChg chg="new del">
        <pc:chgData name="Viet." userId="8b74393f-d80c-47bd-a370-5373c0174c23" providerId="ADAL" clId="{EFEC3215-73A2-4DE4-A277-7EF0E9B5CC4E}" dt="2024-12-17T06:54:07.956" v="1890" actId="47"/>
        <pc:sldMkLst>
          <pc:docMk/>
          <pc:sldMk cId="2747709930" sldId="272"/>
        </pc:sldMkLst>
      </pc:sldChg>
      <pc:sldChg chg="modSp new del mod">
        <pc:chgData name="Viet." userId="8b74393f-d80c-47bd-a370-5373c0174c23" providerId="ADAL" clId="{EFEC3215-73A2-4DE4-A277-7EF0E9B5CC4E}" dt="2024-12-16T10:08:57.139" v="945" actId="47"/>
        <pc:sldMkLst>
          <pc:docMk/>
          <pc:sldMk cId="454007926" sldId="273"/>
        </pc:sldMkLst>
      </pc:sldChg>
      <pc:sldChg chg="modSp new mod modNotesTx">
        <pc:chgData name="Viet." userId="8b74393f-d80c-47bd-a370-5373c0174c23" providerId="ADAL" clId="{EFEC3215-73A2-4DE4-A277-7EF0E9B5CC4E}" dt="2024-12-17T07:23:31.722" v="2134" actId="20577"/>
        <pc:sldMkLst>
          <pc:docMk/>
          <pc:sldMk cId="711413094" sldId="273"/>
        </pc:sldMkLst>
      </pc:sldChg>
      <pc:sldChg chg="del">
        <pc:chgData name="Viet." userId="8b74393f-d80c-47bd-a370-5373c0174c23" providerId="ADAL" clId="{EFEC3215-73A2-4DE4-A277-7EF0E9B5CC4E}" dt="2024-12-16T09:15:41.738" v="74" actId="47"/>
        <pc:sldMkLst>
          <pc:docMk/>
          <pc:sldMk cId="1315415549" sldId="273"/>
        </pc:sldMkLst>
      </pc:sldChg>
      <pc:sldChg chg="new del">
        <pc:chgData name="Viet." userId="8b74393f-d80c-47bd-a370-5373c0174c23" providerId="ADAL" clId="{EFEC3215-73A2-4DE4-A277-7EF0E9B5CC4E}" dt="2024-12-16T10:20:05.330" v="968" actId="680"/>
        <pc:sldMkLst>
          <pc:docMk/>
          <pc:sldMk cId="2465776623" sldId="273"/>
        </pc:sldMkLst>
      </pc:sldChg>
      <pc:sldChg chg="new del">
        <pc:chgData name="Viet." userId="8b74393f-d80c-47bd-a370-5373c0174c23" providerId="ADAL" clId="{EFEC3215-73A2-4DE4-A277-7EF0E9B5CC4E}" dt="2024-12-16T09:51:50.404" v="671" actId="680"/>
        <pc:sldMkLst>
          <pc:docMk/>
          <pc:sldMk cId="472163072" sldId="274"/>
        </pc:sldMkLst>
      </pc:sldChg>
      <pc:sldChg chg="addSp delSp modSp new del mod">
        <pc:chgData name="Viet." userId="8b74393f-d80c-47bd-a370-5373c0174c23" providerId="ADAL" clId="{EFEC3215-73A2-4DE4-A277-7EF0E9B5CC4E}" dt="2024-12-17T07:14:54.684" v="2007" actId="47"/>
        <pc:sldMkLst>
          <pc:docMk/>
          <pc:sldMk cId="2317294318" sldId="274"/>
        </pc:sldMkLst>
      </pc:sldChg>
      <pc:sldChg chg="addSp modSp new del mod">
        <pc:chgData name="Viet." userId="8b74393f-d80c-47bd-a370-5373c0174c23" providerId="ADAL" clId="{EFEC3215-73A2-4DE4-A277-7EF0E9B5CC4E}" dt="2024-12-16T10:08:57.139" v="945" actId="47"/>
        <pc:sldMkLst>
          <pc:docMk/>
          <pc:sldMk cId="3627677066" sldId="274"/>
        </pc:sldMkLst>
      </pc:sldChg>
      <pc:sldChg chg="addSp delSp modSp new del mod">
        <pc:chgData name="Viet." userId="8b74393f-d80c-47bd-a370-5373c0174c23" providerId="ADAL" clId="{EFEC3215-73A2-4DE4-A277-7EF0E9B5CC4E}" dt="2024-12-17T07:16:02.013" v="2021" actId="47"/>
        <pc:sldMkLst>
          <pc:docMk/>
          <pc:sldMk cId="3503007613" sldId="275"/>
        </pc:sldMkLst>
      </pc:sldChg>
      <pc:sldChg chg="addSp delSp modSp new del mod">
        <pc:chgData name="Viet." userId="8b74393f-d80c-47bd-a370-5373c0174c23" providerId="ADAL" clId="{EFEC3215-73A2-4DE4-A277-7EF0E9B5CC4E}" dt="2024-12-16T10:08:57.139" v="945" actId="47"/>
        <pc:sldMkLst>
          <pc:docMk/>
          <pc:sldMk cId="4284038370" sldId="275"/>
        </pc:sldMkLst>
      </pc:sldChg>
      <pc:sldChg chg="modSp new del mod">
        <pc:chgData name="Viet." userId="8b74393f-d80c-47bd-a370-5373c0174c23" providerId="ADAL" clId="{EFEC3215-73A2-4DE4-A277-7EF0E9B5CC4E}" dt="2024-12-16T10:08:57.139" v="945" actId="47"/>
        <pc:sldMkLst>
          <pc:docMk/>
          <pc:sldMk cId="257095652" sldId="276"/>
        </pc:sldMkLst>
      </pc:sldChg>
      <pc:sldChg chg="addSp delSp modSp new del mod">
        <pc:chgData name="Viet." userId="8b74393f-d80c-47bd-a370-5373c0174c23" providerId="ADAL" clId="{EFEC3215-73A2-4DE4-A277-7EF0E9B5CC4E}" dt="2024-12-17T07:21:17.696" v="2129" actId="47"/>
        <pc:sldMkLst>
          <pc:docMk/>
          <pc:sldMk cId="1181231356" sldId="276"/>
        </pc:sldMkLst>
      </pc:sldChg>
      <pc:sldChg chg="modSp new del mod">
        <pc:chgData name="Viet." userId="8b74393f-d80c-47bd-a370-5373c0174c23" providerId="ADAL" clId="{EFEC3215-73A2-4DE4-A277-7EF0E9B5CC4E}" dt="2024-12-16T10:08:57.139" v="945" actId="47"/>
        <pc:sldMkLst>
          <pc:docMk/>
          <pc:sldMk cId="1669992593" sldId="277"/>
        </pc:sldMkLst>
      </pc:sldChg>
      <pc:sldChg chg="modSp new del mod">
        <pc:chgData name="Viet." userId="8b74393f-d80c-47bd-a370-5373c0174c23" providerId="ADAL" clId="{EFEC3215-73A2-4DE4-A277-7EF0E9B5CC4E}" dt="2024-12-17T07:21:12.936" v="2128" actId="47"/>
        <pc:sldMkLst>
          <pc:docMk/>
          <pc:sldMk cId="2225171832" sldId="277"/>
        </pc:sldMkLst>
      </pc:sldChg>
      <pc:sldChg chg="del">
        <pc:chgData name="Viet." userId="8b74393f-d80c-47bd-a370-5373c0174c23" providerId="ADAL" clId="{EFEC3215-73A2-4DE4-A277-7EF0E9B5CC4E}" dt="2024-12-16T09:15:41.738" v="74" actId="47"/>
        <pc:sldMkLst>
          <pc:docMk/>
          <pc:sldMk cId="3765456993" sldId="277"/>
        </pc:sldMkLst>
      </pc:sldChg>
      <pc:sldChg chg="addSp modSp new del mod">
        <pc:chgData name="Viet." userId="8b74393f-d80c-47bd-a370-5373c0174c23" providerId="ADAL" clId="{EFEC3215-73A2-4DE4-A277-7EF0E9B5CC4E}" dt="2024-12-16T10:08:57.139" v="945" actId="47"/>
        <pc:sldMkLst>
          <pc:docMk/>
          <pc:sldMk cId="18222036" sldId="278"/>
        </pc:sldMkLst>
      </pc:sldChg>
      <pc:sldChg chg="del">
        <pc:chgData name="Viet." userId="8b74393f-d80c-47bd-a370-5373c0174c23" providerId="ADAL" clId="{EFEC3215-73A2-4DE4-A277-7EF0E9B5CC4E}" dt="2024-12-16T09:15:41.738" v="74" actId="47"/>
        <pc:sldMkLst>
          <pc:docMk/>
          <pc:sldMk cId="1487775499" sldId="278"/>
        </pc:sldMkLst>
      </pc:sldChg>
      <pc:sldChg chg="addSp delSp modSp new del mod">
        <pc:chgData name="Viet." userId="8b74393f-d80c-47bd-a370-5373c0174c23" providerId="ADAL" clId="{EFEC3215-73A2-4DE4-A277-7EF0E9B5CC4E}" dt="2024-12-17T07:21:12.936" v="2128" actId="47"/>
        <pc:sldMkLst>
          <pc:docMk/>
          <pc:sldMk cId="3586693770" sldId="278"/>
        </pc:sldMkLst>
      </pc:sldChg>
      <pc:sldChg chg="del">
        <pc:chgData name="Viet." userId="8b74393f-d80c-47bd-a370-5373c0174c23" providerId="ADAL" clId="{EFEC3215-73A2-4DE4-A277-7EF0E9B5CC4E}" dt="2024-12-16T09:15:41.738" v="74" actId="47"/>
        <pc:sldMkLst>
          <pc:docMk/>
          <pc:sldMk cId="585384535" sldId="279"/>
        </pc:sldMkLst>
      </pc:sldChg>
      <pc:sldChg chg="addSp delSp modSp new del mod">
        <pc:chgData name="Viet." userId="8b74393f-d80c-47bd-a370-5373c0174c23" providerId="ADAL" clId="{EFEC3215-73A2-4DE4-A277-7EF0E9B5CC4E}" dt="2024-12-17T07:21:12.936" v="2128" actId="47"/>
        <pc:sldMkLst>
          <pc:docMk/>
          <pc:sldMk cId="1744827134" sldId="279"/>
        </pc:sldMkLst>
      </pc:sldChg>
      <pc:sldChg chg="modSp new del mod">
        <pc:chgData name="Viet." userId="8b74393f-d80c-47bd-a370-5373c0174c23" providerId="ADAL" clId="{EFEC3215-73A2-4DE4-A277-7EF0E9B5CC4E}" dt="2024-12-16T10:08:57.139" v="945" actId="47"/>
        <pc:sldMkLst>
          <pc:docMk/>
          <pc:sldMk cId="2208119837" sldId="279"/>
        </pc:sldMkLst>
      </pc:sldChg>
      <pc:sldChg chg="addSp delSp modSp new del mod">
        <pc:chgData name="Viet." userId="8b74393f-d80c-47bd-a370-5373c0174c23" providerId="ADAL" clId="{EFEC3215-73A2-4DE4-A277-7EF0E9B5CC4E}" dt="2024-12-17T07:21:12.936" v="2128" actId="47"/>
        <pc:sldMkLst>
          <pc:docMk/>
          <pc:sldMk cId="740164300" sldId="280"/>
        </pc:sldMkLst>
      </pc:sldChg>
      <pc:sldChg chg="modSp new del mod ord">
        <pc:chgData name="Viet." userId="8b74393f-d80c-47bd-a370-5373c0174c23" providerId="ADAL" clId="{EFEC3215-73A2-4DE4-A277-7EF0E9B5CC4E}" dt="2024-12-16T10:08:57.139" v="945" actId="47"/>
        <pc:sldMkLst>
          <pc:docMk/>
          <pc:sldMk cId="1330809576" sldId="280"/>
        </pc:sldMkLst>
      </pc:sldChg>
      <pc:sldChg chg="new del">
        <pc:chgData name="Viet." userId="8b74393f-d80c-47bd-a370-5373c0174c23" providerId="ADAL" clId="{EFEC3215-73A2-4DE4-A277-7EF0E9B5CC4E}" dt="2024-12-16T10:03:10.359" v="898" actId="680"/>
        <pc:sldMkLst>
          <pc:docMk/>
          <pc:sldMk cId="3156014972" sldId="280"/>
        </pc:sldMkLst>
      </pc:sldChg>
      <pc:sldChg chg="modSp new del mod">
        <pc:chgData name="Viet." userId="8b74393f-d80c-47bd-a370-5373c0174c23" providerId="ADAL" clId="{EFEC3215-73A2-4DE4-A277-7EF0E9B5CC4E}" dt="2024-12-17T07:21:12.936" v="2128" actId="47"/>
        <pc:sldMkLst>
          <pc:docMk/>
          <pc:sldMk cId="831352022" sldId="281"/>
        </pc:sldMkLst>
      </pc:sldChg>
      <pc:sldChg chg="del">
        <pc:chgData name="Viet." userId="8b74393f-d80c-47bd-a370-5373c0174c23" providerId="ADAL" clId="{EFEC3215-73A2-4DE4-A277-7EF0E9B5CC4E}" dt="2024-12-16T09:15:41.738" v="74" actId="47"/>
        <pc:sldMkLst>
          <pc:docMk/>
          <pc:sldMk cId="1872650155" sldId="281"/>
        </pc:sldMkLst>
      </pc:sldChg>
      <pc:sldChg chg="new del">
        <pc:chgData name="Viet." userId="8b74393f-d80c-47bd-a370-5373c0174c23" providerId="ADAL" clId="{EFEC3215-73A2-4DE4-A277-7EF0E9B5CC4E}" dt="2024-12-17T03:41:32.156" v="1740" actId="680"/>
        <pc:sldMkLst>
          <pc:docMk/>
          <pc:sldMk cId="2033775635" sldId="282"/>
        </pc:sldMkLst>
      </pc:sldChg>
      <pc:sldChg chg="new del">
        <pc:chgData name="Viet." userId="8b74393f-d80c-47bd-a370-5373c0174c23" providerId="ADAL" clId="{EFEC3215-73A2-4DE4-A277-7EF0E9B5CC4E}" dt="2024-12-17T05:00:37.806" v="1744" actId="680"/>
        <pc:sldMkLst>
          <pc:docMk/>
          <pc:sldMk cId="2829075357" sldId="282"/>
        </pc:sldMkLst>
      </pc:sldChg>
      <pc:sldChg chg="modSp new mod ord">
        <pc:chgData name="Viet." userId="8b74393f-d80c-47bd-a370-5373c0174c23" providerId="ADAL" clId="{EFEC3215-73A2-4DE4-A277-7EF0E9B5CC4E}" dt="2024-12-17T07:08:37.873" v="1925"/>
        <pc:sldMkLst>
          <pc:docMk/>
          <pc:sldMk cId="3857908653" sldId="282"/>
        </pc:sldMkLst>
      </pc:sldChg>
      <pc:sldChg chg="del">
        <pc:chgData name="Viet." userId="8b74393f-d80c-47bd-a370-5373c0174c23" providerId="ADAL" clId="{EFEC3215-73A2-4DE4-A277-7EF0E9B5CC4E}" dt="2024-12-16T09:15:41.738" v="74" actId="47"/>
        <pc:sldMkLst>
          <pc:docMk/>
          <pc:sldMk cId="875947354" sldId="283"/>
        </pc:sldMkLst>
      </pc:sldChg>
      <pc:sldChg chg="modSp new del mod">
        <pc:chgData name="Viet." userId="8b74393f-d80c-47bd-a370-5373c0174c23" providerId="ADAL" clId="{EFEC3215-73A2-4DE4-A277-7EF0E9B5CC4E}" dt="2024-12-17T06:53:37.705" v="1888" actId="47"/>
        <pc:sldMkLst>
          <pc:docMk/>
          <pc:sldMk cId="2053058770" sldId="283"/>
        </pc:sldMkLst>
      </pc:sldChg>
      <pc:sldChg chg="del">
        <pc:chgData name="Viet." userId="8b74393f-d80c-47bd-a370-5373c0174c23" providerId="ADAL" clId="{EFEC3215-73A2-4DE4-A277-7EF0E9B5CC4E}" dt="2024-12-16T09:15:41.738" v="74" actId="47"/>
        <pc:sldMkLst>
          <pc:docMk/>
          <pc:sldMk cId="1582178500" sldId="284"/>
        </pc:sldMkLst>
      </pc:sldChg>
      <pc:sldChg chg="addSp delSp modSp new mod">
        <pc:chgData name="Viet." userId="8b74393f-d80c-47bd-a370-5373c0174c23" providerId="ADAL" clId="{EFEC3215-73A2-4DE4-A277-7EF0E9B5CC4E}" dt="2024-12-17T06:41:22.258" v="1795" actId="27636"/>
        <pc:sldMkLst>
          <pc:docMk/>
          <pc:sldMk cId="4128601278" sldId="284"/>
        </pc:sldMkLst>
      </pc:sldChg>
      <pc:sldChg chg="del">
        <pc:chgData name="Viet." userId="8b74393f-d80c-47bd-a370-5373c0174c23" providerId="ADAL" clId="{EFEC3215-73A2-4DE4-A277-7EF0E9B5CC4E}" dt="2024-12-16T09:15:41.738" v="74" actId="47"/>
        <pc:sldMkLst>
          <pc:docMk/>
          <pc:sldMk cId="1634580373" sldId="285"/>
        </pc:sldMkLst>
      </pc:sldChg>
      <pc:sldChg chg="modSp new mod">
        <pc:chgData name="Viet." userId="8b74393f-d80c-47bd-a370-5373c0174c23" providerId="ADAL" clId="{EFEC3215-73A2-4DE4-A277-7EF0E9B5CC4E}" dt="2024-12-17T06:48:30.983" v="1831" actId="20577"/>
        <pc:sldMkLst>
          <pc:docMk/>
          <pc:sldMk cId="2925532911" sldId="285"/>
        </pc:sldMkLst>
      </pc:sldChg>
      <pc:sldChg chg="del">
        <pc:chgData name="Viet." userId="8b74393f-d80c-47bd-a370-5373c0174c23" providerId="ADAL" clId="{EFEC3215-73A2-4DE4-A277-7EF0E9B5CC4E}" dt="2024-12-16T09:15:41.738" v="74" actId="47"/>
        <pc:sldMkLst>
          <pc:docMk/>
          <pc:sldMk cId="334040366" sldId="286"/>
        </pc:sldMkLst>
      </pc:sldChg>
      <pc:sldChg chg="modSp new mod">
        <pc:chgData name="Viet." userId="8b74393f-d80c-47bd-a370-5373c0174c23" providerId="ADAL" clId="{EFEC3215-73A2-4DE4-A277-7EF0E9B5CC4E}" dt="2024-12-17T06:49:56.771" v="1856" actId="27636"/>
        <pc:sldMkLst>
          <pc:docMk/>
          <pc:sldMk cId="1947254076" sldId="286"/>
        </pc:sldMkLst>
      </pc:sldChg>
      <pc:sldChg chg="del">
        <pc:chgData name="Viet." userId="8b74393f-d80c-47bd-a370-5373c0174c23" providerId="ADAL" clId="{EFEC3215-73A2-4DE4-A277-7EF0E9B5CC4E}" dt="2024-12-16T09:15:41.738" v="74" actId="47"/>
        <pc:sldMkLst>
          <pc:docMk/>
          <pc:sldMk cId="587489568" sldId="287"/>
        </pc:sldMkLst>
      </pc:sldChg>
      <pc:sldChg chg="modSp new mod">
        <pc:chgData name="Viet." userId="8b74393f-d80c-47bd-a370-5373c0174c23" providerId="ADAL" clId="{EFEC3215-73A2-4DE4-A277-7EF0E9B5CC4E}" dt="2024-12-17T06:50:29.773" v="1879" actId="27636"/>
        <pc:sldMkLst>
          <pc:docMk/>
          <pc:sldMk cId="3638254920" sldId="287"/>
        </pc:sldMkLst>
      </pc:sldChg>
      <pc:sldChg chg="del">
        <pc:chgData name="Viet." userId="8b74393f-d80c-47bd-a370-5373c0174c23" providerId="ADAL" clId="{EFEC3215-73A2-4DE4-A277-7EF0E9B5CC4E}" dt="2024-12-16T09:15:41.738" v="74" actId="47"/>
        <pc:sldMkLst>
          <pc:docMk/>
          <pc:sldMk cId="1966936269" sldId="288"/>
        </pc:sldMkLst>
      </pc:sldChg>
      <pc:sldChg chg="modSp new add del mod">
        <pc:chgData name="Viet." userId="8b74393f-d80c-47bd-a370-5373c0174c23" providerId="ADAL" clId="{EFEC3215-73A2-4DE4-A277-7EF0E9B5CC4E}" dt="2024-12-17T06:53:35.411" v="1887" actId="47"/>
        <pc:sldMkLst>
          <pc:docMk/>
          <pc:sldMk cId="4226850554" sldId="288"/>
        </pc:sldMkLst>
      </pc:sldChg>
      <pc:sldChg chg="addSp delSp modSp new mod modNotesTx">
        <pc:chgData name="Viet." userId="8b74393f-d80c-47bd-a370-5373c0174c23" providerId="ADAL" clId="{EFEC3215-73A2-4DE4-A277-7EF0E9B5CC4E}" dt="2024-12-17T07:03:35.385" v="1923"/>
        <pc:sldMkLst>
          <pc:docMk/>
          <pc:sldMk cId="706688020" sldId="289"/>
        </pc:sldMkLst>
      </pc:sldChg>
      <pc:sldChg chg="del">
        <pc:chgData name="Viet." userId="8b74393f-d80c-47bd-a370-5373c0174c23" providerId="ADAL" clId="{EFEC3215-73A2-4DE4-A277-7EF0E9B5CC4E}" dt="2024-12-16T09:15:41.738" v="74" actId="47"/>
        <pc:sldMkLst>
          <pc:docMk/>
          <pc:sldMk cId="1877105804" sldId="289"/>
        </pc:sldMkLst>
      </pc:sldChg>
      <pc:sldChg chg="del">
        <pc:chgData name="Viet." userId="8b74393f-d80c-47bd-a370-5373c0174c23" providerId="ADAL" clId="{EFEC3215-73A2-4DE4-A277-7EF0E9B5CC4E}" dt="2024-12-16T09:15:41.738" v="74" actId="47"/>
        <pc:sldMkLst>
          <pc:docMk/>
          <pc:sldMk cId="888022355" sldId="290"/>
        </pc:sldMkLst>
      </pc:sldChg>
      <pc:sldChg chg="modSp new mod">
        <pc:chgData name="Viet." userId="8b74393f-d80c-47bd-a370-5373c0174c23" providerId="ADAL" clId="{EFEC3215-73A2-4DE4-A277-7EF0E9B5CC4E}" dt="2024-12-17T08:01:59.576" v="2406" actId="20577"/>
        <pc:sldMkLst>
          <pc:docMk/>
          <pc:sldMk cId="3003119213" sldId="290"/>
        </pc:sldMkLst>
      </pc:sldChg>
      <pc:sldChg chg="modSp new mod">
        <pc:chgData name="Viet." userId="8b74393f-d80c-47bd-a370-5373c0174c23" providerId="ADAL" clId="{EFEC3215-73A2-4DE4-A277-7EF0E9B5CC4E}" dt="2024-12-17T07:17:44.149" v="2056" actId="20577"/>
        <pc:sldMkLst>
          <pc:docMk/>
          <pc:sldMk cId="828158414" sldId="291"/>
        </pc:sldMkLst>
      </pc:sldChg>
      <pc:sldChg chg="del">
        <pc:chgData name="Viet." userId="8b74393f-d80c-47bd-a370-5373c0174c23" providerId="ADAL" clId="{EFEC3215-73A2-4DE4-A277-7EF0E9B5CC4E}" dt="2024-12-16T09:15:41.738" v="74" actId="47"/>
        <pc:sldMkLst>
          <pc:docMk/>
          <pc:sldMk cId="2506865761" sldId="291"/>
        </pc:sldMkLst>
      </pc:sldChg>
      <pc:sldChg chg="modSp new mod">
        <pc:chgData name="Viet." userId="8b74393f-d80c-47bd-a370-5373c0174c23" providerId="ADAL" clId="{EFEC3215-73A2-4DE4-A277-7EF0E9B5CC4E}" dt="2024-12-17T07:15:44.625" v="2020" actId="27636"/>
        <pc:sldMkLst>
          <pc:docMk/>
          <pc:sldMk cId="2496479116" sldId="292"/>
        </pc:sldMkLst>
      </pc:sldChg>
      <pc:sldChg chg="del">
        <pc:chgData name="Viet." userId="8b74393f-d80c-47bd-a370-5373c0174c23" providerId="ADAL" clId="{EFEC3215-73A2-4DE4-A277-7EF0E9B5CC4E}" dt="2024-12-16T09:15:41.738" v="74" actId="47"/>
        <pc:sldMkLst>
          <pc:docMk/>
          <pc:sldMk cId="3583917961" sldId="292"/>
        </pc:sldMkLst>
      </pc:sldChg>
      <pc:sldChg chg="del">
        <pc:chgData name="Viet." userId="8b74393f-d80c-47bd-a370-5373c0174c23" providerId="ADAL" clId="{EFEC3215-73A2-4DE4-A277-7EF0E9B5CC4E}" dt="2024-12-16T09:15:41.738" v="74" actId="47"/>
        <pc:sldMkLst>
          <pc:docMk/>
          <pc:sldMk cId="1265701753" sldId="293"/>
        </pc:sldMkLst>
      </pc:sldChg>
      <pc:sldChg chg="modSp new mod">
        <pc:chgData name="Viet." userId="8b74393f-d80c-47bd-a370-5373c0174c23" providerId="ADAL" clId="{EFEC3215-73A2-4DE4-A277-7EF0E9B5CC4E}" dt="2024-12-17T07:17:02.030" v="2036" actId="1076"/>
        <pc:sldMkLst>
          <pc:docMk/>
          <pc:sldMk cId="1735533459" sldId="293"/>
        </pc:sldMkLst>
      </pc:sldChg>
      <pc:sldChg chg="modSp new mod">
        <pc:chgData name="Viet." userId="8b74393f-d80c-47bd-a370-5373c0174c23" providerId="ADAL" clId="{EFEC3215-73A2-4DE4-A277-7EF0E9B5CC4E}" dt="2024-12-17T07:17:36.172" v="2053" actId="27636"/>
        <pc:sldMkLst>
          <pc:docMk/>
          <pc:sldMk cId="2015432751" sldId="294"/>
        </pc:sldMkLst>
      </pc:sldChg>
      <pc:sldChg chg="del">
        <pc:chgData name="Viet." userId="8b74393f-d80c-47bd-a370-5373c0174c23" providerId="ADAL" clId="{EFEC3215-73A2-4DE4-A277-7EF0E9B5CC4E}" dt="2024-12-16T09:15:41.738" v="74" actId="47"/>
        <pc:sldMkLst>
          <pc:docMk/>
          <pc:sldMk cId="3992243246" sldId="294"/>
        </pc:sldMkLst>
      </pc:sldChg>
      <pc:sldChg chg="del">
        <pc:chgData name="Viet." userId="8b74393f-d80c-47bd-a370-5373c0174c23" providerId="ADAL" clId="{EFEC3215-73A2-4DE4-A277-7EF0E9B5CC4E}" dt="2024-12-16T09:15:41.738" v="74" actId="47"/>
        <pc:sldMkLst>
          <pc:docMk/>
          <pc:sldMk cId="3466296032" sldId="295"/>
        </pc:sldMkLst>
      </pc:sldChg>
      <pc:sldChg chg="modSp new mod">
        <pc:chgData name="Viet." userId="8b74393f-d80c-47bd-a370-5373c0174c23" providerId="ADAL" clId="{EFEC3215-73A2-4DE4-A277-7EF0E9B5CC4E}" dt="2024-12-17T07:18:34.858" v="2084" actId="20577"/>
        <pc:sldMkLst>
          <pc:docMk/>
          <pc:sldMk cId="3780647802" sldId="295"/>
        </pc:sldMkLst>
      </pc:sldChg>
      <pc:sldChg chg="modSp new mod">
        <pc:chgData name="Viet." userId="8b74393f-d80c-47bd-a370-5373c0174c23" providerId="ADAL" clId="{EFEC3215-73A2-4DE4-A277-7EF0E9B5CC4E}" dt="2024-12-17T09:09:55.182" v="2736" actId="20577"/>
        <pc:sldMkLst>
          <pc:docMk/>
          <pc:sldMk cId="2170392358" sldId="296"/>
        </pc:sldMkLst>
      </pc:sldChg>
      <pc:sldChg chg="del">
        <pc:chgData name="Viet." userId="8b74393f-d80c-47bd-a370-5373c0174c23" providerId="ADAL" clId="{EFEC3215-73A2-4DE4-A277-7EF0E9B5CC4E}" dt="2024-12-16T09:15:41.738" v="74" actId="47"/>
        <pc:sldMkLst>
          <pc:docMk/>
          <pc:sldMk cId="2486421377" sldId="297"/>
        </pc:sldMkLst>
      </pc:sldChg>
      <pc:sldChg chg="modSp new mod">
        <pc:chgData name="Viet." userId="8b74393f-d80c-47bd-a370-5373c0174c23" providerId="ADAL" clId="{EFEC3215-73A2-4DE4-A277-7EF0E9B5CC4E}" dt="2024-12-17T09:17:15.512" v="2866" actId="20577"/>
        <pc:sldMkLst>
          <pc:docMk/>
          <pc:sldMk cId="3872929129" sldId="297"/>
        </pc:sldMkLst>
      </pc:sldChg>
      <pc:sldChg chg="del">
        <pc:chgData name="Viet." userId="8b74393f-d80c-47bd-a370-5373c0174c23" providerId="ADAL" clId="{EFEC3215-73A2-4DE4-A277-7EF0E9B5CC4E}" dt="2024-12-16T09:15:41.738" v="74" actId="47"/>
        <pc:sldMkLst>
          <pc:docMk/>
          <pc:sldMk cId="266466429" sldId="298"/>
        </pc:sldMkLst>
      </pc:sldChg>
      <pc:sldChg chg="modSp new mod">
        <pc:chgData name="Viet." userId="8b74393f-d80c-47bd-a370-5373c0174c23" providerId="ADAL" clId="{EFEC3215-73A2-4DE4-A277-7EF0E9B5CC4E}" dt="2024-12-17T09:18:23.829" v="2889" actId="1076"/>
        <pc:sldMkLst>
          <pc:docMk/>
          <pc:sldMk cId="1063808263" sldId="298"/>
        </pc:sldMkLst>
      </pc:sldChg>
      <pc:sldChg chg="del">
        <pc:chgData name="Viet." userId="8b74393f-d80c-47bd-a370-5373c0174c23" providerId="ADAL" clId="{EFEC3215-73A2-4DE4-A277-7EF0E9B5CC4E}" dt="2024-12-16T09:15:41.738" v="74" actId="47"/>
        <pc:sldMkLst>
          <pc:docMk/>
          <pc:sldMk cId="441416761" sldId="299"/>
        </pc:sldMkLst>
      </pc:sldChg>
      <pc:sldChg chg="addSp delSp modSp new mod ord">
        <pc:chgData name="Viet." userId="8b74393f-d80c-47bd-a370-5373c0174c23" providerId="ADAL" clId="{EFEC3215-73A2-4DE4-A277-7EF0E9B5CC4E}" dt="2024-12-17T09:23:26.276" v="3154" actId="20578"/>
        <pc:sldMkLst>
          <pc:docMk/>
          <pc:sldMk cId="2586431677" sldId="299"/>
        </pc:sldMkLst>
      </pc:sldChg>
      <pc:sldChg chg="modSp new mod ord">
        <pc:chgData name="Viet." userId="8b74393f-d80c-47bd-a370-5373c0174c23" providerId="ADAL" clId="{EFEC3215-73A2-4DE4-A277-7EF0E9B5CC4E}" dt="2024-12-17T08:01:08.386" v="2395" actId="2710"/>
        <pc:sldMkLst>
          <pc:docMk/>
          <pc:sldMk cId="2261838932" sldId="300"/>
        </pc:sldMkLst>
      </pc:sldChg>
      <pc:sldChg chg="del">
        <pc:chgData name="Viet." userId="8b74393f-d80c-47bd-a370-5373c0174c23" providerId="ADAL" clId="{EFEC3215-73A2-4DE4-A277-7EF0E9B5CC4E}" dt="2024-12-16T09:15:41.738" v="74" actId="47"/>
        <pc:sldMkLst>
          <pc:docMk/>
          <pc:sldMk cId="3278453615" sldId="300"/>
        </pc:sldMkLst>
      </pc:sldChg>
      <pc:sldChg chg="modSp new del mod">
        <pc:chgData name="Viet." userId="8b74393f-d80c-47bd-a370-5373c0174c23" providerId="ADAL" clId="{EFEC3215-73A2-4DE4-A277-7EF0E9B5CC4E}" dt="2024-12-17T09:23:04.575" v="3153" actId="47"/>
        <pc:sldMkLst>
          <pc:docMk/>
          <pc:sldMk cId="2269527435" sldId="301"/>
        </pc:sldMkLst>
      </pc:sldChg>
      <pc:sldChg chg="del">
        <pc:chgData name="Viet." userId="8b74393f-d80c-47bd-a370-5373c0174c23" providerId="ADAL" clId="{EFEC3215-73A2-4DE4-A277-7EF0E9B5CC4E}" dt="2024-12-16T09:15:41.738" v="74" actId="47"/>
        <pc:sldMkLst>
          <pc:docMk/>
          <pc:sldMk cId="2642598195" sldId="301"/>
        </pc:sldMkLst>
      </pc:sldChg>
      <pc:sldChg chg="del">
        <pc:chgData name="Viet." userId="8b74393f-d80c-47bd-a370-5373c0174c23" providerId="ADAL" clId="{EFEC3215-73A2-4DE4-A277-7EF0E9B5CC4E}" dt="2024-12-16T09:15:41.738" v="74" actId="47"/>
        <pc:sldMkLst>
          <pc:docMk/>
          <pc:sldMk cId="244231631" sldId="302"/>
        </pc:sldMkLst>
      </pc:sldChg>
      <pc:sldChg chg="modSp new mod">
        <pc:chgData name="Viet." userId="8b74393f-d80c-47bd-a370-5373c0174c23" providerId="ADAL" clId="{EFEC3215-73A2-4DE4-A277-7EF0E9B5CC4E}" dt="2024-12-17T08:06:54.789" v="2516" actId="27636"/>
        <pc:sldMkLst>
          <pc:docMk/>
          <pc:sldMk cId="2332596143" sldId="302"/>
        </pc:sldMkLst>
      </pc:sldChg>
      <pc:sldChg chg="del">
        <pc:chgData name="Viet." userId="8b74393f-d80c-47bd-a370-5373c0174c23" providerId="ADAL" clId="{EFEC3215-73A2-4DE4-A277-7EF0E9B5CC4E}" dt="2024-12-16T09:15:41.738" v="74" actId="47"/>
        <pc:sldMkLst>
          <pc:docMk/>
          <pc:sldMk cId="1873726765" sldId="303"/>
        </pc:sldMkLst>
      </pc:sldChg>
      <pc:sldChg chg="modSp new mod">
        <pc:chgData name="Viet." userId="8b74393f-d80c-47bd-a370-5373c0174c23" providerId="ADAL" clId="{EFEC3215-73A2-4DE4-A277-7EF0E9B5CC4E}" dt="2024-12-17T08:07:41.820" v="2575" actId="5793"/>
        <pc:sldMkLst>
          <pc:docMk/>
          <pc:sldMk cId="2584342512" sldId="303"/>
        </pc:sldMkLst>
      </pc:sldChg>
      <pc:sldChg chg="addSp delSp modSp add mod ord">
        <pc:chgData name="Viet." userId="8b74393f-d80c-47bd-a370-5373c0174c23" providerId="ADAL" clId="{EFEC3215-73A2-4DE4-A277-7EF0E9B5CC4E}" dt="2024-12-17T09:06:09.213" v="2700" actId="27636"/>
        <pc:sldMkLst>
          <pc:docMk/>
          <pc:sldMk cId="374901149" sldId="304"/>
        </pc:sldMkLst>
      </pc:sldChg>
      <pc:sldChg chg="del">
        <pc:chgData name="Viet." userId="8b74393f-d80c-47bd-a370-5373c0174c23" providerId="ADAL" clId="{EFEC3215-73A2-4DE4-A277-7EF0E9B5CC4E}" dt="2024-12-16T09:15:41.738" v="74" actId="47"/>
        <pc:sldMkLst>
          <pc:docMk/>
          <pc:sldMk cId="2846015175" sldId="305"/>
        </pc:sldMkLst>
      </pc:sldChg>
      <pc:sldChg chg="addSp delSp modSp new mod">
        <pc:chgData name="Viet." userId="8b74393f-d80c-47bd-a370-5373c0174c23" providerId="ADAL" clId="{EFEC3215-73A2-4DE4-A277-7EF0E9B5CC4E}" dt="2024-12-17T08:48:20.603" v="2676" actId="1076"/>
        <pc:sldMkLst>
          <pc:docMk/>
          <pc:sldMk cId="3081904753" sldId="305"/>
        </pc:sldMkLst>
      </pc:sldChg>
      <pc:sldChg chg="del">
        <pc:chgData name="Viet." userId="8b74393f-d80c-47bd-a370-5373c0174c23" providerId="ADAL" clId="{EFEC3215-73A2-4DE4-A277-7EF0E9B5CC4E}" dt="2024-12-16T09:15:41.738" v="74" actId="47"/>
        <pc:sldMkLst>
          <pc:docMk/>
          <pc:sldMk cId="542786232" sldId="306"/>
        </pc:sldMkLst>
      </pc:sldChg>
      <pc:sldChg chg="addSp delSp modSp new mod">
        <pc:chgData name="Viet." userId="8b74393f-d80c-47bd-a370-5373c0174c23" providerId="ADAL" clId="{EFEC3215-73A2-4DE4-A277-7EF0E9B5CC4E}" dt="2024-12-17T08:59:29.096" v="2696" actId="1076"/>
        <pc:sldMkLst>
          <pc:docMk/>
          <pc:sldMk cId="1499146899" sldId="306"/>
        </pc:sldMkLst>
      </pc:sldChg>
      <pc:sldChg chg="del">
        <pc:chgData name="Viet." userId="8b74393f-d80c-47bd-a370-5373c0174c23" providerId="ADAL" clId="{EFEC3215-73A2-4DE4-A277-7EF0E9B5CC4E}" dt="2024-12-16T09:15:41.738" v="74" actId="47"/>
        <pc:sldMkLst>
          <pc:docMk/>
          <pc:sldMk cId="2044325086" sldId="307"/>
        </pc:sldMkLst>
      </pc:sldChg>
      <pc:sldChg chg="addSp delSp modSp new mod">
        <pc:chgData name="Viet." userId="8b74393f-d80c-47bd-a370-5373c0174c23" providerId="ADAL" clId="{EFEC3215-73A2-4DE4-A277-7EF0E9B5CC4E}" dt="2024-12-17T09:09:12.731" v="2732" actId="20577"/>
        <pc:sldMkLst>
          <pc:docMk/>
          <pc:sldMk cId="3810094672" sldId="307"/>
        </pc:sldMkLst>
      </pc:sldChg>
      <pc:sldChg chg="addSp delSp modSp new mod">
        <pc:chgData name="Viet." userId="8b74393f-d80c-47bd-a370-5373c0174c23" providerId="ADAL" clId="{EFEC3215-73A2-4DE4-A277-7EF0E9B5CC4E}" dt="2024-12-17T09:12:00.209" v="2863" actId="20577"/>
        <pc:sldMkLst>
          <pc:docMk/>
          <pc:sldMk cId="611906321" sldId="308"/>
        </pc:sldMkLst>
      </pc:sldChg>
      <pc:sldChg chg="new del">
        <pc:chgData name="Viet." userId="8b74393f-d80c-47bd-a370-5373c0174c23" providerId="ADAL" clId="{EFEC3215-73A2-4DE4-A277-7EF0E9B5CC4E}" dt="2024-12-17T09:09:28.746" v="2734" actId="47"/>
        <pc:sldMkLst>
          <pc:docMk/>
          <pc:sldMk cId="2272079847" sldId="308"/>
        </pc:sldMkLst>
      </pc:sldChg>
      <pc:sldChg chg="del">
        <pc:chgData name="Viet." userId="8b74393f-d80c-47bd-a370-5373c0174c23" providerId="ADAL" clId="{EFEC3215-73A2-4DE4-A277-7EF0E9B5CC4E}" dt="2024-12-16T09:15:41.738" v="74" actId="47"/>
        <pc:sldMkLst>
          <pc:docMk/>
          <pc:sldMk cId="3623335234" sldId="309"/>
        </pc:sldMkLst>
      </pc:sldChg>
      <pc:sldChg chg="addSp delSp modSp new mod">
        <pc:chgData name="Viet." userId="8b74393f-d80c-47bd-a370-5373c0174c23" providerId="ADAL" clId="{EFEC3215-73A2-4DE4-A277-7EF0E9B5CC4E}" dt="2024-12-17T09:18:16.083" v="2888" actId="20577"/>
        <pc:sldMkLst>
          <pc:docMk/>
          <pc:sldMk cId="3662474671" sldId="309"/>
        </pc:sldMkLst>
      </pc:sldChg>
      <pc:sldChg chg="addSp delSp modSp new mod">
        <pc:chgData name="Viet." userId="8b74393f-d80c-47bd-a370-5373c0174c23" providerId="ADAL" clId="{EFEC3215-73A2-4DE4-A277-7EF0E9B5CC4E}" dt="2024-12-17T09:20:51.935" v="2964" actId="27636"/>
        <pc:sldMkLst>
          <pc:docMk/>
          <pc:sldMk cId="1377718189" sldId="310"/>
        </pc:sldMkLst>
      </pc:sldChg>
      <pc:sldChg chg="del">
        <pc:chgData name="Viet." userId="8b74393f-d80c-47bd-a370-5373c0174c23" providerId="ADAL" clId="{EFEC3215-73A2-4DE4-A277-7EF0E9B5CC4E}" dt="2024-12-16T09:15:41.738" v="74" actId="47"/>
        <pc:sldMkLst>
          <pc:docMk/>
          <pc:sldMk cId="2324870116" sldId="310"/>
        </pc:sldMkLst>
      </pc:sldChg>
      <pc:sldChg chg="modSp new mod">
        <pc:chgData name="Viet." userId="8b74393f-d80c-47bd-a370-5373c0174c23" providerId="ADAL" clId="{EFEC3215-73A2-4DE4-A277-7EF0E9B5CC4E}" dt="2024-12-17T09:23:01.006" v="3152" actId="27636"/>
        <pc:sldMkLst>
          <pc:docMk/>
          <pc:sldMk cId="2740724356" sldId="311"/>
        </pc:sldMkLst>
      </pc:sldChg>
      <pc:sldChg chg="del">
        <pc:chgData name="Viet." userId="8b74393f-d80c-47bd-a370-5373c0174c23" providerId="ADAL" clId="{EFEC3215-73A2-4DE4-A277-7EF0E9B5CC4E}" dt="2024-12-16T09:15:41.738" v="74" actId="47"/>
        <pc:sldMkLst>
          <pc:docMk/>
          <pc:sldMk cId="3718723415" sldId="311"/>
        </pc:sldMkLst>
      </pc:sldChg>
      <pc:sldChg chg="del">
        <pc:chgData name="Viet." userId="8b74393f-d80c-47bd-a370-5373c0174c23" providerId="ADAL" clId="{EFEC3215-73A2-4DE4-A277-7EF0E9B5CC4E}" dt="2024-12-16T09:15:41.738" v="74" actId="47"/>
        <pc:sldMkLst>
          <pc:docMk/>
          <pc:sldMk cId="808095627" sldId="312"/>
        </pc:sldMkLst>
      </pc:sldChg>
      <pc:sldChg chg="del">
        <pc:chgData name="Viet." userId="8b74393f-d80c-47bd-a370-5373c0174c23" providerId="ADAL" clId="{EFEC3215-73A2-4DE4-A277-7EF0E9B5CC4E}" dt="2024-12-16T09:15:41.738" v="74" actId="47"/>
        <pc:sldMkLst>
          <pc:docMk/>
          <pc:sldMk cId="2415700636" sldId="313"/>
        </pc:sldMkLst>
      </pc:sldChg>
      <pc:sldChg chg="del">
        <pc:chgData name="Viet." userId="8b74393f-d80c-47bd-a370-5373c0174c23" providerId="ADAL" clId="{EFEC3215-73A2-4DE4-A277-7EF0E9B5CC4E}" dt="2024-12-16T09:15:41.738" v="74" actId="47"/>
        <pc:sldMkLst>
          <pc:docMk/>
          <pc:sldMk cId="2809350118" sldId="314"/>
        </pc:sldMkLst>
      </pc:sldChg>
    </pc:docChg>
  </pc:docChgLst>
  <pc:docChgLst>
    <pc:chgData name="Viet." userId="8b74393f-d80c-47bd-a370-5373c0174c23" providerId="ADAL" clId="{7129ACEF-98C3-471F-8616-A9AA9239E1FF}"/>
    <pc:docChg chg="undo custSel addSld delSld modSld sldOrd addMainMaster delMainMaster modMainMaster">
      <pc:chgData name="Viet." userId="8b74393f-d80c-47bd-a370-5373c0174c23" providerId="ADAL" clId="{7129ACEF-98C3-471F-8616-A9AA9239E1FF}" dt="2024-12-10T09:05:03.966" v="1958" actId="1076"/>
      <pc:docMkLst>
        <pc:docMk/>
      </pc:docMkLst>
      <pc:sldChg chg="delSp add del mod">
        <pc:chgData name="Viet." userId="8b74393f-d80c-47bd-a370-5373c0174c23" providerId="ADAL" clId="{7129ACEF-98C3-471F-8616-A9AA9239E1FF}" dt="2024-12-09T11:00:07.392" v="72" actId="47"/>
        <pc:sldMkLst>
          <pc:docMk/>
          <pc:sldMk cId="0" sldId="256"/>
        </pc:sldMkLst>
      </pc:sldChg>
      <pc:sldChg chg="del">
        <pc:chgData name="Viet." userId="8b74393f-d80c-47bd-a370-5373c0174c23" providerId="ADAL" clId="{7129ACEF-98C3-471F-8616-A9AA9239E1FF}" dt="2024-12-10T06:52:50.497" v="357" actId="47"/>
        <pc:sldMkLst>
          <pc:docMk/>
          <pc:sldMk cId="0" sldId="257"/>
        </pc:sldMkLst>
      </pc:sldChg>
      <pc:sldChg chg="modSp del mod">
        <pc:chgData name="Viet." userId="8b74393f-d80c-47bd-a370-5373c0174c23" providerId="ADAL" clId="{7129ACEF-98C3-471F-8616-A9AA9239E1FF}" dt="2024-12-10T06:59:51.758" v="411" actId="47"/>
        <pc:sldMkLst>
          <pc:docMk/>
          <pc:sldMk cId="0" sldId="258"/>
        </pc:sldMkLst>
      </pc:sldChg>
      <pc:sldChg chg="del">
        <pc:chgData name="Viet." userId="8b74393f-d80c-47bd-a370-5373c0174c23" providerId="ADAL" clId="{7129ACEF-98C3-471F-8616-A9AA9239E1FF}" dt="2024-12-10T07:11:18.277" v="585" actId="47"/>
        <pc:sldMkLst>
          <pc:docMk/>
          <pc:sldMk cId="0" sldId="259"/>
        </pc:sldMkLst>
      </pc:sldChg>
      <pc:sldChg chg="add del">
        <pc:chgData name="Viet." userId="8b74393f-d80c-47bd-a370-5373c0174c23" providerId="ADAL" clId="{7129ACEF-98C3-471F-8616-A9AA9239E1FF}" dt="2024-12-10T07:57:15.414" v="1142" actId="47"/>
        <pc:sldMkLst>
          <pc:docMk/>
          <pc:sldMk cId="0" sldId="260"/>
        </pc:sldMkLst>
      </pc:sldChg>
      <pc:sldChg chg="del">
        <pc:chgData name="Viet." userId="8b74393f-d80c-47bd-a370-5373c0174c23" providerId="ADAL" clId="{7129ACEF-98C3-471F-8616-A9AA9239E1FF}" dt="2024-12-10T08:38:39.018" v="1513" actId="47"/>
        <pc:sldMkLst>
          <pc:docMk/>
          <pc:sldMk cId="0" sldId="261"/>
        </pc:sldMkLst>
      </pc:sldChg>
      <pc:sldChg chg="del">
        <pc:chgData name="Viet." userId="8b74393f-d80c-47bd-a370-5373c0174c23" providerId="ADAL" clId="{7129ACEF-98C3-471F-8616-A9AA9239E1FF}" dt="2024-12-10T08:51:36.583" v="1647" actId="47"/>
        <pc:sldMkLst>
          <pc:docMk/>
          <pc:sldMk cId="0" sldId="262"/>
        </pc:sldMkLst>
      </pc:sldChg>
      <pc:sldChg chg="del">
        <pc:chgData name="Viet." userId="8b74393f-d80c-47bd-a370-5373c0174c23" providerId="ADAL" clId="{7129ACEF-98C3-471F-8616-A9AA9239E1FF}" dt="2024-12-10T09:04:52.598" v="1954" actId="47"/>
        <pc:sldMkLst>
          <pc:docMk/>
          <pc:sldMk cId="0" sldId="263"/>
        </pc:sldMkLst>
      </pc:sldChg>
      <pc:sldChg chg="del">
        <pc:chgData name="Viet." userId="8b74393f-d80c-47bd-a370-5373c0174c23" providerId="ADAL" clId="{7129ACEF-98C3-471F-8616-A9AA9239E1FF}" dt="2024-12-10T08:56:05.701" v="1661" actId="47"/>
        <pc:sldMkLst>
          <pc:docMk/>
          <pc:sldMk cId="0" sldId="264"/>
        </pc:sldMkLst>
      </pc:sldChg>
      <pc:sldChg chg="del">
        <pc:chgData name="Viet." userId="8b74393f-d80c-47bd-a370-5373c0174c23" providerId="ADAL" clId="{7129ACEF-98C3-471F-8616-A9AA9239E1FF}" dt="2024-12-10T08:56:05.701" v="1661" actId="47"/>
        <pc:sldMkLst>
          <pc:docMk/>
          <pc:sldMk cId="0" sldId="265"/>
        </pc:sldMkLst>
      </pc:sldChg>
      <pc:sldChg chg="new del">
        <pc:chgData name="Viet." userId="8b74393f-d80c-47bd-a370-5373c0174c23" providerId="ADAL" clId="{7129ACEF-98C3-471F-8616-A9AA9239E1FF}" dt="2024-12-09T11:00:10.724" v="73" actId="47"/>
        <pc:sldMkLst>
          <pc:docMk/>
          <pc:sldMk cId="3499633506" sldId="266"/>
        </pc:sldMkLst>
      </pc:sldChg>
      <pc:sldChg chg="modSp new mod">
        <pc:chgData name="Viet." userId="8b74393f-d80c-47bd-a370-5373c0174c23" providerId="ADAL" clId="{7129ACEF-98C3-471F-8616-A9AA9239E1FF}" dt="2024-12-09T11:00:04.448" v="71" actId="20577"/>
        <pc:sldMkLst>
          <pc:docMk/>
          <pc:sldMk cId="1253848682" sldId="267"/>
        </pc:sldMkLst>
      </pc:sldChg>
      <pc:sldChg chg="new del">
        <pc:chgData name="Viet." userId="8b74393f-d80c-47bd-a370-5373c0174c23" providerId="ADAL" clId="{7129ACEF-98C3-471F-8616-A9AA9239E1FF}" dt="2024-12-09T11:02:35.678" v="79" actId="47"/>
        <pc:sldMkLst>
          <pc:docMk/>
          <pc:sldMk cId="1869708415" sldId="268"/>
        </pc:sldMkLst>
      </pc:sldChg>
      <pc:sldChg chg="new ord">
        <pc:chgData name="Viet." userId="8b74393f-d80c-47bd-a370-5373c0174c23" providerId="ADAL" clId="{7129ACEF-98C3-471F-8616-A9AA9239E1FF}" dt="2024-12-09T11:02:01.158" v="77"/>
        <pc:sldMkLst>
          <pc:docMk/>
          <pc:sldMk cId="1711510086" sldId="269"/>
        </pc:sldMkLst>
      </pc:sldChg>
      <pc:sldChg chg="modSp new del mod">
        <pc:chgData name="Viet." userId="8b74393f-d80c-47bd-a370-5373c0174c23" providerId="ADAL" clId="{7129ACEF-98C3-471F-8616-A9AA9239E1FF}" dt="2024-12-10T06:52:49.585" v="356" actId="47"/>
        <pc:sldMkLst>
          <pc:docMk/>
          <pc:sldMk cId="1908451913" sldId="270"/>
        </pc:sldMkLst>
      </pc:sldChg>
      <pc:sldChg chg="addSp delSp modSp new mod modNotesTx">
        <pc:chgData name="Viet." userId="8b74393f-d80c-47bd-a370-5373c0174c23" providerId="ADAL" clId="{7129ACEF-98C3-471F-8616-A9AA9239E1FF}" dt="2024-12-10T08:46:04.652" v="1596" actId="2711"/>
        <pc:sldMkLst>
          <pc:docMk/>
          <pc:sldMk cId="376706786" sldId="271"/>
        </pc:sldMkLst>
      </pc:sldChg>
      <pc:sldChg chg="addSp delSp modSp new mod ord modNotesTx">
        <pc:chgData name="Viet." userId="8b74393f-d80c-47bd-a370-5373c0174c23" providerId="ADAL" clId="{7129ACEF-98C3-471F-8616-A9AA9239E1FF}" dt="2024-12-10T07:28:51.707" v="625" actId="1076"/>
        <pc:sldMkLst>
          <pc:docMk/>
          <pc:sldMk cId="2094170688" sldId="272"/>
        </pc:sldMkLst>
      </pc:sldChg>
      <pc:sldChg chg="new del">
        <pc:chgData name="Viet." userId="8b74393f-d80c-47bd-a370-5373c0174c23" providerId="ADAL" clId="{7129ACEF-98C3-471F-8616-A9AA9239E1FF}" dt="2024-12-09T11:10:13.355" v="311" actId="47"/>
        <pc:sldMkLst>
          <pc:docMk/>
          <pc:sldMk cId="2805904570" sldId="272"/>
        </pc:sldMkLst>
      </pc:sldChg>
      <pc:sldChg chg="addSp delSp modSp new mod ord modNotesTx">
        <pc:chgData name="Viet." userId="8b74393f-d80c-47bd-a370-5373c0174c23" providerId="ADAL" clId="{7129ACEF-98C3-471F-8616-A9AA9239E1FF}" dt="2024-12-10T08:48:29.266" v="1615" actId="14100"/>
        <pc:sldMkLst>
          <pc:docMk/>
          <pc:sldMk cId="1315415549" sldId="273"/>
        </pc:sldMkLst>
      </pc:sldChg>
      <pc:sldChg chg="modSp new del mod modNotesTx">
        <pc:chgData name="Viet." userId="8b74393f-d80c-47bd-a370-5373c0174c23" providerId="ADAL" clId="{7129ACEF-98C3-471F-8616-A9AA9239E1FF}" dt="2024-12-10T07:31:48.277" v="646" actId="47"/>
        <pc:sldMkLst>
          <pc:docMk/>
          <pc:sldMk cId="3728142168" sldId="274"/>
        </pc:sldMkLst>
      </pc:sldChg>
      <pc:sldChg chg="addSp delSp modSp new del">
        <pc:chgData name="Viet." userId="8b74393f-d80c-47bd-a370-5373c0174c23" providerId="ADAL" clId="{7129ACEF-98C3-471F-8616-A9AA9239E1FF}" dt="2024-12-10T07:28:45.143" v="623" actId="680"/>
        <pc:sldMkLst>
          <pc:docMk/>
          <pc:sldMk cId="116348834" sldId="275"/>
        </pc:sldMkLst>
      </pc:sldChg>
      <pc:sldChg chg="addSp delSp modSp new mod modNotesTx">
        <pc:chgData name="Viet." userId="8b74393f-d80c-47bd-a370-5373c0174c23" providerId="ADAL" clId="{7129ACEF-98C3-471F-8616-A9AA9239E1FF}" dt="2024-12-10T07:33:27.816" v="680" actId="113"/>
        <pc:sldMkLst>
          <pc:docMk/>
          <pc:sldMk cId="3890155460" sldId="275"/>
        </pc:sldMkLst>
      </pc:sldChg>
      <pc:sldChg chg="addSp delSp modSp add del mod modNotesTx">
        <pc:chgData name="Viet." userId="8b74393f-d80c-47bd-a370-5373c0174c23" providerId="ADAL" clId="{7129ACEF-98C3-471F-8616-A9AA9239E1FF}" dt="2024-12-10T07:58:45.150" v="1154" actId="47"/>
        <pc:sldMkLst>
          <pc:docMk/>
          <pc:sldMk cId="254460079" sldId="276"/>
        </pc:sldMkLst>
      </pc:sldChg>
      <pc:sldChg chg="modSp new del mod">
        <pc:chgData name="Viet." userId="8b74393f-d80c-47bd-a370-5373c0174c23" providerId="ADAL" clId="{7129ACEF-98C3-471F-8616-A9AA9239E1FF}" dt="2024-12-10T07:51:11.655" v="755" actId="680"/>
        <pc:sldMkLst>
          <pc:docMk/>
          <pc:sldMk cId="435752016" sldId="277"/>
        </pc:sldMkLst>
      </pc:sldChg>
      <pc:sldChg chg="addSp delSp modSp new mod modNotesTx">
        <pc:chgData name="Viet." userId="8b74393f-d80c-47bd-a370-5373c0174c23" providerId="ADAL" clId="{7129ACEF-98C3-471F-8616-A9AA9239E1FF}" dt="2024-12-10T08:49:14.174" v="1622" actId="2711"/>
        <pc:sldMkLst>
          <pc:docMk/>
          <pc:sldMk cId="3765456993" sldId="277"/>
        </pc:sldMkLst>
      </pc:sldChg>
      <pc:sldChg chg="addSp delSp modSp new mod modNotesTx">
        <pc:chgData name="Viet." userId="8b74393f-d80c-47bd-a370-5373c0174c23" providerId="ADAL" clId="{7129ACEF-98C3-471F-8616-A9AA9239E1FF}" dt="2024-12-10T08:50:01.530" v="1626" actId="108"/>
        <pc:sldMkLst>
          <pc:docMk/>
          <pc:sldMk cId="1487775499" sldId="278"/>
        </pc:sldMkLst>
      </pc:sldChg>
      <pc:sldChg chg="new del">
        <pc:chgData name="Viet." userId="8b74393f-d80c-47bd-a370-5373c0174c23" providerId="ADAL" clId="{7129ACEF-98C3-471F-8616-A9AA9239E1FF}" dt="2024-12-10T07:51:09.724" v="752" actId="680"/>
        <pc:sldMkLst>
          <pc:docMk/>
          <pc:sldMk cId="2875191694" sldId="278"/>
        </pc:sldMkLst>
      </pc:sldChg>
      <pc:sldChg chg="addSp delSp modSp new mod modNotesTx">
        <pc:chgData name="Viet." userId="8b74393f-d80c-47bd-a370-5373c0174c23" providerId="ADAL" clId="{7129ACEF-98C3-471F-8616-A9AA9239E1FF}" dt="2024-12-10T08:51:21.429" v="1646" actId="255"/>
        <pc:sldMkLst>
          <pc:docMk/>
          <pc:sldMk cId="585384535" sldId="279"/>
        </pc:sldMkLst>
      </pc:sldChg>
      <pc:sldChg chg="addSp delSp modSp new del mod modNotesTx">
        <pc:chgData name="Viet." userId="8b74393f-d80c-47bd-a370-5373c0174c23" providerId="ADAL" clId="{7129ACEF-98C3-471F-8616-A9AA9239E1FF}" dt="2024-12-10T08:22:02.048" v="1322" actId="47"/>
        <pc:sldMkLst>
          <pc:docMk/>
          <pc:sldMk cId="2718066502" sldId="279"/>
        </pc:sldMkLst>
      </pc:sldChg>
      <pc:sldChg chg="add del">
        <pc:chgData name="Viet." userId="8b74393f-d80c-47bd-a370-5373c0174c23" providerId="ADAL" clId="{7129ACEF-98C3-471F-8616-A9AA9239E1FF}" dt="2024-12-10T08:41:19.423" v="1535"/>
        <pc:sldMkLst>
          <pc:docMk/>
          <pc:sldMk cId="1219419968" sldId="280"/>
        </pc:sldMkLst>
      </pc:sldChg>
      <pc:sldChg chg="new del">
        <pc:chgData name="Viet." userId="8b74393f-d80c-47bd-a370-5373c0174c23" providerId="ADAL" clId="{7129ACEF-98C3-471F-8616-A9AA9239E1FF}" dt="2024-12-10T08:41:14.968" v="1533" actId="680"/>
        <pc:sldMkLst>
          <pc:docMk/>
          <pc:sldMk cId="2132293585" sldId="280"/>
        </pc:sldMkLst>
      </pc:sldChg>
      <pc:sldChg chg="addSp delSp modSp add del mod modNotesTx">
        <pc:chgData name="Viet." userId="8b74393f-d80c-47bd-a370-5373c0174c23" providerId="ADAL" clId="{7129ACEF-98C3-471F-8616-A9AA9239E1FF}" dt="2024-12-10T09:04:57.354" v="1955" actId="47"/>
        <pc:sldMkLst>
          <pc:docMk/>
          <pc:sldMk cId="4285762558" sldId="280"/>
        </pc:sldMkLst>
      </pc:sldChg>
      <pc:sldChg chg="addSp delSp modSp new mod modNotesTx">
        <pc:chgData name="Viet." userId="8b74393f-d80c-47bd-a370-5373c0174c23" providerId="ADAL" clId="{7129ACEF-98C3-471F-8616-A9AA9239E1FF}" dt="2024-12-10T09:05:03.966" v="1958" actId="1076"/>
        <pc:sldMkLst>
          <pc:docMk/>
          <pc:sldMk cId="1872650155" sldId="281"/>
        </pc:sldMkLst>
      </pc:sldChg>
      <pc:sldMasterChg chg="modSldLayout">
        <pc:chgData name="Viet." userId="8b74393f-d80c-47bd-a370-5373c0174c23" providerId="ADAL" clId="{7129ACEF-98C3-471F-8616-A9AA9239E1FF}" dt="2024-12-09T10:51:04.436" v="9" actId="478"/>
        <pc:sldMasterMkLst>
          <pc:docMk/>
          <pc:sldMasterMk cId="0" sldId="2147483648"/>
        </pc:sldMasterMkLst>
        <pc:sldLayoutChg chg="delSp mod">
          <pc:chgData name="Viet." userId="8b74393f-d80c-47bd-a370-5373c0174c23" providerId="ADAL" clId="{7129ACEF-98C3-471F-8616-A9AA9239E1FF}" dt="2024-12-09T10:50:30.017" v="0" actId="478"/>
          <pc:sldLayoutMkLst>
            <pc:docMk/>
            <pc:sldMasterMk cId="0" sldId="2147483648"/>
            <pc:sldLayoutMk cId="0" sldId="2147483650"/>
          </pc:sldLayoutMkLst>
        </pc:sldLayoutChg>
        <pc:sldLayoutChg chg="delSp mod">
          <pc:chgData name="Viet." userId="8b74393f-d80c-47bd-a370-5373c0174c23" providerId="ADAL" clId="{7129ACEF-98C3-471F-8616-A9AA9239E1FF}" dt="2024-12-09T10:50:47.695" v="1" actId="478"/>
          <pc:sldLayoutMkLst>
            <pc:docMk/>
            <pc:sldMasterMk cId="0" sldId="2147483648"/>
            <pc:sldLayoutMk cId="0" sldId="2147483651"/>
          </pc:sldLayoutMkLst>
        </pc:sldLayoutChg>
        <pc:sldLayoutChg chg="delSp mod">
          <pc:chgData name="Viet." userId="8b74393f-d80c-47bd-a370-5373c0174c23" providerId="ADAL" clId="{7129ACEF-98C3-471F-8616-A9AA9239E1FF}" dt="2024-12-09T10:50:49.887" v="2" actId="478"/>
          <pc:sldLayoutMkLst>
            <pc:docMk/>
            <pc:sldMasterMk cId="0" sldId="2147483648"/>
            <pc:sldLayoutMk cId="0" sldId="2147483652"/>
          </pc:sldLayoutMkLst>
        </pc:sldLayoutChg>
        <pc:sldLayoutChg chg="delSp mod">
          <pc:chgData name="Viet." userId="8b74393f-d80c-47bd-a370-5373c0174c23" providerId="ADAL" clId="{7129ACEF-98C3-471F-8616-A9AA9239E1FF}" dt="2024-12-09T10:50:52.255" v="3" actId="478"/>
          <pc:sldLayoutMkLst>
            <pc:docMk/>
            <pc:sldMasterMk cId="0" sldId="2147483648"/>
            <pc:sldLayoutMk cId="0" sldId="2147483653"/>
          </pc:sldLayoutMkLst>
        </pc:sldLayoutChg>
        <pc:sldLayoutChg chg="delSp mod">
          <pc:chgData name="Viet." userId="8b74393f-d80c-47bd-a370-5373c0174c23" providerId="ADAL" clId="{7129ACEF-98C3-471F-8616-A9AA9239E1FF}" dt="2024-12-09T10:50:53.697" v="4" actId="478"/>
          <pc:sldLayoutMkLst>
            <pc:docMk/>
            <pc:sldMasterMk cId="0" sldId="2147483648"/>
            <pc:sldLayoutMk cId="0" sldId="2147483654"/>
          </pc:sldLayoutMkLst>
        </pc:sldLayoutChg>
        <pc:sldLayoutChg chg="delSp mod">
          <pc:chgData name="Viet." userId="8b74393f-d80c-47bd-a370-5373c0174c23" providerId="ADAL" clId="{7129ACEF-98C3-471F-8616-A9AA9239E1FF}" dt="2024-12-09T10:50:55.646" v="5" actId="478"/>
          <pc:sldLayoutMkLst>
            <pc:docMk/>
            <pc:sldMasterMk cId="0" sldId="2147483648"/>
            <pc:sldLayoutMk cId="0" sldId="2147483655"/>
          </pc:sldLayoutMkLst>
        </pc:sldLayoutChg>
        <pc:sldLayoutChg chg="delSp mod">
          <pc:chgData name="Viet." userId="8b74393f-d80c-47bd-a370-5373c0174c23" providerId="ADAL" clId="{7129ACEF-98C3-471F-8616-A9AA9239E1FF}" dt="2024-12-09T10:50:58.193" v="6" actId="478"/>
          <pc:sldLayoutMkLst>
            <pc:docMk/>
            <pc:sldMasterMk cId="0" sldId="2147483648"/>
            <pc:sldLayoutMk cId="0" sldId="2147483656"/>
          </pc:sldLayoutMkLst>
        </pc:sldLayoutChg>
        <pc:sldLayoutChg chg="delSp mod">
          <pc:chgData name="Viet." userId="8b74393f-d80c-47bd-a370-5373c0174c23" providerId="ADAL" clId="{7129ACEF-98C3-471F-8616-A9AA9239E1FF}" dt="2024-12-09T10:51:00.626" v="7" actId="478"/>
          <pc:sldLayoutMkLst>
            <pc:docMk/>
            <pc:sldMasterMk cId="0" sldId="2147483648"/>
            <pc:sldLayoutMk cId="0" sldId="2147483657"/>
          </pc:sldLayoutMkLst>
        </pc:sldLayoutChg>
        <pc:sldLayoutChg chg="delSp mod">
          <pc:chgData name="Viet." userId="8b74393f-d80c-47bd-a370-5373c0174c23" providerId="ADAL" clId="{7129ACEF-98C3-471F-8616-A9AA9239E1FF}" dt="2024-12-09T10:51:02.453" v="8" actId="478"/>
          <pc:sldLayoutMkLst>
            <pc:docMk/>
            <pc:sldMasterMk cId="0" sldId="2147483648"/>
            <pc:sldLayoutMk cId="0" sldId="2147483658"/>
          </pc:sldLayoutMkLst>
        </pc:sldLayoutChg>
        <pc:sldLayoutChg chg="delSp mod">
          <pc:chgData name="Viet." userId="8b74393f-d80c-47bd-a370-5373c0174c23" providerId="ADAL" clId="{7129ACEF-98C3-471F-8616-A9AA9239E1FF}" dt="2024-12-09T10:51:04.436" v="9" actId="478"/>
          <pc:sldLayoutMkLst>
            <pc:docMk/>
            <pc:sldMasterMk cId="0" sldId="2147483648"/>
            <pc:sldLayoutMk cId="0" sldId="2147483659"/>
          </pc:sldLayoutMkLst>
        </pc:sldLayoutChg>
      </pc:sldMasterChg>
      <pc:sldMasterChg chg="new del mod addSldLayout delSldLayout">
        <pc:chgData name="Viet." userId="8b74393f-d80c-47bd-a370-5373c0174c23" providerId="ADAL" clId="{7129ACEF-98C3-471F-8616-A9AA9239E1FF}" dt="2024-12-09T10:57:18.136" v="11" actId="6938"/>
        <pc:sldMasterMkLst>
          <pc:docMk/>
          <pc:sldMasterMk cId="1439247525" sldId="2147483660"/>
        </pc:sldMasterMkLst>
        <pc:sldLayoutChg chg="new del replId">
          <pc:chgData name="Viet." userId="8b74393f-d80c-47bd-a370-5373c0174c23" providerId="ADAL" clId="{7129ACEF-98C3-471F-8616-A9AA9239E1FF}" dt="2024-12-09T10:57:18.136" v="11" actId="6938"/>
          <pc:sldLayoutMkLst>
            <pc:docMk/>
            <pc:sldMasterMk cId="1439247525" sldId="2147483660"/>
            <pc:sldLayoutMk cId="2728143525" sldId="2147483661"/>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3404810335" sldId="2147483662"/>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2038689306" sldId="2147483663"/>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1754126678" sldId="2147483664"/>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1721991256" sldId="2147483665"/>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2077245018" sldId="2147483666"/>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4075743013" sldId="2147483667"/>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328535063" sldId="2147483668"/>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2675548457" sldId="2147483669"/>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2132275311" sldId="2147483670"/>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832895233" sldId="2147483671"/>
          </pc:sldLayoutMkLst>
        </pc:sldLayoutChg>
      </pc:sldMasterChg>
      <pc:sldMasterChg chg="addSldLayout delSldLayout modSldLayout">
        <pc:chgData name="Viet." userId="8b74393f-d80c-47bd-a370-5373c0174c23" providerId="ADAL" clId="{7129ACEF-98C3-471F-8616-A9AA9239E1FF}" dt="2024-12-10T09:04:52.598" v="1954" actId="47"/>
        <pc:sldMasterMkLst>
          <pc:docMk/>
          <pc:sldMasterMk cId="2690241652" sldId="2147483660"/>
        </pc:sldMasterMkLst>
        <pc:sldLayoutChg chg="delSp del">
          <pc:chgData name="Viet." userId="8b74393f-d80c-47bd-a370-5373c0174c23" providerId="ADAL" clId="{7129ACEF-98C3-471F-8616-A9AA9239E1FF}" dt="2024-12-09T11:00:10.724" v="73" actId="47"/>
          <pc:sldLayoutMkLst>
            <pc:docMk/>
            <pc:sldMasterMk cId="2690241652" sldId="2147483660"/>
            <pc:sldLayoutMk cId="705716621" sldId="2147483662"/>
          </pc:sldLayoutMkLst>
        </pc:sldLayoutChg>
        <pc:sldLayoutChg chg="delSp del">
          <pc:chgData name="Viet." userId="8b74393f-d80c-47bd-a370-5373c0174c23" providerId="ADAL" clId="{7129ACEF-98C3-471F-8616-A9AA9239E1FF}" dt="2024-12-10T06:52:50.497" v="357" actId="47"/>
          <pc:sldLayoutMkLst>
            <pc:docMk/>
            <pc:sldMasterMk cId="2690241652" sldId="2147483660"/>
            <pc:sldLayoutMk cId="2956946794" sldId="2147483663"/>
          </pc:sldLayoutMkLst>
        </pc:sldLayoutChg>
        <pc:sldLayoutChg chg="delSp del">
          <pc:chgData name="Viet." userId="8b74393f-d80c-47bd-a370-5373c0174c23" providerId="ADAL" clId="{7129ACEF-98C3-471F-8616-A9AA9239E1FF}" dt="2024-12-10T06:59:51.758" v="411" actId="47"/>
          <pc:sldLayoutMkLst>
            <pc:docMk/>
            <pc:sldMasterMk cId="2690241652" sldId="2147483660"/>
            <pc:sldLayoutMk cId="4060029973" sldId="2147483664"/>
          </pc:sldLayoutMkLst>
        </pc:sldLayoutChg>
        <pc:sldLayoutChg chg="delSp del">
          <pc:chgData name="Viet." userId="8b74393f-d80c-47bd-a370-5373c0174c23" providerId="ADAL" clId="{7129ACEF-98C3-471F-8616-A9AA9239E1FF}" dt="2024-12-10T07:11:18.277" v="585" actId="47"/>
          <pc:sldLayoutMkLst>
            <pc:docMk/>
            <pc:sldMasterMk cId="2690241652" sldId="2147483660"/>
            <pc:sldLayoutMk cId="2042662761" sldId="2147483665"/>
          </pc:sldLayoutMkLst>
        </pc:sldLayoutChg>
        <pc:sldLayoutChg chg="delSp add del">
          <pc:chgData name="Viet." userId="8b74393f-d80c-47bd-a370-5373c0174c23" providerId="ADAL" clId="{7129ACEF-98C3-471F-8616-A9AA9239E1FF}" dt="2024-12-10T07:57:15.414" v="1142" actId="47"/>
          <pc:sldLayoutMkLst>
            <pc:docMk/>
            <pc:sldMasterMk cId="2690241652" sldId="2147483660"/>
            <pc:sldLayoutMk cId="2041314985" sldId="2147483666"/>
          </pc:sldLayoutMkLst>
        </pc:sldLayoutChg>
        <pc:sldLayoutChg chg="delSp del">
          <pc:chgData name="Viet." userId="8b74393f-d80c-47bd-a370-5373c0174c23" providerId="ADAL" clId="{7129ACEF-98C3-471F-8616-A9AA9239E1FF}" dt="2024-12-10T08:38:39.018" v="1513" actId="47"/>
          <pc:sldLayoutMkLst>
            <pc:docMk/>
            <pc:sldMasterMk cId="2690241652" sldId="2147483660"/>
            <pc:sldLayoutMk cId="4143961693" sldId="2147483667"/>
          </pc:sldLayoutMkLst>
        </pc:sldLayoutChg>
        <pc:sldLayoutChg chg="delSp del">
          <pc:chgData name="Viet." userId="8b74393f-d80c-47bd-a370-5373c0174c23" providerId="ADAL" clId="{7129ACEF-98C3-471F-8616-A9AA9239E1FF}" dt="2024-12-10T08:51:36.583" v="1647" actId="47"/>
          <pc:sldLayoutMkLst>
            <pc:docMk/>
            <pc:sldMasterMk cId="2690241652" sldId="2147483660"/>
            <pc:sldLayoutMk cId="736576801" sldId="2147483668"/>
          </pc:sldLayoutMkLst>
        </pc:sldLayoutChg>
        <pc:sldLayoutChg chg="delSp del">
          <pc:chgData name="Viet." userId="8b74393f-d80c-47bd-a370-5373c0174c23" providerId="ADAL" clId="{7129ACEF-98C3-471F-8616-A9AA9239E1FF}" dt="2024-12-10T09:04:52.598" v="1954" actId="47"/>
          <pc:sldLayoutMkLst>
            <pc:docMk/>
            <pc:sldMasterMk cId="2690241652" sldId="2147483660"/>
            <pc:sldLayoutMk cId="2127915954" sldId="2147483669"/>
          </pc:sldLayoutMkLst>
        </pc:sldLayoutChg>
        <pc:sldLayoutChg chg="delSp del">
          <pc:chgData name="Viet." userId="8b74393f-d80c-47bd-a370-5373c0174c23" providerId="ADAL" clId="{7129ACEF-98C3-471F-8616-A9AA9239E1FF}" dt="2024-12-10T08:56:05.701" v="1661" actId="47"/>
          <pc:sldLayoutMkLst>
            <pc:docMk/>
            <pc:sldMasterMk cId="2690241652" sldId="2147483660"/>
            <pc:sldLayoutMk cId="564935939" sldId="2147483670"/>
          </pc:sldLayoutMkLst>
        </pc:sldLayoutChg>
        <pc:sldLayoutChg chg="delSp del">
          <pc:chgData name="Viet." userId="8b74393f-d80c-47bd-a370-5373c0174c23" providerId="ADAL" clId="{7129ACEF-98C3-471F-8616-A9AA9239E1FF}" dt="2024-12-10T08:56:05.701" v="1661" actId="47"/>
          <pc:sldLayoutMkLst>
            <pc:docMk/>
            <pc:sldMasterMk cId="2690241652" sldId="2147483660"/>
            <pc:sldLayoutMk cId="1938895808" sldId="2147483671"/>
          </pc:sldLayoutMkLst>
        </pc:sldLayoutChg>
      </pc:sldMasterChg>
      <pc:sldMasterChg chg="modSp mod modSldLayout">
        <pc:chgData name="Viet." userId="8b74393f-d80c-47bd-a370-5373c0174c23" providerId="ADAL" clId="{7129ACEF-98C3-471F-8616-A9AA9239E1FF}" dt="2024-12-10T08:47:19.001" v="1607" actId="2711"/>
        <pc:sldMasterMkLst>
          <pc:docMk/>
          <pc:sldMasterMk cId="2016598143" sldId="2147483672"/>
        </pc:sldMasterMkLst>
        <pc:sldLayoutChg chg="modSp mod">
          <pc:chgData name="Viet." userId="8b74393f-d80c-47bd-a370-5373c0174c23" providerId="ADAL" clId="{7129ACEF-98C3-471F-8616-A9AA9239E1FF}" dt="2024-12-09T11:16:55.128" v="346" actId="1076"/>
          <pc:sldLayoutMkLst>
            <pc:docMk/>
            <pc:sldMasterMk cId="2016598143" sldId="2147483672"/>
            <pc:sldLayoutMk cId="1451884" sldId="2147483673"/>
          </pc:sldLayoutMkLst>
        </pc:sldLayoutChg>
        <pc:sldLayoutChg chg="modSp mod">
          <pc:chgData name="Viet." userId="8b74393f-d80c-47bd-a370-5373c0174c23" providerId="ADAL" clId="{7129ACEF-98C3-471F-8616-A9AA9239E1FF}" dt="2024-12-10T08:46:42.145" v="1600" actId="2711"/>
          <pc:sldLayoutMkLst>
            <pc:docMk/>
            <pc:sldMasterMk cId="2016598143" sldId="2147483672"/>
            <pc:sldLayoutMk cId="1405949028" sldId="2147483674"/>
          </pc:sldLayoutMkLst>
        </pc:sldLayoutChg>
        <pc:sldLayoutChg chg="modSp mod">
          <pc:chgData name="Viet." userId="8b74393f-d80c-47bd-a370-5373c0174c23" providerId="ADAL" clId="{7129ACEF-98C3-471F-8616-A9AA9239E1FF}" dt="2024-12-09T11:17:10.510" v="348" actId="1076"/>
          <pc:sldLayoutMkLst>
            <pc:docMk/>
            <pc:sldMasterMk cId="2016598143" sldId="2147483672"/>
            <pc:sldLayoutMk cId="2107828609" sldId="2147483675"/>
          </pc:sldLayoutMkLst>
        </pc:sldLayoutChg>
        <pc:sldLayoutChg chg="modSp mod">
          <pc:chgData name="Viet." userId="8b74393f-d80c-47bd-a370-5373c0174c23" providerId="ADAL" clId="{7129ACEF-98C3-471F-8616-A9AA9239E1FF}" dt="2024-12-10T08:46:53.348" v="1602" actId="2711"/>
          <pc:sldLayoutMkLst>
            <pc:docMk/>
            <pc:sldMasterMk cId="2016598143" sldId="2147483672"/>
            <pc:sldLayoutMk cId="1041146034" sldId="2147483676"/>
          </pc:sldLayoutMkLst>
        </pc:sldLayoutChg>
        <pc:sldLayoutChg chg="modSp mod">
          <pc:chgData name="Viet." userId="8b74393f-d80c-47bd-a370-5373c0174c23" providerId="ADAL" clId="{7129ACEF-98C3-471F-8616-A9AA9239E1FF}" dt="2024-12-10T08:47:10.633" v="1606" actId="2711"/>
          <pc:sldLayoutMkLst>
            <pc:docMk/>
            <pc:sldMasterMk cId="2016598143" sldId="2147483672"/>
            <pc:sldLayoutMk cId="3072891960" sldId="2147483677"/>
          </pc:sldLayoutMkLst>
        </pc:sldLayoutChg>
        <pc:sldLayoutChg chg="modSp mod">
          <pc:chgData name="Viet." userId="8b74393f-d80c-47bd-a370-5373c0174c23" providerId="ADAL" clId="{7129ACEF-98C3-471F-8616-A9AA9239E1FF}" dt="2024-12-09T11:17:38.478" v="351" actId="1076"/>
          <pc:sldLayoutMkLst>
            <pc:docMk/>
            <pc:sldMasterMk cId="2016598143" sldId="2147483672"/>
            <pc:sldLayoutMk cId="1950097033" sldId="2147483678"/>
          </pc:sldLayoutMkLst>
        </pc:sldLayoutChg>
        <pc:sldLayoutChg chg="modSp mod">
          <pc:chgData name="Viet." userId="8b74393f-d80c-47bd-a370-5373c0174c23" providerId="ADAL" clId="{7129ACEF-98C3-471F-8616-A9AA9239E1FF}" dt="2024-12-10T08:47:19.001" v="1607" actId="2711"/>
          <pc:sldLayoutMkLst>
            <pc:docMk/>
            <pc:sldMasterMk cId="2016598143" sldId="2147483672"/>
            <pc:sldLayoutMk cId="2072529199" sldId="2147483679"/>
          </pc:sldLayoutMkLst>
        </pc:sldLayoutChg>
        <pc:sldLayoutChg chg="modSp mod">
          <pc:chgData name="Viet." userId="8b74393f-d80c-47bd-a370-5373c0174c23" providerId="ADAL" clId="{7129ACEF-98C3-471F-8616-A9AA9239E1FF}" dt="2024-12-09T11:17:48.775" v="353" actId="1076"/>
          <pc:sldLayoutMkLst>
            <pc:docMk/>
            <pc:sldMasterMk cId="2016598143" sldId="2147483672"/>
            <pc:sldLayoutMk cId="2360645422" sldId="2147483680"/>
          </pc:sldLayoutMkLst>
        </pc:sldLayoutChg>
        <pc:sldLayoutChg chg="modSp mod">
          <pc:chgData name="Viet." userId="8b74393f-d80c-47bd-a370-5373c0174c23" providerId="ADAL" clId="{7129ACEF-98C3-471F-8616-A9AA9239E1FF}" dt="2024-12-09T11:17:51.606" v="354" actId="1076"/>
          <pc:sldLayoutMkLst>
            <pc:docMk/>
            <pc:sldMasterMk cId="2016598143" sldId="2147483672"/>
            <pc:sldLayoutMk cId="2226324170" sldId="2147483681"/>
          </pc:sldLayoutMkLst>
        </pc:sldLayoutChg>
        <pc:sldLayoutChg chg="modSp mod">
          <pc:chgData name="Viet." userId="8b74393f-d80c-47bd-a370-5373c0174c23" providerId="ADAL" clId="{7129ACEF-98C3-471F-8616-A9AA9239E1FF}" dt="2024-12-09T11:17:55.630" v="355" actId="1076"/>
          <pc:sldLayoutMkLst>
            <pc:docMk/>
            <pc:sldMasterMk cId="2016598143" sldId="2147483672"/>
            <pc:sldLayoutMk cId="3378322837" sldId="2147483682"/>
          </pc:sldLayoutMkLst>
        </pc:sldLayoutChg>
      </pc:sldMasterChg>
    </pc:docChg>
  </pc:docChgLst>
  <pc:docChgLst>
    <pc:chgData name="Viet." userId="8b74393f-d80c-47bd-a370-5373c0174c23" providerId="ADAL" clId="{D3FFE420-66E3-4E7A-9FBE-DA74DC42E3FA}"/>
    <pc:docChg chg="undo redo custSel addSld delSld modSld sldOrd addSection modSection">
      <pc:chgData name="Viet." userId="8b74393f-d80c-47bd-a370-5373c0174c23" providerId="ADAL" clId="{D3FFE420-66E3-4E7A-9FBE-DA74DC42E3FA}" dt="2024-12-11T03:53:53.871" v="2082" actId="1076"/>
      <pc:docMkLst>
        <pc:docMk/>
      </pc:docMkLst>
      <pc:sldChg chg="modSp mod">
        <pc:chgData name="Viet." userId="8b74393f-d80c-47bd-a370-5373c0174c23" providerId="ADAL" clId="{D3FFE420-66E3-4E7A-9FBE-DA74DC42E3FA}" dt="2024-12-10T09:16:52.736" v="18" actId="20577"/>
        <pc:sldMkLst>
          <pc:docMk/>
          <pc:sldMk cId="376706786" sldId="271"/>
        </pc:sldMkLst>
      </pc:sldChg>
      <pc:sldChg chg="ord">
        <pc:chgData name="Viet." userId="8b74393f-d80c-47bd-a370-5373c0174c23" providerId="ADAL" clId="{D3FFE420-66E3-4E7A-9FBE-DA74DC42E3FA}" dt="2024-12-10T09:34:01.129" v="216"/>
        <pc:sldMkLst>
          <pc:docMk/>
          <pc:sldMk cId="2094170688" sldId="272"/>
        </pc:sldMkLst>
      </pc:sldChg>
      <pc:sldChg chg="del">
        <pc:chgData name="Viet." userId="8b74393f-d80c-47bd-a370-5373c0174c23" providerId="ADAL" clId="{D3FFE420-66E3-4E7A-9FBE-DA74DC42E3FA}" dt="2024-12-11T01:57:41.958" v="915" actId="47"/>
        <pc:sldMkLst>
          <pc:docMk/>
          <pc:sldMk cId="3890155460" sldId="275"/>
        </pc:sldMkLst>
      </pc:sldChg>
      <pc:sldChg chg="modSp new del mod ord">
        <pc:chgData name="Viet." userId="8b74393f-d80c-47bd-a370-5373c0174c23" providerId="ADAL" clId="{D3FFE420-66E3-4E7A-9FBE-DA74DC42E3FA}" dt="2024-12-10T09:33:17.811" v="199" actId="47"/>
        <pc:sldMkLst>
          <pc:docMk/>
          <pc:sldMk cId="1102806552" sldId="282"/>
        </pc:sldMkLst>
      </pc:sldChg>
      <pc:sldChg chg="addSp delSp modSp new mod modNotesTx">
        <pc:chgData name="Viet." userId="8b74393f-d80c-47bd-a370-5373c0174c23" providerId="ADAL" clId="{D3FFE420-66E3-4E7A-9FBE-DA74DC42E3FA}" dt="2024-12-10T09:16:48.617" v="17"/>
        <pc:sldMkLst>
          <pc:docMk/>
          <pc:sldMk cId="875947354" sldId="283"/>
        </pc:sldMkLst>
      </pc:sldChg>
      <pc:sldChg chg="addSp delSp modSp new mod modNotesTx">
        <pc:chgData name="Viet." userId="8b74393f-d80c-47bd-a370-5373c0174c23" providerId="ADAL" clId="{D3FFE420-66E3-4E7A-9FBE-DA74DC42E3FA}" dt="2024-12-10T09:19:02.447" v="48" actId="1076"/>
        <pc:sldMkLst>
          <pc:docMk/>
          <pc:sldMk cId="1582178500" sldId="284"/>
        </pc:sldMkLst>
      </pc:sldChg>
      <pc:sldChg chg="addSp delSp modSp new mod">
        <pc:chgData name="Viet." userId="8b74393f-d80c-47bd-a370-5373c0174c23" providerId="ADAL" clId="{D3FFE420-66E3-4E7A-9FBE-DA74DC42E3FA}" dt="2024-12-10T09:32:28.342" v="198" actId="242"/>
        <pc:sldMkLst>
          <pc:docMk/>
          <pc:sldMk cId="1634580373" sldId="285"/>
        </pc:sldMkLst>
      </pc:sldChg>
      <pc:sldChg chg="addSp delSp modSp new mod">
        <pc:chgData name="Viet." userId="8b74393f-d80c-47bd-a370-5373c0174c23" providerId="ADAL" clId="{D3FFE420-66E3-4E7A-9FBE-DA74DC42E3FA}" dt="2024-12-10T09:33:39.254" v="214" actId="1076"/>
        <pc:sldMkLst>
          <pc:docMk/>
          <pc:sldMk cId="334040366" sldId="286"/>
        </pc:sldMkLst>
      </pc:sldChg>
      <pc:sldChg chg="addSp delSp modSp new mod modNotesTx">
        <pc:chgData name="Viet." userId="8b74393f-d80c-47bd-a370-5373c0174c23" providerId="ADAL" clId="{D3FFE420-66E3-4E7A-9FBE-DA74DC42E3FA}" dt="2024-12-11T03:10:58.640" v="1483" actId="20577"/>
        <pc:sldMkLst>
          <pc:docMk/>
          <pc:sldMk cId="587489568" sldId="287"/>
        </pc:sldMkLst>
      </pc:sldChg>
      <pc:sldChg chg="addSp delSp modSp new mod modNotesTx">
        <pc:chgData name="Viet." userId="8b74393f-d80c-47bd-a370-5373c0174c23" providerId="ADAL" clId="{D3FFE420-66E3-4E7A-9FBE-DA74DC42E3FA}" dt="2024-12-11T03:11:02.593" v="1484" actId="20577"/>
        <pc:sldMkLst>
          <pc:docMk/>
          <pc:sldMk cId="1966936269" sldId="288"/>
        </pc:sldMkLst>
      </pc:sldChg>
      <pc:sldChg chg="addSp delSp modSp new mod modNotesTx">
        <pc:chgData name="Viet." userId="8b74393f-d80c-47bd-a370-5373c0174c23" providerId="ADAL" clId="{D3FFE420-66E3-4E7A-9FBE-DA74DC42E3FA}" dt="2024-12-10T09:55:18.576" v="318" actId="20577"/>
        <pc:sldMkLst>
          <pc:docMk/>
          <pc:sldMk cId="1877105804" sldId="289"/>
        </pc:sldMkLst>
      </pc:sldChg>
      <pc:sldChg chg="new del">
        <pc:chgData name="Viet." userId="8b74393f-d80c-47bd-a370-5373c0174c23" providerId="ADAL" clId="{D3FFE420-66E3-4E7A-9FBE-DA74DC42E3FA}" dt="2024-12-10T09:47:23.951" v="265" actId="680"/>
        <pc:sldMkLst>
          <pc:docMk/>
          <pc:sldMk cId="3235070515" sldId="289"/>
        </pc:sldMkLst>
      </pc:sldChg>
      <pc:sldChg chg="addSp delSp modSp add mod">
        <pc:chgData name="Viet." userId="8b74393f-d80c-47bd-a370-5373c0174c23" providerId="ADAL" clId="{D3FFE420-66E3-4E7A-9FBE-DA74DC42E3FA}" dt="2024-12-10T09:56:33.910" v="362" actId="2710"/>
        <pc:sldMkLst>
          <pc:docMk/>
          <pc:sldMk cId="888022355" sldId="290"/>
        </pc:sldMkLst>
      </pc:sldChg>
      <pc:sldChg chg="addSp delSp modSp add mod">
        <pc:chgData name="Viet." userId="8b74393f-d80c-47bd-a370-5373c0174c23" providerId="ADAL" clId="{D3FFE420-66E3-4E7A-9FBE-DA74DC42E3FA}" dt="2024-12-10T09:57:19.326" v="387" actId="20577"/>
        <pc:sldMkLst>
          <pc:docMk/>
          <pc:sldMk cId="2506865761" sldId="291"/>
        </pc:sldMkLst>
      </pc:sldChg>
      <pc:sldChg chg="addSp delSp modSp add mod modNotesTx">
        <pc:chgData name="Viet." userId="8b74393f-d80c-47bd-a370-5373c0174c23" providerId="ADAL" clId="{D3FFE420-66E3-4E7A-9FBE-DA74DC42E3FA}" dt="2024-12-10T10:00:08.106" v="452" actId="113"/>
        <pc:sldMkLst>
          <pc:docMk/>
          <pc:sldMk cId="3583917961" sldId="292"/>
        </pc:sldMkLst>
      </pc:sldChg>
      <pc:sldChg chg="addSp delSp modSp add mod">
        <pc:chgData name="Viet." userId="8b74393f-d80c-47bd-a370-5373c0174c23" providerId="ADAL" clId="{D3FFE420-66E3-4E7A-9FBE-DA74DC42E3FA}" dt="2024-12-10T09:59:49.622" v="447" actId="27636"/>
        <pc:sldMkLst>
          <pc:docMk/>
          <pc:sldMk cId="1265701753" sldId="293"/>
        </pc:sldMkLst>
      </pc:sldChg>
      <pc:sldChg chg="addSp delSp modSp add mod">
        <pc:chgData name="Viet." userId="8b74393f-d80c-47bd-a370-5373c0174c23" providerId="ADAL" clId="{D3FFE420-66E3-4E7A-9FBE-DA74DC42E3FA}" dt="2024-12-10T10:00:37.980" v="463" actId="2710"/>
        <pc:sldMkLst>
          <pc:docMk/>
          <pc:sldMk cId="3992243246" sldId="294"/>
        </pc:sldMkLst>
      </pc:sldChg>
      <pc:sldChg chg="delSp modSp add mod modNotesTx">
        <pc:chgData name="Viet." userId="8b74393f-d80c-47bd-a370-5373c0174c23" providerId="ADAL" clId="{D3FFE420-66E3-4E7A-9FBE-DA74DC42E3FA}" dt="2024-12-10T10:06:29.324" v="542" actId="20577"/>
        <pc:sldMkLst>
          <pc:docMk/>
          <pc:sldMk cId="3466296032" sldId="295"/>
        </pc:sldMkLst>
      </pc:sldChg>
      <pc:sldChg chg="addSp delSp modSp new del mod">
        <pc:chgData name="Viet." userId="8b74393f-d80c-47bd-a370-5373c0174c23" providerId="ADAL" clId="{D3FFE420-66E3-4E7A-9FBE-DA74DC42E3FA}" dt="2024-12-10T10:11:00.599" v="623" actId="47"/>
        <pc:sldMkLst>
          <pc:docMk/>
          <pc:sldMk cId="214661903" sldId="296"/>
        </pc:sldMkLst>
      </pc:sldChg>
      <pc:sldChg chg="addSp delSp modSp new mod">
        <pc:chgData name="Viet." userId="8b74393f-d80c-47bd-a370-5373c0174c23" providerId="ADAL" clId="{D3FFE420-66E3-4E7A-9FBE-DA74DC42E3FA}" dt="2024-12-10T10:10:57.405" v="622" actId="122"/>
        <pc:sldMkLst>
          <pc:docMk/>
          <pc:sldMk cId="2486421377" sldId="297"/>
        </pc:sldMkLst>
      </pc:sldChg>
      <pc:sldChg chg="addSp delSp modSp new mod ord">
        <pc:chgData name="Viet." userId="8b74393f-d80c-47bd-a370-5373c0174c23" providerId="ADAL" clId="{D3FFE420-66E3-4E7A-9FBE-DA74DC42E3FA}" dt="2024-12-11T03:11:26.737" v="1491" actId="113"/>
        <pc:sldMkLst>
          <pc:docMk/>
          <pc:sldMk cId="266466429" sldId="298"/>
        </pc:sldMkLst>
      </pc:sldChg>
      <pc:sldChg chg="addSp delSp modSp new mod">
        <pc:chgData name="Viet." userId="8b74393f-d80c-47bd-a370-5373c0174c23" providerId="ADAL" clId="{D3FFE420-66E3-4E7A-9FBE-DA74DC42E3FA}" dt="2024-12-10T10:52:33.873" v="809"/>
        <pc:sldMkLst>
          <pc:docMk/>
          <pc:sldMk cId="441416761" sldId="299"/>
        </pc:sldMkLst>
      </pc:sldChg>
      <pc:sldChg chg="addSp delSp modSp new del mod ord">
        <pc:chgData name="Viet." userId="8b74393f-d80c-47bd-a370-5373c0174c23" providerId="ADAL" clId="{D3FFE420-66E3-4E7A-9FBE-DA74DC42E3FA}" dt="2024-12-10T10:36:25.166" v="680" actId="47"/>
        <pc:sldMkLst>
          <pc:docMk/>
          <pc:sldMk cId="1167882960" sldId="299"/>
        </pc:sldMkLst>
      </pc:sldChg>
      <pc:sldChg chg="addSp delSp modSp new mod">
        <pc:chgData name="Viet." userId="8b74393f-d80c-47bd-a370-5373c0174c23" providerId="ADAL" clId="{D3FFE420-66E3-4E7A-9FBE-DA74DC42E3FA}" dt="2024-12-11T02:49:58.689" v="1043" actId="20577"/>
        <pc:sldMkLst>
          <pc:docMk/>
          <pc:sldMk cId="3278453615" sldId="300"/>
        </pc:sldMkLst>
      </pc:sldChg>
      <pc:sldChg chg="addSp delSp modSp new mod modNotesTx">
        <pc:chgData name="Viet." userId="8b74393f-d80c-47bd-a370-5373c0174c23" providerId="ADAL" clId="{D3FFE420-66E3-4E7A-9FBE-DA74DC42E3FA}" dt="2024-12-10T11:06:37.548" v="914"/>
        <pc:sldMkLst>
          <pc:docMk/>
          <pc:sldMk cId="2642598195" sldId="301"/>
        </pc:sldMkLst>
      </pc:sldChg>
      <pc:sldChg chg="addSp delSp modSp new mod modNotesTx">
        <pc:chgData name="Viet." userId="8b74393f-d80c-47bd-a370-5373c0174c23" providerId="ADAL" clId="{D3FFE420-66E3-4E7A-9FBE-DA74DC42E3FA}" dt="2024-12-11T02:11:46.781" v="959" actId="1076"/>
        <pc:sldMkLst>
          <pc:docMk/>
          <pc:sldMk cId="244231631" sldId="302"/>
        </pc:sldMkLst>
      </pc:sldChg>
      <pc:sldChg chg="addSp delSp modSp new mod modNotesTx">
        <pc:chgData name="Viet." userId="8b74393f-d80c-47bd-a370-5373c0174c23" providerId="ADAL" clId="{D3FFE420-66E3-4E7A-9FBE-DA74DC42E3FA}" dt="2024-12-11T02:41:33.285" v="1040" actId="1076"/>
        <pc:sldMkLst>
          <pc:docMk/>
          <pc:sldMk cId="1873726765" sldId="303"/>
        </pc:sldMkLst>
      </pc:sldChg>
      <pc:sldChg chg="addSp modSp new del mod">
        <pc:chgData name="Viet." userId="8b74393f-d80c-47bd-a370-5373c0174c23" providerId="ADAL" clId="{D3FFE420-66E3-4E7A-9FBE-DA74DC42E3FA}" dt="2024-12-11T03:00:08.410" v="1266" actId="47"/>
        <pc:sldMkLst>
          <pc:docMk/>
          <pc:sldMk cId="2310480117" sldId="304"/>
        </pc:sldMkLst>
      </pc:sldChg>
      <pc:sldChg chg="new del">
        <pc:chgData name="Viet." userId="8b74393f-d80c-47bd-a370-5373c0174c23" providerId="ADAL" clId="{D3FFE420-66E3-4E7A-9FBE-DA74DC42E3FA}" dt="2024-12-11T02:54:41.912" v="1167" actId="680"/>
        <pc:sldMkLst>
          <pc:docMk/>
          <pc:sldMk cId="2072217706" sldId="305"/>
        </pc:sldMkLst>
      </pc:sldChg>
      <pc:sldChg chg="addSp delSp modSp new mod modNotesTx">
        <pc:chgData name="Viet." userId="8b74393f-d80c-47bd-a370-5373c0174c23" providerId="ADAL" clId="{D3FFE420-66E3-4E7A-9FBE-DA74DC42E3FA}" dt="2024-12-11T03:00:05.130" v="1265" actId="20577"/>
        <pc:sldMkLst>
          <pc:docMk/>
          <pc:sldMk cId="2846015175" sldId="305"/>
        </pc:sldMkLst>
      </pc:sldChg>
      <pc:sldChg chg="modSp new del mod">
        <pc:chgData name="Viet." userId="8b74393f-d80c-47bd-a370-5373c0174c23" providerId="ADAL" clId="{D3FFE420-66E3-4E7A-9FBE-DA74DC42E3FA}" dt="2024-12-11T03:01:18.352" v="1300" actId="47"/>
        <pc:sldMkLst>
          <pc:docMk/>
          <pc:sldMk cId="460122246" sldId="306"/>
        </pc:sldMkLst>
      </pc:sldChg>
      <pc:sldChg chg="addSp delSp modSp new mod modNotesTx">
        <pc:chgData name="Viet." userId="8b74393f-d80c-47bd-a370-5373c0174c23" providerId="ADAL" clId="{D3FFE420-66E3-4E7A-9FBE-DA74DC42E3FA}" dt="2024-12-11T03:06:35.821" v="1367" actId="20577"/>
        <pc:sldMkLst>
          <pc:docMk/>
          <pc:sldMk cId="542786232" sldId="306"/>
        </pc:sldMkLst>
      </pc:sldChg>
      <pc:sldChg chg="addSp delSp modSp new mod">
        <pc:chgData name="Viet." userId="8b74393f-d80c-47bd-a370-5373c0174c23" providerId="ADAL" clId="{D3FFE420-66E3-4E7A-9FBE-DA74DC42E3FA}" dt="2024-12-11T03:08:17.817" v="1436" actId="20577"/>
        <pc:sldMkLst>
          <pc:docMk/>
          <pc:sldMk cId="2044325086" sldId="307"/>
        </pc:sldMkLst>
      </pc:sldChg>
      <pc:sldChg chg="new del">
        <pc:chgData name="Viet." userId="8b74393f-d80c-47bd-a370-5373c0174c23" providerId="ADAL" clId="{D3FFE420-66E3-4E7A-9FBE-DA74DC42E3FA}" dt="2024-12-11T03:07:03.574" v="1369" actId="680"/>
        <pc:sldMkLst>
          <pc:docMk/>
          <pc:sldMk cId="3373423935" sldId="307"/>
        </pc:sldMkLst>
      </pc:sldChg>
      <pc:sldChg chg="modSp new del mod">
        <pc:chgData name="Viet." userId="8b74393f-d80c-47bd-a370-5373c0174c23" providerId="ADAL" clId="{D3FFE420-66E3-4E7A-9FBE-DA74DC42E3FA}" dt="2024-12-11T03:10:22.185" v="1472" actId="47"/>
        <pc:sldMkLst>
          <pc:docMk/>
          <pc:sldMk cId="1036742409" sldId="308"/>
        </pc:sldMkLst>
      </pc:sldChg>
      <pc:sldChg chg="modSp new del mod">
        <pc:chgData name="Viet." userId="8b74393f-d80c-47bd-a370-5373c0174c23" providerId="ADAL" clId="{D3FFE420-66E3-4E7A-9FBE-DA74DC42E3FA}" dt="2024-12-11T03:08:59.183" v="1446" actId="47"/>
        <pc:sldMkLst>
          <pc:docMk/>
          <pc:sldMk cId="2831856283" sldId="308"/>
        </pc:sldMkLst>
      </pc:sldChg>
      <pc:sldChg chg="addSp delSp modSp new mod">
        <pc:chgData name="Viet." userId="8b74393f-d80c-47bd-a370-5373c0174c23" providerId="ADAL" clId="{D3FFE420-66E3-4E7A-9FBE-DA74DC42E3FA}" dt="2024-12-11T03:20:01.202" v="1770" actId="1076"/>
        <pc:sldMkLst>
          <pc:docMk/>
          <pc:sldMk cId="3623335234" sldId="309"/>
        </pc:sldMkLst>
      </pc:sldChg>
      <pc:sldChg chg="addSp delSp modSp new mod">
        <pc:chgData name="Viet." userId="8b74393f-d80c-47bd-a370-5373c0174c23" providerId="ADAL" clId="{D3FFE420-66E3-4E7A-9FBE-DA74DC42E3FA}" dt="2024-12-11T03:19:07.732" v="1756" actId="255"/>
        <pc:sldMkLst>
          <pc:docMk/>
          <pc:sldMk cId="2324870116" sldId="310"/>
        </pc:sldMkLst>
      </pc:sldChg>
      <pc:sldChg chg="addSp delSp modSp new mod">
        <pc:chgData name="Viet." userId="8b74393f-d80c-47bd-a370-5373c0174c23" providerId="ADAL" clId="{D3FFE420-66E3-4E7A-9FBE-DA74DC42E3FA}" dt="2024-12-11T03:46:33.645" v="2011" actId="27636"/>
        <pc:sldMkLst>
          <pc:docMk/>
          <pc:sldMk cId="3718723415" sldId="311"/>
        </pc:sldMkLst>
      </pc:sldChg>
      <pc:sldChg chg="modSp add mod ord">
        <pc:chgData name="Viet." userId="8b74393f-d80c-47bd-a370-5373c0174c23" providerId="ADAL" clId="{D3FFE420-66E3-4E7A-9FBE-DA74DC42E3FA}" dt="2024-12-11T03:47:30.767" v="2021" actId="20577"/>
        <pc:sldMkLst>
          <pc:docMk/>
          <pc:sldMk cId="808095627" sldId="312"/>
        </pc:sldMkLst>
      </pc:sldChg>
      <pc:sldChg chg="modSp new del mod">
        <pc:chgData name="Viet." userId="8b74393f-d80c-47bd-a370-5373c0174c23" providerId="ADAL" clId="{D3FFE420-66E3-4E7A-9FBE-DA74DC42E3FA}" dt="2024-12-11T03:46:50.197" v="2012" actId="47"/>
        <pc:sldMkLst>
          <pc:docMk/>
          <pc:sldMk cId="3710399042" sldId="312"/>
        </pc:sldMkLst>
      </pc:sldChg>
      <pc:sldChg chg="addSp delSp modSp new mod">
        <pc:chgData name="Viet." userId="8b74393f-d80c-47bd-a370-5373c0174c23" providerId="ADAL" clId="{D3FFE420-66E3-4E7A-9FBE-DA74DC42E3FA}" dt="2024-12-11T03:48:55.121" v="2048" actId="1076"/>
        <pc:sldMkLst>
          <pc:docMk/>
          <pc:sldMk cId="2415700636" sldId="313"/>
        </pc:sldMkLst>
      </pc:sldChg>
      <pc:sldChg chg="addSp delSp modSp new mod">
        <pc:chgData name="Viet." userId="8b74393f-d80c-47bd-a370-5373c0174c23" providerId="ADAL" clId="{D3FFE420-66E3-4E7A-9FBE-DA74DC42E3FA}" dt="2024-12-11T03:53:53.871" v="2082" actId="1076"/>
        <pc:sldMkLst>
          <pc:docMk/>
          <pc:sldMk cId="2809350118" sldId="314"/>
        </pc:sldMkLst>
      </pc:sldChg>
    </pc:docChg>
  </pc:docChgLst>
  <pc:docChgLst>
    <pc:chgData name="Hung. Nguyen Viet - CMCU" userId="c51906a1-f569-4298-817a-9a14a5d7b82c" providerId="ADAL" clId="{1BB91C75-0531-44E3-99B9-E11E9CA13BCC}"/>
    <pc:docChg chg="undo custSel modSld">
      <pc:chgData name="Hung. Nguyen Viet - CMCU" userId="c51906a1-f569-4298-817a-9a14a5d7b82c" providerId="ADAL" clId="{1BB91C75-0531-44E3-99B9-E11E9CA13BCC}" dt="2025-06-05T02:21:29.190" v="42" actId="20577"/>
      <pc:docMkLst>
        <pc:docMk/>
      </pc:docMkLst>
      <pc:sldChg chg="modNotesTx">
        <pc:chgData name="Hung. Nguyen Viet - CMCU" userId="c51906a1-f569-4298-817a-9a14a5d7b82c" providerId="ADAL" clId="{1BB91C75-0531-44E3-99B9-E11E9CA13BCC}" dt="2025-06-04T08:12:22.383" v="1" actId="20577"/>
        <pc:sldMkLst>
          <pc:docMk/>
          <pc:sldMk cId="2474434332" sldId="355"/>
        </pc:sldMkLst>
      </pc:sldChg>
      <pc:sldChg chg="modNotesTx">
        <pc:chgData name="Hung. Nguyen Viet - CMCU" userId="c51906a1-f569-4298-817a-9a14a5d7b82c" providerId="ADAL" clId="{1BB91C75-0531-44E3-99B9-E11E9CA13BCC}" dt="2025-06-04T08:14:38.633" v="5" actId="20577"/>
        <pc:sldMkLst>
          <pc:docMk/>
          <pc:sldMk cId="3810419677" sldId="356"/>
        </pc:sldMkLst>
      </pc:sldChg>
      <pc:sldChg chg="modNotesTx">
        <pc:chgData name="Hung. Nguyen Viet - CMCU" userId="c51906a1-f569-4298-817a-9a14a5d7b82c" providerId="ADAL" clId="{1BB91C75-0531-44E3-99B9-E11E9CA13BCC}" dt="2025-06-04T09:53:06.712" v="24" actId="20577"/>
        <pc:sldMkLst>
          <pc:docMk/>
          <pc:sldMk cId="3150911367" sldId="358"/>
        </pc:sldMkLst>
      </pc:sldChg>
      <pc:sldChg chg="addSp modNotesTx">
        <pc:chgData name="Hung. Nguyen Viet - CMCU" userId="c51906a1-f569-4298-817a-9a14a5d7b82c" providerId="ADAL" clId="{1BB91C75-0531-44E3-99B9-E11E9CA13BCC}" dt="2025-06-04T09:55:40.456" v="36" actId="20577"/>
        <pc:sldMkLst>
          <pc:docMk/>
          <pc:sldMk cId="904856355" sldId="360"/>
        </pc:sldMkLst>
        <pc:spChg chg="add">
          <ac:chgData name="Hung. Nguyen Viet - CMCU" userId="c51906a1-f569-4298-817a-9a14a5d7b82c" providerId="ADAL" clId="{1BB91C75-0531-44E3-99B9-E11E9CA13BCC}" dt="2025-06-04T09:55:13.455" v="31"/>
          <ac:spMkLst>
            <pc:docMk/>
            <pc:sldMk cId="904856355" sldId="360"/>
            <ac:spMk id="2" creationId="{8B3B6EB8-6EBD-42C4-D918-25EB1D80EC84}"/>
          </ac:spMkLst>
        </pc:spChg>
      </pc:sldChg>
      <pc:sldChg chg="modNotesTx">
        <pc:chgData name="Hung. Nguyen Viet - CMCU" userId="c51906a1-f569-4298-817a-9a14a5d7b82c" providerId="ADAL" clId="{1BB91C75-0531-44E3-99B9-E11E9CA13BCC}" dt="2025-06-04T09:45:06.777" v="8" actId="20577"/>
        <pc:sldMkLst>
          <pc:docMk/>
          <pc:sldMk cId="2992779437" sldId="368"/>
        </pc:sldMkLst>
      </pc:sldChg>
      <pc:sldChg chg="modNotesTx">
        <pc:chgData name="Hung. Nguyen Viet - CMCU" userId="c51906a1-f569-4298-817a-9a14a5d7b82c" providerId="ADAL" clId="{1BB91C75-0531-44E3-99B9-E11E9CA13BCC}" dt="2025-06-05T02:21:29.190" v="42" actId="20577"/>
        <pc:sldMkLst>
          <pc:docMk/>
          <pc:sldMk cId="3301713662" sldId="369"/>
        </pc:sldMkLst>
      </pc:sldChg>
      <pc:sldChg chg="modNotesTx">
        <pc:chgData name="Hung. Nguyen Viet - CMCU" userId="c51906a1-f569-4298-817a-9a14a5d7b82c" providerId="ADAL" clId="{1BB91C75-0531-44E3-99B9-E11E9CA13BCC}" dt="2025-06-04T09:48:08.008" v="12" actId="20577"/>
        <pc:sldMkLst>
          <pc:docMk/>
          <pc:sldMk cId="1787869012" sldId="370"/>
        </pc:sldMkLst>
      </pc:sldChg>
      <pc:sldChg chg="modNotesTx">
        <pc:chgData name="Hung. Nguyen Viet - CMCU" userId="c51906a1-f569-4298-817a-9a14a5d7b82c" providerId="ADAL" clId="{1BB91C75-0531-44E3-99B9-E11E9CA13BCC}" dt="2025-06-04T09:48:42.872" v="16" actId="20577"/>
        <pc:sldMkLst>
          <pc:docMk/>
          <pc:sldMk cId="3615945223" sldId="371"/>
        </pc:sldMkLst>
      </pc:sldChg>
      <pc:sldChg chg="modNotesTx">
        <pc:chgData name="Hung. Nguyen Viet - CMCU" userId="c51906a1-f569-4298-817a-9a14a5d7b82c" providerId="ADAL" clId="{1BB91C75-0531-44E3-99B9-E11E9CA13BCC}" dt="2025-06-04T09:50:06.504" v="18" actId="20577"/>
        <pc:sldMkLst>
          <pc:docMk/>
          <pc:sldMk cId="1619718783" sldId="373"/>
        </pc:sldMkLst>
      </pc:sldChg>
      <pc:sldChg chg="modNotesTx">
        <pc:chgData name="Hung. Nguyen Viet - CMCU" userId="c51906a1-f569-4298-817a-9a14a5d7b82c" providerId="ADAL" clId="{1BB91C75-0531-44E3-99B9-E11E9CA13BCC}" dt="2025-06-04T09:52:14.184" v="20" actId="20577"/>
        <pc:sldMkLst>
          <pc:docMk/>
          <pc:sldMk cId="170672216" sldId="375"/>
        </pc:sldMkLst>
      </pc:sldChg>
      <pc:sldChg chg="modNotesTx">
        <pc:chgData name="Hung. Nguyen Viet - CMCU" userId="c51906a1-f569-4298-817a-9a14a5d7b82c" providerId="ADAL" clId="{1BB91C75-0531-44E3-99B9-E11E9CA13BCC}" dt="2025-06-04T09:53:45.128" v="30" actId="20577"/>
        <pc:sldMkLst>
          <pc:docMk/>
          <pc:sldMk cId="2358534610" sldId="381"/>
        </pc:sldMkLst>
      </pc:sldChg>
      <pc:sldChg chg="modNotesTx">
        <pc:chgData name="Hung. Nguyen Viet - CMCU" userId="c51906a1-f569-4298-817a-9a14a5d7b82c" providerId="ADAL" clId="{1BB91C75-0531-44E3-99B9-E11E9CA13BCC}" dt="2025-06-04T09:55:58.776" v="41" actId="20577"/>
        <pc:sldMkLst>
          <pc:docMk/>
          <pc:sldMk cId="3663823692" sldId="383"/>
        </pc:sldMkLst>
      </pc:sldChg>
    </pc:docChg>
  </pc:docChgLst>
  <pc:docChgLst>
    <pc:chgData name="Viet." userId="8b74393f-d80c-47bd-a370-5373c0174c23" providerId="ADAL" clId="{15D06D5B-A851-4BAC-933B-A150F21C6777}"/>
    <pc:docChg chg="undo redo custSel addSld delSld modSld sldOrd addSection delSection modSection">
      <pc:chgData name="Viet." userId="8b74393f-d80c-47bd-a370-5373c0174c23" providerId="ADAL" clId="{15D06D5B-A851-4BAC-933B-A150F21C6777}" dt="2024-12-19T10:27:32.718" v="3179" actId="20577"/>
      <pc:docMkLst>
        <pc:docMk/>
      </pc:docMkLst>
      <pc:sldChg chg="add del">
        <pc:chgData name="Viet." userId="8b74393f-d80c-47bd-a370-5373c0174c23" providerId="ADAL" clId="{15D06D5B-A851-4BAC-933B-A150F21C6777}" dt="2024-12-18T02:40:17.368" v="132"/>
        <pc:sldMkLst>
          <pc:docMk/>
          <pc:sldMk cId="0" sldId="257"/>
        </pc:sldMkLst>
      </pc:sldChg>
      <pc:sldChg chg="modSp mod">
        <pc:chgData name="Viet." userId="8b74393f-d80c-47bd-a370-5373c0174c23" providerId="ADAL" clId="{15D06D5B-A851-4BAC-933B-A150F21C6777}" dt="2024-12-19T04:34:55.376" v="1141" actId="20577"/>
        <pc:sldMkLst>
          <pc:docMk/>
          <pc:sldMk cId="1253848682" sldId="267"/>
        </pc:sldMkLst>
      </pc:sldChg>
      <pc:sldChg chg="modSp new del mod ord">
        <pc:chgData name="Viet." userId="8b74393f-d80c-47bd-a370-5373c0174c23" providerId="ADAL" clId="{15D06D5B-A851-4BAC-933B-A150F21C6777}" dt="2024-12-19T09:03:53.477" v="2531" actId="47"/>
        <pc:sldMkLst>
          <pc:docMk/>
          <pc:sldMk cId="2294235092" sldId="270"/>
        </pc:sldMkLst>
      </pc:sldChg>
      <pc:sldChg chg="addSp delSp modSp new del mod ord">
        <pc:chgData name="Viet." userId="8b74393f-d80c-47bd-a370-5373c0174c23" providerId="ADAL" clId="{15D06D5B-A851-4BAC-933B-A150F21C6777}" dt="2024-12-18T03:40:16.052" v="486" actId="47"/>
        <pc:sldMkLst>
          <pc:docMk/>
          <pc:sldMk cId="2391049811" sldId="271"/>
        </pc:sldMkLst>
      </pc:sldChg>
      <pc:sldChg chg="addSp modSp new del mod ord">
        <pc:chgData name="Viet." userId="8b74393f-d80c-47bd-a370-5373c0174c23" providerId="ADAL" clId="{15D06D5B-A851-4BAC-933B-A150F21C6777}" dt="2024-12-18T03:40:18.928" v="487" actId="47"/>
        <pc:sldMkLst>
          <pc:docMk/>
          <pc:sldMk cId="512132418" sldId="272"/>
        </pc:sldMkLst>
      </pc:sldChg>
      <pc:sldChg chg="new del">
        <pc:chgData name="Viet." userId="8b74393f-d80c-47bd-a370-5373c0174c23" providerId="ADAL" clId="{15D06D5B-A851-4BAC-933B-A150F21C6777}" dt="2024-12-17T10:40:00.859" v="120" actId="47"/>
        <pc:sldMkLst>
          <pc:docMk/>
          <pc:sldMk cId="300599693" sldId="273"/>
        </pc:sldMkLst>
      </pc:sldChg>
      <pc:sldChg chg="del">
        <pc:chgData name="Viet." userId="8b74393f-d80c-47bd-a370-5373c0174c23" providerId="ADAL" clId="{15D06D5B-A851-4BAC-933B-A150F21C6777}" dt="2024-12-17T09:35:45.642" v="0" actId="47"/>
        <pc:sldMkLst>
          <pc:docMk/>
          <pc:sldMk cId="711413094" sldId="273"/>
        </pc:sldMkLst>
      </pc:sldChg>
      <pc:sldChg chg="modSp new del mod ord">
        <pc:chgData name="Viet." userId="8b74393f-d80c-47bd-a370-5373c0174c23" providerId="ADAL" clId="{15D06D5B-A851-4BAC-933B-A150F21C6777}" dt="2024-12-19T09:03:59.424" v="2532" actId="47"/>
        <pc:sldMkLst>
          <pc:docMk/>
          <pc:sldMk cId="1141335960" sldId="274"/>
        </pc:sldMkLst>
      </pc:sldChg>
      <pc:sldChg chg="addSp modSp new add del mod">
        <pc:chgData name="Viet." userId="8b74393f-d80c-47bd-a370-5373c0174c23" providerId="ADAL" clId="{15D06D5B-A851-4BAC-933B-A150F21C6777}" dt="2024-12-18T03:40:51.694" v="492" actId="47"/>
        <pc:sldMkLst>
          <pc:docMk/>
          <pc:sldMk cId="1346279760" sldId="275"/>
        </pc:sldMkLst>
      </pc:sldChg>
      <pc:sldChg chg="addSp modSp new del mod">
        <pc:chgData name="Viet." userId="8b74393f-d80c-47bd-a370-5373c0174c23" providerId="ADAL" clId="{15D06D5B-A851-4BAC-933B-A150F21C6777}" dt="2024-12-18T03:40:55.401" v="493" actId="47"/>
        <pc:sldMkLst>
          <pc:docMk/>
          <pc:sldMk cId="2640327072" sldId="276"/>
        </pc:sldMkLst>
      </pc:sldChg>
      <pc:sldChg chg="modSp new add del mod">
        <pc:chgData name="Viet." userId="8b74393f-d80c-47bd-a370-5373c0174c23" providerId="ADAL" clId="{15D06D5B-A851-4BAC-933B-A150F21C6777}" dt="2024-12-19T09:03:53.477" v="2531" actId="47"/>
        <pc:sldMkLst>
          <pc:docMk/>
          <pc:sldMk cId="1334206036" sldId="277"/>
        </pc:sldMkLst>
      </pc:sldChg>
      <pc:sldChg chg="modSp new del mod">
        <pc:chgData name="Viet." userId="8b74393f-d80c-47bd-a370-5373c0174c23" providerId="ADAL" clId="{15D06D5B-A851-4BAC-933B-A150F21C6777}" dt="2024-12-19T09:03:53.477" v="2531" actId="47"/>
        <pc:sldMkLst>
          <pc:docMk/>
          <pc:sldMk cId="4269348955" sldId="278"/>
        </pc:sldMkLst>
      </pc:sldChg>
      <pc:sldChg chg="modSp new del mod">
        <pc:chgData name="Viet." userId="8b74393f-d80c-47bd-a370-5373c0174c23" providerId="ADAL" clId="{15D06D5B-A851-4BAC-933B-A150F21C6777}" dt="2024-12-19T09:03:53.477" v="2531" actId="47"/>
        <pc:sldMkLst>
          <pc:docMk/>
          <pc:sldMk cId="3592804431" sldId="279"/>
        </pc:sldMkLst>
      </pc:sldChg>
      <pc:sldChg chg="modSp new del mod">
        <pc:chgData name="Viet." userId="8b74393f-d80c-47bd-a370-5373c0174c23" providerId="ADAL" clId="{15D06D5B-A851-4BAC-933B-A150F21C6777}" dt="2024-12-19T09:03:53.477" v="2531" actId="47"/>
        <pc:sldMkLst>
          <pc:docMk/>
          <pc:sldMk cId="3374178441" sldId="280"/>
        </pc:sldMkLst>
      </pc:sldChg>
      <pc:sldChg chg="modSp new del mod">
        <pc:chgData name="Viet." userId="8b74393f-d80c-47bd-a370-5373c0174c23" providerId="ADAL" clId="{15D06D5B-A851-4BAC-933B-A150F21C6777}" dt="2024-12-19T09:03:53.477" v="2531" actId="47"/>
        <pc:sldMkLst>
          <pc:docMk/>
          <pc:sldMk cId="105915905" sldId="281"/>
        </pc:sldMkLst>
      </pc:sldChg>
      <pc:sldChg chg="modSp new del mod">
        <pc:chgData name="Viet." userId="8b74393f-d80c-47bd-a370-5373c0174c23" providerId="ADAL" clId="{15D06D5B-A851-4BAC-933B-A150F21C6777}" dt="2024-12-19T09:03:53.477" v="2531" actId="47"/>
        <pc:sldMkLst>
          <pc:docMk/>
          <pc:sldMk cId="3278564320" sldId="282"/>
        </pc:sldMkLst>
      </pc:sldChg>
      <pc:sldChg chg="del">
        <pc:chgData name="Viet." userId="8b74393f-d80c-47bd-a370-5373c0174c23" providerId="ADAL" clId="{15D06D5B-A851-4BAC-933B-A150F21C6777}" dt="2024-12-17T09:35:45.642" v="0" actId="47"/>
        <pc:sldMkLst>
          <pc:docMk/>
          <pc:sldMk cId="3857908653" sldId="282"/>
        </pc:sldMkLst>
      </pc:sldChg>
      <pc:sldChg chg="modSp new del mod">
        <pc:chgData name="Viet." userId="8b74393f-d80c-47bd-a370-5373c0174c23" providerId="ADAL" clId="{15D06D5B-A851-4BAC-933B-A150F21C6777}" dt="2024-12-19T09:03:53.477" v="2531" actId="47"/>
        <pc:sldMkLst>
          <pc:docMk/>
          <pc:sldMk cId="1386947779" sldId="283"/>
        </pc:sldMkLst>
      </pc:sldChg>
      <pc:sldChg chg="del">
        <pc:chgData name="Viet." userId="8b74393f-d80c-47bd-a370-5373c0174c23" providerId="ADAL" clId="{15D06D5B-A851-4BAC-933B-A150F21C6777}" dt="2024-12-17T09:35:45.642" v="0" actId="47"/>
        <pc:sldMkLst>
          <pc:docMk/>
          <pc:sldMk cId="4128601278" sldId="284"/>
        </pc:sldMkLst>
      </pc:sldChg>
      <pc:sldChg chg="del">
        <pc:chgData name="Viet." userId="8b74393f-d80c-47bd-a370-5373c0174c23" providerId="ADAL" clId="{15D06D5B-A851-4BAC-933B-A150F21C6777}" dt="2024-12-17T09:35:45.642" v="0" actId="47"/>
        <pc:sldMkLst>
          <pc:docMk/>
          <pc:sldMk cId="2925532911" sldId="285"/>
        </pc:sldMkLst>
      </pc:sldChg>
      <pc:sldChg chg="del">
        <pc:chgData name="Viet." userId="8b74393f-d80c-47bd-a370-5373c0174c23" providerId="ADAL" clId="{15D06D5B-A851-4BAC-933B-A150F21C6777}" dt="2024-12-17T09:35:45.642" v="0" actId="47"/>
        <pc:sldMkLst>
          <pc:docMk/>
          <pc:sldMk cId="1947254076" sldId="286"/>
        </pc:sldMkLst>
      </pc:sldChg>
      <pc:sldChg chg="del">
        <pc:chgData name="Viet." userId="8b74393f-d80c-47bd-a370-5373c0174c23" providerId="ADAL" clId="{15D06D5B-A851-4BAC-933B-A150F21C6777}" dt="2024-12-17T09:35:45.642" v="0" actId="47"/>
        <pc:sldMkLst>
          <pc:docMk/>
          <pc:sldMk cId="3638254920" sldId="287"/>
        </pc:sldMkLst>
      </pc:sldChg>
      <pc:sldChg chg="del">
        <pc:chgData name="Viet." userId="8b74393f-d80c-47bd-a370-5373c0174c23" providerId="ADAL" clId="{15D06D5B-A851-4BAC-933B-A150F21C6777}" dt="2024-12-17T09:35:45.642" v="0" actId="47"/>
        <pc:sldMkLst>
          <pc:docMk/>
          <pc:sldMk cId="4226850554" sldId="288"/>
        </pc:sldMkLst>
      </pc:sldChg>
      <pc:sldChg chg="del">
        <pc:chgData name="Viet." userId="8b74393f-d80c-47bd-a370-5373c0174c23" providerId="ADAL" clId="{15D06D5B-A851-4BAC-933B-A150F21C6777}" dt="2024-12-17T09:35:45.642" v="0" actId="47"/>
        <pc:sldMkLst>
          <pc:docMk/>
          <pc:sldMk cId="706688020" sldId="289"/>
        </pc:sldMkLst>
      </pc:sldChg>
      <pc:sldChg chg="del">
        <pc:chgData name="Viet." userId="8b74393f-d80c-47bd-a370-5373c0174c23" providerId="ADAL" clId="{15D06D5B-A851-4BAC-933B-A150F21C6777}" dt="2024-12-17T09:35:45.642" v="0" actId="47"/>
        <pc:sldMkLst>
          <pc:docMk/>
          <pc:sldMk cId="3003119213" sldId="290"/>
        </pc:sldMkLst>
      </pc:sldChg>
      <pc:sldChg chg="del">
        <pc:chgData name="Viet." userId="8b74393f-d80c-47bd-a370-5373c0174c23" providerId="ADAL" clId="{15D06D5B-A851-4BAC-933B-A150F21C6777}" dt="2024-12-17T09:35:45.642" v="0" actId="47"/>
        <pc:sldMkLst>
          <pc:docMk/>
          <pc:sldMk cId="828158414" sldId="291"/>
        </pc:sldMkLst>
      </pc:sldChg>
      <pc:sldChg chg="del">
        <pc:chgData name="Viet." userId="8b74393f-d80c-47bd-a370-5373c0174c23" providerId="ADAL" clId="{15D06D5B-A851-4BAC-933B-A150F21C6777}" dt="2024-12-17T09:35:45.642" v="0" actId="47"/>
        <pc:sldMkLst>
          <pc:docMk/>
          <pc:sldMk cId="2496479116" sldId="292"/>
        </pc:sldMkLst>
      </pc:sldChg>
      <pc:sldChg chg="del">
        <pc:chgData name="Viet." userId="8b74393f-d80c-47bd-a370-5373c0174c23" providerId="ADAL" clId="{15D06D5B-A851-4BAC-933B-A150F21C6777}" dt="2024-12-17T09:35:45.642" v="0" actId="47"/>
        <pc:sldMkLst>
          <pc:docMk/>
          <pc:sldMk cId="1735533459" sldId="293"/>
        </pc:sldMkLst>
      </pc:sldChg>
      <pc:sldChg chg="del">
        <pc:chgData name="Viet." userId="8b74393f-d80c-47bd-a370-5373c0174c23" providerId="ADAL" clId="{15D06D5B-A851-4BAC-933B-A150F21C6777}" dt="2024-12-17T09:35:45.642" v="0" actId="47"/>
        <pc:sldMkLst>
          <pc:docMk/>
          <pc:sldMk cId="2015432751" sldId="294"/>
        </pc:sldMkLst>
      </pc:sldChg>
      <pc:sldChg chg="del">
        <pc:chgData name="Viet." userId="8b74393f-d80c-47bd-a370-5373c0174c23" providerId="ADAL" clId="{15D06D5B-A851-4BAC-933B-A150F21C6777}" dt="2024-12-17T09:35:45.642" v="0" actId="47"/>
        <pc:sldMkLst>
          <pc:docMk/>
          <pc:sldMk cId="3780647802" sldId="295"/>
        </pc:sldMkLst>
      </pc:sldChg>
      <pc:sldChg chg="del">
        <pc:chgData name="Viet." userId="8b74393f-d80c-47bd-a370-5373c0174c23" providerId="ADAL" clId="{15D06D5B-A851-4BAC-933B-A150F21C6777}" dt="2024-12-17T09:35:45.642" v="0" actId="47"/>
        <pc:sldMkLst>
          <pc:docMk/>
          <pc:sldMk cId="2170392358" sldId="296"/>
        </pc:sldMkLst>
      </pc:sldChg>
      <pc:sldChg chg="del">
        <pc:chgData name="Viet." userId="8b74393f-d80c-47bd-a370-5373c0174c23" providerId="ADAL" clId="{15D06D5B-A851-4BAC-933B-A150F21C6777}" dt="2024-12-17T09:35:45.642" v="0" actId="47"/>
        <pc:sldMkLst>
          <pc:docMk/>
          <pc:sldMk cId="3872929129" sldId="297"/>
        </pc:sldMkLst>
      </pc:sldChg>
      <pc:sldChg chg="del">
        <pc:chgData name="Viet." userId="8b74393f-d80c-47bd-a370-5373c0174c23" providerId="ADAL" clId="{15D06D5B-A851-4BAC-933B-A150F21C6777}" dt="2024-12-17T09:35:45.642" v="0" actId="47"/>
        <pc:sldMkLst>
          <pc:docMk/>
          <pc:sldMk cId="1063808263" sldId="298"/>
        </pc:sldMkLst>
      </pc:sldChg>
      <pc:sldChg chg="del">
        <pc:chgData name="Viet." userId="8b74393f-d80c-47bd-a370-5373c0174c23" providerId="ADAL" clId="{15D06D5B-A851-4BAC-933B-A150F21C6777}" dt="2024-12-17T09:35:45.642" v="0" actId="47"/>
        <pc:sldMkLst>
          <pc:docMk/>
          <pc:sldMk cId="2586431677" sldId="299"/>
        </pc:sldMkLst>
      </pc:sldChg>
      <pc:sldChg chg="del">
        <pc:chgData name="Viet." userId="8b74393f-d80c-47bd-a370-5373c0174c23" providerId="ADAL" clId="{15D06D5B-A851-4BAC-933B-A150F21C6777}" dt="2024-12-17T09:35:45.642" v="0" actId="47"/>
        <pc:sldMkLst>
          <pc:docMk/>
          <pc:sldMk cId="2261838932" sldId="300"/>
        </pc:sldMkLst>
      </pc:sldChg>
      <pc:sldChg chg="modSp add del mod">
        <pc:chgData name="Viet." userId="8b74393f-d80c-47bd-a370-5373c0174c23" providerId="ADAL" clId="{15D06D5B-A851-4BAC-933B-A150F21C6777}" dt="2024-12-19T09:03:53.477" v="2531" actId="47"/>
        <pc:sldMkLst>
          <pc:docMk/>
          <pc:sldMk cId="795559418" sldId="301"/>
        </pc:sldMkLst>
      </pc:sldChg>
      <pc:sldChg chg="modSp add del mod">
        <pc:chgData name="Viet." userId="8b74393f-d80c-47bd-a370-5373c0174c23" providerId="ADAL" clId="{15D06D5B-A851-4BAC-933B-A150F21C6777}" dt="2024-12-19T09:03:53.477" v="2531" actId="47"/>
        <pc:sldMkLst>
          <pc:docMk/>
          <pc:sldMk cId="2053568785" sldId="302"/>
        </pc:sldMkLst>
      </pc:sldChg>
      <pc:sldChg chg="del">
        <pc:chgData name="Viet." userId="8b74393f-d80c-47bd-a370-5373c0174c23" providerId="ADAL" clId="{15D06D5B-A851-4BAC-933B-A150F21C6777}" dt="2024-12-17T09:35:45.642" v="0" actId="47"/>
        <pc:sldMkLst>
          <pc:docMk/>
          <pc:sldMk cId="2332596143" sldId="302"/>
        </pc:sldMkLst>
      </pc:sldChg>
      <pc:sldChg chg="del">
        <pc:chgData name="Viet." userId="8b74393f-d80c-47bd-a370-5373c0174c23" providerId="ADAL" clId="{15D06D5B-A851-4BAC-933B-A150F21C6777}" dt="2024-12-17T09:35:45.642" v="0" actId="47"/>
        <pc:sldMkLst>
          <pc:docMk/>
          <pc:sldMk cId="2584342512" sldId="303"/>
        </pc:sldMkLst>
      </pc:sldChg>
      <pc:sldChg chg="del">
        <pc:chgData name="Viet." userId="8b74393f-d80c-47bd-a370-5373c0174c23" providerId="ADAL" clId="{15D06D5B-A851-4BAC-933B-A150F21C6777}" dt="2024-12-17T09:35:45.642" v="0" actId="47"/>
        <pc:sldMkLst>
          <pc:docMk/>
          <pc:sldMk cId="374901149" sldId="304"/>
        </pc:sldMkLst>
      </pc:sldChg>
      <pc:sldChg chg="del">
        <pc:chgData name="Viet." userId="8b74393f-d80c-47bd-a370-5373c0174c23" providerId="ADAL" clId="{15D06D5B-A851-4BAC-933B-A150F21C6777}" dt="2024-12-17T09:35:45.642" v="0" actId="47"/>
        <pc:sldMkLst>
          <pc:docMk/>
          <pc:sldMk cId="3081904753" sldId="305"/>
        </pc:sldMkLst>
      </pc:sldChg>
      <pc:sldChg chg="del">
        <pc:chgData name="Viet." userId="8b74393f-d80c-47bd-a370-5373c0174c23" providerId="ADAL" clId="{15D06D5B-A851-4BAC-933B-A150F21C6777}" dt="2024-12-17T09:35:45.642" v="0" actId="47"/>
        <pc:sldMkLst>
          <pc:docMk/>
          <pc:sldMk cId="1499146899" sldId="306"/>
        </pc:sldMkLst>
      </pc:sldChg>
      <pc:sldChg chg="del">
        <pc:chgData name="Viet." userId="8b74393f-d80c-47bd-a370-5373c0174c23" providerId="ADAL" clId="{15D06D5B-A851-4BAC-933B-A150F21C6777}" dt="2024-12-17T09:35:45.642" v="0" actId="47"/>
        <pc:sldMkLst>
          <pc:docMk/>
          <pc:sldMk cId="3810094672" sldId="307"/>
        </pc:sldMkLst>
      </pc:sldChg>
      <pc:sldChg chg="del">
        <pc:chgData name="Viet." userId="8b74393f-d80c-47bd-a370-5373c0174c23" providerId="ADAL" clId="{15D06D5B-A851-4BAC-933B-A150F21C6777}" dt="2024-12-17T09:35:45.642" v="0" actId="47"/>
        <pc:sldMkLst>
          <pc:docMk/>
          <pc:sldMk cId="611906321" sldId="308"/>
        </pc:sldMkLst>
      </pc:sldChg>
      <pc:sldChg chg="del">
        <pc:chgData name="Viet." userId="8b74393f-d80c-47bd-a370-5373c0174c23" providerId="ADAL" clId="{15D06D5B-A851-4BAC-933B-A150F21C6777}" dt="2024-12-17T09:35:45.642" v="0" actId="47"/>
        <pc:sldMkLst>
          <pc:docMk/>
          <pc:sldMk cId="3662474671" sldId="309"/>
        </pc:sldMkLst>
      </pc:sldChg>
      <pc:sldChg chg="del">
        <pc:chgData name="Viet." userId="8b74393f-d80c-47bd-a370-5373c0174c23" providerId="ADAL" clId="{15D06D5B-A851-4BAC-933B-A150F21C6777}" dt="2024-12-17T09:35:45.642" v="0" actId="47"/>
        <pc:sldMkLst>
          <pc:docMk/>
          <pc:sldMk cId="1377718189" sldId="310"/>
        </pc:sldMkLst>
      </pc:sldChg>
      <pc:sldChg chg="del">
        <pc:chgData name="Viet." userId="8b74393f-d80c-47bd-a370-5373c0174c23" providerId="ADAL" clId="{15D06D5B-A851-4BAC-933B-A150F21C6777}" dt="2024-12-17T09:35:45.642" v="0" actId="47"/>
        <pc:sldMkLst>
          <pc:docMk/>
          <pc:sldMk cId="2740724356" sldId="311"/>
        </pc:sldMkLst>
      </pc:sldChg>
      <pc:sldChg chg="add del">
        <pc:chgData name="Viet." userId="8b74393f-d80c-47bd-a370-5373c0174c23" providerId="ADAL" clId="{15D06D5B-A851-4BAC-933B-A150F21C6777}" dt="2024-12-19T09:03:53.477" v="2531" actId="47"/>
        <pc:sldMkLst>
          <pc:docMk/>
          <pc:sldMk cId="2443509954" sldId="313"/>
        </pc:sldMkLst>
      </pc:sldChg>
      <pc:sldChg chg="add del">
        <pc:chgData name="Viet." userId="8b74393f-d80c-47bd-a370-5373c0174c23" providerId="ADAL" clId="{15D06D5B-A851-4BAC-933B-A150F21C6777}" dt="2024-12-19T09:03:53.477" v="2531" actId="47"/>
        <pc:sldMkLst>
          <pc:docMk/>
          <pc:sldMk cId="1717253392" sldId="314"/>
        </pc:sldMkLst>
      </pc:sldChg>
      <pc:sldChg chg="add del">
        <pc:chgData name="Viet." userId="8b74393f-d80c-47bd-a370-5373c0174c23" providerId="ADAL" clId="{15D06D5B-A851-4BAC-933B-A150F21C6777}" dt="2024-12-19T09:03:53.477" v="2531" actId="47"/>
        <pc:sldMkLst>
          <pc:docMk/>
          <pc:sldMk cId="386409076" sldId="315"/>
        </pc:sldMkLst>
      </pc:sldChg>
      <pc:sldChg chg="modSp add del mod">
        <pc:chgData name="Viet." userId="8b74393f-d80c-47bd-a370-5373c0174c23" providerId="ADAL" clId="{15D06D5B-A851-4BAC-933B-A150F21C6777}" dt="2024-12-19T09:03:53.477" v="2531" actId="47"/>
        <pc:sldMkLst>
          <pc:docMk/>
          <pc:sldMk cId="1665186095" sldId="316"/>
        </pc:sldMkLst>
      </pc:sldChg>
      <pc:sldChg chg="add del">
        <pc:chgData name="Viet." userId="8b74393f-d80c-47bd-a370-5373c0174c23" providerId="ADAL" clId="{15D06D5B-A851-4BAC-933B-A150F21C6777}" dt="2024-12-19T09:03:53.477" v="2531" actId="47"/>
        <pc:sldMkLst>
          <pc:docMk/>
          <pc:sldMk cId="2788509859" sldId="317"/>
        </pc:sldMkLst>
      </pc:sldChg>
      <pc:sldChg chg="modSp add del mod">
        <pc:chgData name="Viet." userId="8b74393f-d80c-47bd-a370-5373c0174c23" providerId="ADAL" clId="{15D06D5B-A851-4BAC-933B-A150F21C6777}" dt="2024-12-19T09:03:53.477" v="2531" actId="47"/>
        <pc:sldMkLst>
          <pc:docMk/>
          <pc:sldMk cId="3067266955" sldId="318"/>
        </pc:sldMkLst>
      </pc:sldChg>
      <pc:sldChg chg="modSp add del mod">
        <pc:chgData name="Viet." userId="8b74393f-d80c-47bd-a370-5373c0174c23" providerId="ADAL" clId="{15D06D5B-A851-4BAC-933B-A150F21C6777}" dt="2024-12-19T09:03:53.477" v="2531" actId="47"/>
        <pc:sldMkLst>
          <pc:docMk/>
          <pc:sldMk cId="3539712564" sldId="319"/>
        </pc:sldMkLst>
      </pc:sldChg>
      <pc:sldChg chg="add del">
        <pc:chgData name="Viet." userId="8b74393f-d80c-47bd-a370-5373c0174c23" providerId="ADAL" clId="{15D06D5B-A851-4BAC-933B-A150F21C6777}" dt="2024-12-19T09:03:53.477" v="2531" actId="47"/>
        <pc:sldMkLst>
          <pc:docMk/>
          <pc:sldMk cId="381941445" sldId="320"/>
        </pc:sldMkLst>
      </pc:sldChg>
      <pc:sldChg chg="add del">
        <pc:chgData name="Viet." userId="8b74393f-d80c-47bd-a370-5373c0174c23" providerId="ADAL" clId="{15D06D5B-A851-4BAC-933B-A150F21C6777}" dt="2024-12-19T09:03:53.477" v="2531" actId="47"/>
        <pc:sldMkLst>
          <pc:docMk/>
          <pc:sldMk cId="2344728321" sldId="322"/>
        </pc:sldMkLst>
      </pc:sldChg>
      <pc:sldChg chg="modSp add del mod">
        <pc:chgData name="Viet." userId="8b74393f-d80c-47bd-a370-5373c0174c23" providerId="ADAL" clId="{15D06D5B-A851-4BAC-933B-A150F21C6777}" dt="2024-12-19T09:03:53.477" v="2531" actId="47"/>
        <pc:sldMkLst>
          <pc:docMk/>
          <pc:sldMk cId="2453588251" sldId="323"/>
        </pc:sldMkLst>
      </pc:sldChg>
      <pc:sldChg chg="modSp add del mod">
        <pc:chgData name="Viet." userId="8b74393f-d80c-47bd-a370-5373c0174c23" providerId="ADAL" clId="{15D06D5B-A851-4BAC-933B-A150F21C6777}" dt="2024-12-19T09:03:53.477" v="2531" actId="47"/>
        <pc:sldMkLst>
          <pc:docMk/>
          <pc:sldMk cId="2115230125" sldId="324"/>
        </pc:sldMkLst>
      </pc:sldChg>
      <pc:sldChg chg="modSp add del mod">
        <pc:chgData name="Viet." userId="8b74393f-d80c-47bd-a370-5373c0174c23" providerId="ADAL" clId="{15D06D5B-A851-4BAC-933B-A150F21C6777}" dt="2024-12-19T09:03:53.477" v="2531" actId="47"/>
        <pc:sldMkLst>
          <pc:docMk/>
          <pc:sldMk cId="1014364179" sldId="325"/>
        </pc:sldMkLst>
      </pc:sldChg>
      <pc:sldChg chg="add del">
        <pc:chgData name="Viet." userId="8b74393f-d80c-47bd-a370-5373c0174c23" providerId="ADAL" clId="{15D06D5B-A851-4BAC-933B-A150F21C6777}" dt="2024-12-19T09:03:53.477" v="2531" actId="47"/>
        <pc:sldMkLst>
          <pc:docMk/>
          <pc:sldMk cId="3534332238" sldId="326"/>
        </pc:sldMkLst>
      </pc:sldChg>
      <pc:sldChg chg="modSp add del mod">
        <pc:chgData name="Viet." userId="8b74393f-d80c-47bd-a370-5373c0174c23" providerId="ADAL" clId="{15D06D5B-A851-4BAC-933B-A150F21C6777}" dt="2024-12-19T09:03:53.477" v="2531" actId="47"/>
        <pc:sldMkLst>
          <pc:docMk/>
          <pc:sldMk cId="2223000780" sldId="327"/>
        </pc:sldMkLst>
      </pc:sldChg>
      <pc:sldChg chg="add del">
        <pc:chgData name="Viet." userId="8b74393f-d80c-47bd-a370-5373c0174c23" providerId="ADAL" clId="{15D06D5B-A851-4BAC-933B-A150F21C6777}" dt="2024-12-19T09:03:53.477" v="2531" actId="47"/>
        <pc:sldMkLst>
          <pc:docMk/>
          <pc:sldMk cId="4223695311" sldId="328"/>
        </pc:sldMkLst>
      </pc:sldChg>
      <pc:sldChg chg="add del">
        <pc:chgData name="Viet." userId="8b74393f-d80c-47bd-a370-5373c0174c23" providerId="ADAL" clId="{15D06D5B-A851-4BAC-933B-A150F21C6777}" dt="2024-12-19T09:03:53.477" v="2531" actId="47"/>
        <pc:sldMkLst>
          <pc:docMk/>
          <pc:sldMk cId="1232856818" sldId="329"/>
        </pc:sldMkLst>
      </pc:sldChg>
      <pc:sldChg chg="new del">
        <pc:chgData name="Viet." userId="8b74393f-d80c-47bd-a370-5373c0174c23" providerId="ADAL" clId="{15D06D5B-A851-4BAC-933B-A150F21C6777}" dt="2024-12-18T02:43:35.629" v="217" actId="47"/>
        <pc:sldMkLst>
          <pc:docMk/>
          <pc:sldMk cId="2725257951" sldId="330"/>
        </pc:sldMkLst>
      </pc:sldChg>
      <pc:sldChg chg="addSp delSp modSp new del mod">
        <pc:chgData name="Viet." userId="8b74393f-d80c-47bd-a370-5373c0174c23" providerId="ADAL" clId="{15D06D5B-A851-4BAC-933B-A150F21C6777}" dt="2024-12-19T09:03:59.424" v="2532" actId="47"/>
        <pc:sldMkLst>
          <pc:docMk/>
          <pc:sldMk cId="1513422185" sldId="331"/>
        </pc:sldMkLst>
      </pc:sldChg>
      <pc:sldChg chg="addSp delSp modSp new del mod">
        <pc:chgData name="Viet." userId="8b74393f-d80c-47bd-a370-5373c0174c23" providerId="ADAL" clId="{15D06D5B-A851-4BAC-933B-A150F21C6777}" dt="2024-12-19T09:03:59.424" v="2532" actId="47"/>
        <pc:sldMkLst>
          <pc:docMk/>
          <pc:sldMk cId="1275295741" sldId="332"/>
        </pc:sldMkLst>
      </pc:sldChg>
      <pc:sldChg chg="addSp delSp modSp new del mod">
        <pc:chgData name="Viet." userId="8b74393f-d80c-47bd-a370-5373c0174c23" providerId="ADAL" clId="{15D06D5B-A851-4BAC-933B-A150F21C6777}" dt="2024-12-19T09:03:59.424" v="2532" actId="47"/>
        <pc:sldMkLst>
          <pc:docMk/>
          <pc:sldMk cId="718649959" sldId="333"/>
        </pc:sldMkLst>
      </pc:sldChg>
      <pc:sldChg chg="new del">
        <pc:chgData name="Viet." userId="8b74393f-d80c-47bd-a370-5373c0174c23" providerId="ADAL" clId="{15D06D5B-A851-4BAC-933B-A150F21C6777}" dt="2024-12-18T03:23:48.424" v="382" actId="680"/>
        <pc:sldMkLst>
          <pc:docMk/>
          <pc:sldMk cId="860298515" sldId="333"/>
        </pc:sldMkLst>
      </pc:sldChg>
      <pc:sldChg chg="new del">
        <pc:chgData name="Viet." userId="8b74393f-d80c-47bd-a370-5373c0174c23" providerId="ADAL" clId="{15D06D5B-A851-4BAC-933B-A150F21C6777}" dt="2024-12-18T02:51:14.412" v="255" actId="680"/>
        <pc:sldMkLst>
          <pc:docMk/>
          <pc:sldMk cId="2786447413" sldId="333"/>
        </pc:sldMkLst>
      </pc:sldChg>
      <pc:sldChg chg="modSp new del mod">
        <pc:chgData name="Viet." userId="8b74393f-d80c-47bd-a370-5373c0174c23" providerId="ADAL" clId="{15D06D5B-A851-4BAC-933B-A150F21C6777}" dt="2024-12-19T09:03:59.424" v="2532" actId="47"/>
        <pc:sldMkLst>
          <pc:docMk/>
          <pc:sldMk cId="1275858513" sldId="334"/>
        </pc:sldMkLst>
      </pc:sldChg>
      <pc:sldChg chg="new del">
        <pc:chgData name="Viet." userId="8b74393f-d80c-47bd-a370-5373c0174c23" providerId="ADAL" clId="{15D06D5B-A851-4BAC-933B-A150F21C6777}" dt="2024-12-18T03:49:37.576" v="503" actId="680"/>
        <pc:sldMkLst>
          <pc:docMk/>
          <pc:sldMk cId="2138118118" sldId="335"/>
        </pc:sldMkLst>
      </pc:sldChg>
      <pc:sldChg chg="modSp new del mod">
        <pc:chgData name="Viet." userId="8b74393f-d80c-47bd-a370-5373c0174c23" providerId="ADAL" clId="{15D06D5B-A851-4BAC-933B-A150F21C6777}" dt="2024-12-19T09:03:53.477" v="2531" actId="47"/>
        <pc:sldMkLst>
          <pc:docMk/>
          <pc:sldMk cId="2801051060" sldId="335"/>
        </pc:sldMkLst>
      </pc:sldChg>
      <pc:sldChg chg="modSp new del mod ord">
        <pc:chgData name="Viet." userId="8b74393f-d80c-47bd-a370-5373c0174c23" providerId="ADAL" clId="{15D06D5B-A851-4BAC-933B-A150F21C6777}" dt="2024-12-19T09:03:59.424" v="2532" actId="47"/>
        <pc:sldMkLst>
          <pc:docMk/>
          <pc:sldMk cId="686093485" sldId="336"/>
        </pc:sldMkLst>
      </pc:sldChg>
      <pc:sldChg chg="modSp new mod">
        <pc:chgData name="Viet." userId="8b74393f-d80c-47bd-a370-5373c0174c23" providerId="ADAL" clId="{15D06D5B-A851-4BAC-933B-A150F21C6777}" dt="2024-12-19T04:36:40.669" v="1238" actId="2710"/>
        <pc:sldMkLst>
          <pc:docMk/>
          <pc:sldMk cId="3335441607" sldId="337"/>
        </pc:sldMkLst>
      </pc:sldChg>
      <pc:sldChg chg="addSp delSp modSp new mod">
        <pc:chgData name="Viet." userId="8b74393f-d80c-47bd-a370-5373c0174c23" providerId="ADAL" clId="{15D06D5B-A851-4BAC-933B-A150F21C6777}" dt="2024-12-19T03:49:47.315" v="789"/>
        <pc:sldMkLst>
          <pc:docMk/>
          <pc:sldMk cId="3542381496" sldId="338"/>
        </pc:sldMkLst>
      </pc:sldChg>
      <pc:sldChg chg="modSp new add del mod">
        <pc:chgData name="Viet." userId="8b74393f-d80c-47bd-a370-5373c0174c23" providerId="ADAL" clId="{15D06D5B-A851-4BAC-933B-A150F21C6777}" dt="2024-12-19T07:50:20.377" v="2076" actId="47"/>
        <pc:sldMkLst>
          <pc:docMk/>
          <pc:sldMk cId="1967521993" sldId="339"/>
        </pc:sldMkLst>
      </pc:sldChg>
      <pc:sldChg chg="modSp new del mod">
        <pc:chgData name="Viet." userId="8b74393f-d80c-47bd-a370-5373c0174c23" providerId="ADAL" clId="{15D06D5B-A851-4BAC-933B-A150F21C6777}" dt="2024-12-19T07:50:24.076" v="2078" actId="47"/>
        <pc:sldMkLst>
          <pc:docMk/>
          <pc:sldMk cId="2107221974" sldId="340"/>
        </pc:sldMkLst>
      </pc:sldChg>
      <pc:sldChg chg="modSp new del mod">
        <pc:chgData name="Viet." userId="8b74393f-d80c-47bd-a370-5373c0174c23" providerId="ADAL" clId="{15D06D5B-A851-4BAC-933B-A150F21C6777}" dt="2024-12-19T07:50:17.938" v="2075" actId="47"/>
        <pc:sldMkLst>
          <pc:docMk/>
          <pc:sldMk cId="3083749136" sldId="341"/>
        </pc:sldMkLst>
      </pc:sldChg>
      <pc:sldChg chg="new del">
        <pc:chgData name="Viet." userId="8b74393f-d80c-47bd-a370-5373c0174c23" providerId="ADAL" clId="{15D06D5B-A851-4BAC-933B-A150F21C6777}" dt="2024-12-19T04:14:07.327" v="939" actId="680"/>
        <pc:sldMkLst>
          <pc:docMk/>
          <pc:sldMk cId="2213212003" sldId="342"/>
        </pc:sldMkLst>
      </pc:sldChg>
      <pc:sldChg chg="addSp delSp modSp new del mod">
        <pc:chgData name="Viet." userId="8b74393f-d80c-47bd-a370-5373c0174c23" providerId="ADAL" clId="{15D06D5B-A851-4BAC-933B-A150F21C6777}" dt="2024-12-19T08:54:44.480" v="2474" actId="47"/>
        <pc:sldMkLst>
          <pc:docMk/>
          <pc:sldMk cId="3527760953" sldId="342"/>
        </pc:sldMkLst>
      </pc:sldChg>
      <pc:sldChg chg="modSp new mod">
        <pc:chgData name="Viet." userId="8b74393f-d80c-47bd-a370-5373c0174c23" providerId="ADAL" clId="{15D06D5B-A851-4BAC-933B-A150F21C6777}" dt="2024-12-19T06:52:32.375" v="1429" actId="2710"/>
        <pc:sldMkLst>
          <pc:docMk/>
          <pc:sldMk cId="972042927" sldId="343"/>
        </pc:sldMkLst>
      </pc:sldChg>
      <pc:sldChg chg="modSp new del mod">
        <pc:chgData name="Viet." userId="8b74393f-d80c-47bd-a370-5373c0174c23" providerId="ADAL" clId="{15D06D5B-A851-4BAC-933B-A150F21C6777}" dt="2024-12-19T07:50:14.707" v="2073" actId="47"/>
        <pc:sldMkLst>
          <pc:docMk/>
          <pc:sldMk cId="3627573670" sldId="344"/>
        </pc:sldMkLst>
      </pc:sldChg>
      <pc:sldChg chg="modSp new del mod">
        <pc:chgData name="Viet." userId="8b74393f-d80c-47bd-a370-5373c0174c23" providerId="ADAL" clId="{15D06D5B-A851-4BAC-933B-A150F21C6777}" dt="2024-12-19T07:50:16.156" v="2074" actId="47"/>
        <pc:sldMkLst>
          <pc:docMk/>
          <pc:sldMk cId="2518679417" sldId="345"/>
        </pc:sldMkLst>
      </pc:sldChg>
      <pc:sldChg chg="addSp delSp modSp new mod">
        <pc:chgData name="Viet." userId="8b74393f-d80c-47bd-a370-5373c0174c23" providerId="ADAL" clId="{15D06D5B-A851-4BAC-933B-A150F21C6777}" dt="2024-12-19T06:57:23.721" v="1485" actId="27636"/>
        <pc:sldMkLst>
          <pc:docMk/>
          <pc:sldMk cId="707483570" sldId="346"/>
        </pc:sldMkLst>
      </pc:sldChg>
      <pc:sldChg chg="new del">
        <pc:chgData name="Viet." userId="8b74393f-d80c-47bd-a370-5373c0174c23" providerId="ADAL" clId="{15D06D5B-A851-4BAC-933B-A150F21C6777}" dt="2024-12-19T06:58:00.107" v="1487" actId="680"/>
        <pc:sldMkLst>
          <pc:docMk/>
          <pc:sldMk cId="462095368" sldId="347"/>
        </pc:sldMkLst>
      </pc:sldChg>
      <pc:sldChg chg="modSp new del mod ord">
        <pc:chgData name="Viet." userId="8b74393f-d80c-47bd-a370-5373c0174c23" providerId="ADAL" clId="{15D06D5B-A851-4BAC-933B-A150F21C6777}" dt="2024-12-19T07:50:22.471" v="2077" actId="47"/>
        <pc:sldMkLst>
          <pc:docMk/>
          <pc:sldMk cId="3709780000" sldId="347"/>
        </pc:sldMkLst>
      </pc:sldChg>
      <pc:sldChg chg="addSp delSp modSp new mod">
        <pc:chgData name="Viet." userId="8b74393f-d80c-47bd-a370-5373c0174c23" providerId="ADAL" clId="{15D06D5B-A851-4BAC-933B-A150F21C6777}" dt="2024-12-19T07:00:57.180" v="1600" actId="20577"/>
        <pc:sldMkLst>
          <pc:docMk/>
          <pc:sldMk cId="3276500241" sldId="348"/>
        </pc:sldMkLst>
      </pc:sldChg>
      <pc:sldChg chg="addSp modSp new mod">
        <pc:chgData name="Viet." userId="8b74393f-d80c-47bd-a370-5373c0174c23" providerId="ADAL" clId="{15D06D5B-A851-4BAC-933B-A150F21C6777}" dt="2024-12-19T07:13:13.083" v="1711" actId="1076"/>
        <pc:sldMkLst>
          <pc:docMk/>
          <pc:sldMk cId="2446966224" sldId="349"/>
        </pc:sldMkLst>
      </pc:sldChg>
      <pc:sldChg chg="addSp delSp modSp new del mod">
        <pc:chgData name="Viet." userId="8b74393f-d80c-47bd-a370-5373c0174c23" providerId="ADAL" clId="{15D06D5B-A851-4BAC-933B-A150F21C6777}" dt="2024-12-19T08:52:22.324" v="2471" actId="47"/>
        <pc:sldMkLst>
          <pc:docMk/>
          <pc:sldMk cId="2391992166" sldId="350"/>
        </pc:sldMkLst>
      </pc:sldChg>
      <pc:sldChg chg="addSp delSp modSp new del mod ord">
        <pc:chgData name="Viet." userId="8b74393f-d80c-47bd-a370-5373c0174c23" providerId="ADAL" clId="{15D06D5B-A851-4BAC-933B-A150F21C6777}" dt="2024-12-19T08:52:18.026" v="2470" actId="47"/>
        <pc:sldMkLst>
          <pc:docMk/>
          <pc:sldMk cId="4237316678" sldId="351"/>
        </pc:sldMkLst>
      </pc:sldChg>
      <pc:sldChg chg="modSp new del mod">
        <pc:chgData name="Viet." userId="8b74393f-d80c-47bd-a370-5373c0174c23" providerId="ADAL" clId="{15D06D5B-A851-4BAC-933B-A150F21C6777}" dt="2024-12-19T07:22:03.283" v="1812" actId="47"/>
        <pc:sldMkLst>
          <pc:docMk/>
          <pc:sldMk cId="1937776430" sldId="352"/>
        </pc:sldMkLst>
      </pc:sldChg>
      <pc:sldChg chg="addSp delSp modSp new mod ord">
        <pc:chgData name="Viet." userId="8b74393f-d80c-47bd-a370-5373c0174c23" providerId="ADAL" clId="{15D06D5B-A851-4BAC-933B-A150F21C6777}" dt="2024-12-19T08:47:44.110" v="2414" actId="20577"/>
        <pc:sldMkLst>
          <pc:docMk/>
          <pc:sldMk cId="4206017536" sldId="353"/>
        </pc:sldMkLst>
      </pc:sldChg>
      <pc:sldChg chg="new del">
        <pc:chgData name="Viet." userId="8b74393f-d80c-47bd-a370-5373c0174c23" providerId="ADAL" clId="{15D06D5B-A851-4BAC-933B-A150F21C6777}" dt="2024-12-19T07:50:29.856" v="2080" actId="680"/>
        <pc:sldMkLst>
          <pc:docMk/>
          <pc:sldMk cId="128138674" sldId="354"/>
        </pc:sldMkLst>
      </pc:sldChg>
      <pc:sldChg chg="new del">
        <pc:chgData name="Viet." userId="8b74393f-d80c-47bd-a370-5373c0174c23" providerId="ADAL" clId="{15D06D5B-A851-4BAC-933B-A150F21C6777}" dt="2024-12-19T07:50:39.091" v="2082" actId="680"/>
        <pc:sldMkLst>
          <pc:docMk/>
          <pc:sldMk cId="2529139327" sldId="354"/>
        </pc:sldMkLst>
      </pc:sldChg>
      <pc:sldChg chg="modSp new del mod">
        <pc:chgData name="Viet." userId="8b74393f-d80c-47bd-a370-5373c0174c23" providerId="ADAL" clId="{15D06D5B-A851-4BAC-933B-A150F21C6777}" dt="2024-12-19T08:53:24.853" v="2473" actId="47"/>
        <pc:sldMkLst>
          <pc:docMk/>
          <pc:sldMk cId="2723097580" sldId="354"/>
        </pc:sldMkLst>
      </pc:sldChg>
      <pc:sldChg chg="addSp delSp modSp new mod">
        <pc:chgData name="Viet." userId="8b74393f-d80c-47bd-a370-5373c0174c23" providerId="ADAL" clId="{15D06D5B-A851-4BAC-933B-A150F21C6777}" dt="2024-12-19T09:02:25.630" v="2494" actId="1076"/>
        <pc:sldMkLst>
          <pc:docMk/>
          <pc:sldMk cId="2474434332" sldId="355"/>
        </pc:sldMkLst>
      </pc:sldChg>
      <pc:sldChg chg="addSp modSp new mod">
        <pc:chgData name="Viet." userId="8b74393f-d80c-47bd-a370-5373c0174c23" providerId="ADAL" clId="{15D06D5B-A851-4BAC-933B-A150F21C6777}" dt="2024-12-19T09:19:01.233" v="2558" actId="27636"/>
        <pc:sldMkLst>
          <pc:docMk/>
          <pc:sldMk cId="3810419677" sldId="356"/>
        </pc:sldMkLst>
      </pc:sldChg>
      <pc:sldChg chg="modSp new del mod">
        <pc:chgData name="Viet." userId="8b74393f-d80c-47bd-a370-5373c0174c23" providerId="ADAL" clId="{15D06D5B-A851-4BAC-933B-A150F21C6777}" dt="2024-12-19T08:36:06.183" v="2213" actId="47"/>
        <pc:sldMkLst>
          <pc:docMk/>
          <pc:sldMk cId="255034370" sldId="357"/>
        </pc:sldMkLst>
      </pc:sldChg>
      <pc:sldChg chg="addSp delSp modSp add mod ord">
        <pc:chgData name="Viet." userId="8b74393f-d80c-47bd-a370-5373c0174c23" providerId="ADAL" clId="{15D06D5B-A851-4BAC-933B-A150F21C6777}" dt="2024-12-19T10:13:37.835" v="2908" actId="113"/>
        <pc:sldMkLst>
          <pc:docMk/>
          <pc:sldMk cId="3150911367" sldId="358"/>
        </pc:sldMkLst>
      </pc:sldChg>
      <pc:sldChg chg="addSp delSp modSp add mod">
        <pc:chgData name="Viet." userId="8b74393f-d80c-47bd-a370-5373c0174c23" providerId="ADAL" clId="{15D06D5B-A851-4BAC-933B-A150F21C6777}" dt="2024-12-19T09:37:33.949" v="2685" actId="20577"/>
        <pc:sldMkLst>
          <pc:docMk/>
          <pc:sldMk cId="2948207458" sldId="359"/>
        </pc:sldMkLst>
      </pc:sldChg>
      <pc:sldChg chg="addSp delSp modSp add del mod">
        <pc:chgData name="Viet." userId="8b74393f-d80c-47bd-a370-5373c0174c23" providerId="ADAL" clId="{15D06D5B-A851-4BAC-933B-A150F21C6777}" dt="2024-12-19T10:21:46.953" v="3056" actId="20577"/>
        <pc:sldMkLst>
          <pc:docMk/>
          <pc:sldMk cId="904856355" sldId="360"/>
        </pc:sldMkLst>
      </pc:sldChg>
      <pc:sldChg chg="modSp add del mod">
        <pc:chgData name="Viet." userId="8b74393f-d80c-47bd-a370-5373c0174c23" providerId="ADAL" clId="{15D06D5B-A851-4BAC-933B-A150F21C6777}" dt="2024-12-19T09:03:20.828" v="2529" actId="47"/>
        <pc:sldMkLst>
          <pc:docMk/>
          <pc:sldMk cId="2794591078" sldId="361"/>
        </pc:sldMkLst>
      </pc:sldChg>
      <pc:sldChg chg="modSp add del mod">
        <pc:chgData name="Viet." userId="8b74393f-d80c-47bd-a370-5373c0174c23" providerId="ADAL" clId="{15D06D5B-A851-4BAC-933B-A150F21C6777}" dt="2024-12-19T09:03:22.250" v="2530" actId="47"/>
        <pc:sldMkLst>
          <pc:docMk/>
          <pc:sldMk cId="82119849" sldId="362"/>
        </pc:sldMkLst>
      </pc:sldChg>
      <pc:sldChg chg="new del">
        <pc:chgData name="Viet." userId="8b74393f-d80c-47bd-a370-5373c0174c23" providerId="ADAL" clId="{15D06D5B-A851-4BAC-933B-A150F21C6777}" dt="2024-12-19T08:36:51.198" v="2319" actId="680"/>
        <pc:sldMkLst>
          <pc:docMk/>
          <pc:sldMk cId="498595469" sldId="363"/>
        </pc:sldMkLst>
      </pc:sldChg>
      <pc:sldChg chg="modSp new mod">
        <pc:chgData name="Viet." userId="8b74393f-d80c-47bd-a370-5373c0174c23" providerId="ADAL" clId="{15D06D5B-A851-4BAC-933B-A150F21C6777}" dt="2024-12-19T08:45:14.616" v="2347" actId="20577"/>
        <pc:sldMkLst>
          <pc:docMk/>
          <pc:sldMk cId="3717916934" sldId="363"/>
        </pc:sldMkLst>
      </pc:sldChg>
      <pc:sldChg chg="modSp new mod">
        <pc:chgData name="Viet." userId="8b74393f-d80c-47bd-a370-5373c0174c23" providerId="ADAL" clId="{15D06D5B-A851-4BAC-933B-A150F21C6777}" dt="2024-12-19T08:45:56.510" v="2380" actId="27636"/>
        <pc:sldMkLst>
          <pc:docMk/>
          <pc:sldMk cId="1719024804" sldId="364"/>
        </pc:sldMkLst>
      </pc:sldChg>
      <pc:sldChg chg="modSp new mod">
        <pc:chgData name="Viet." userId="8b74393f-d80c-47bd-a370-5373c0174c23" providerId="ADAL" clId="{15D06D5B-A851-4BAC-933B-A150F21C6777}" dt="2024-12-19T08:46:24.410" v="2392" actId="27636"/>
        <pc:sldMkLst>
          <pc:docMk/>
          <pc:sldMk cId="2268854210" sldId="365"/>
        </pc:sldMkLst>
      </pc:sldChg>
      <pc:sldChg chg="addSp modSp new mod">
        <pc:chgData name="Viet." userId="8b74393f-d80c-47bd-a370-5373c0174c23" providerId="ADAL" clId="{15D06D5B-A851-4BAC-933B-A150F21C6777}" dt="2024-12-19T08:52:14.665" v="2469" actId="14100"/>
        <pc:sldMkLst>
          <pc:docMk/>
          <pc:sldMk cId="2891594502" sldId="366"/>
        </pc:sldMkLst>
      </pc:sldChg>
      <pc:sldChg chg="add">
        <pc:chgData name="Viet." userId="8b74393f-d80c-47bd-a370-5373c0174c23" providerId="ADAL" clId="{15D06D5B-A851-4BAC-933B-A150F21C6777}" dt="2024-12-19T08:53:19.700" v="2472"/>
        <pc:sldMkLst>
          <pc:docMk/>
          <pc:sldMk cId="0" sldId="367"/>
        </pc:sldMkLst>
      </pc:sldChg>
      <pc:sldChg chg="addSp delSp modSp new mod">
        <pc:chgData name="Viet." userId="8b74393f-d80c-47bd-a370-5373c0174c23" providerId="ADAL" clId="{15D06D5B-A851-4BAC-933B-A150F21C6777}" dt="2024-12-19T09:19:59.553" v="2570" actId="2710"/>
        <pc:sldMkLst>
          <pc:docMk/>
          <pc:sldMk cId="2992779437" sldId="368"/>
        </pc:sldMkLst>
      </pc:sldChg>
      <pc:sldChg chg="new del">
        <pc:chgData name="Viet." userId="8b74393f-d80c-47bd-a370-5373c0174c23" providerId="ADAL" clId="{15D06D5B-A851-4BAC-933B-A150F21C6777}" dt="2024-12-19T08:55:10.323" v="2476" actId="680"/>
        <pc:sldMkLst>
          <pc:docMk/>
          <pc:sldMk cId="3098270678" sldId="368"/>
        </pc:sldMkLst>
      </pc:sldChg>
      <pc:sldChg chg="addSp delSp modSp new mod">
        <pc:chgData name="Viet." userId="8b74393f-d80c-47bd-a370-5373c0174c23" providerId="ADAL" clId="{15D06D5B-A851-4BAC-933B-A150F21C6777}" dt="2024-12-19T09:24:07.152" v="2579" actId="2710"/>
        <pc:sldMkLst>
          <pc:docMk/>
          <pc:sldMk cId="3301713662" sldId="369"/>
        </pc:sldMkLst>
      </pc:sldChg>
      <pc:sldChg chg="addSp delSp modSp new mod">
        <pc:chgData name="Viet." userId="8b74393f-d80c-47bd-a370-5373c0174c23" providerId="ADAL" clId="{15D06D5B-A851-4BAC-933B-A150F21C6777}" dt="2024-12-19T09:26:15.820" v="2588" actId="2710"/>
        <pc:sldMkLst>
          <pc:docMk/>
          <pc:sldMk cId="1787869012" sldId="370"/>
        </pc:sldMkLst>
      </pc:sldChg>
      <pc:sldChg chg="addSp delSp modSp new mod">
        <pc:chgData name="Viet." userId="8b74393f-d80c-47bd-a370-5373c0174c23" providerId="ADAL" clId="{15D06D5B-A851-4BAC-933B-A150F21C6777}" dt="2024-12-19T09:26:53.291" v="2599" actId="2710"/>
        <pc:sldMkLst>
          <pc:docMk/>
          <pc:sldMk cId="3615945223" sldId="371"/>
        </pc:sldMkLst>
      </pc:sldChg>
      <pc:sldChg chg="modSp new del mod">
        <pc:chgData name="Viet." userId="8b74393f-d80c-47bd-a370-5373c0174c23" providerId="ADAL" clId="{15D06D5B-A851-4BAC-933B-A150F21C6777}" dt="2024-12-19T09:28:00.100" v="2626" actId="47"/>
        <pc:sldMkLst>
          <pc:docMk/>
          <pc:sldMk cId="1727272957" sldId="372"/>
        </pc:sldMkLst>
      </pc:sldChg>
      <pc:sldChg chg="addSp delSp modSp new mod">
        <pc:chgData name="Viet." userId="8b74393f-d80c-47bd-a370-5373c0174c23" providerId="ADAL" clId="{15D06D5B-A851-4BAC-933B-A150F21C6777}" dt="2024-12-19T09:31:06.091" v="2645"/>
        <pc:sldMkLst>
          <pc:docMk/>
          <pc:sldMk cId="1619718783" sldId="373"/>
        </pc:sldMkLst>
      </pc:sldChg>
      <pc:sldChg chg="modSp new mod">
        <pc:chgData name="Viet." userId="8b74393f-d80c-47bd-a370-5373c0174c23" providerId="ADAL" clId="{15D06D5B-A851-4BAC-933B-A150F21C6777}" dt="2024-12-19T09:49:51.911" v="2768" actId="20577"/>
        <pc:sldMkLst>
          <pc:docMk/>
          <pc:sldMk cId="1307411753" sldId="374"/>
        </pc:sldMkLst>
      </pc:sldChg>
      <pc:sldChg chg="add del">
        <pc:chgData name="Viet." userId="8b74393f-d80c-47bd-a370-5373c0174c23" providerId="ADAL" clId="{15D06D5B-A851-4BAC-933B-A150F21C6777}" dt="2024-12-19T09:36:35.655" v="2656"/>
        <pc:sldMkLst>
          <pc:docMk/>
          <pc:sldMk cId="4180662851" sldId="374"/>
        </pc:sldMkLst>
      </pc:sldChg>
      <pc:sldChg chg="addSp delSp modSp new mod">
        <pc:chgData name="Viet." userId="8b74393f-d80c-47bd-a370-5373c0174c23" providerId="ADAL" clId="{15D06D5B-A851-4BAC-933B-A150F21C6777}" dt="2024-12-19T09:50:44.796" v="2782" actId="113"/>
        <pc:sldMkLst>
          <pc:docMk/>
          <pc:sldMk cId="170672216" sldId="375"/>
        </pc:sldMkLst>
      </pc:sldChg>
      <pc:sldChg chg="modSp new del mod">
        <pc:chgData name="Viet." userId="8b74393f-d80c-47bd-a370-5373c0174c23" providerId="ADAL" clId="{15D06D5B-A851-4BAC-933B-A150F21C6777}" dt="2024-12-19T09:51:01.413" v="2786" actId="47"/>
        <pc:sldMkLst>
          <pc:docMk/>
          <pc:sldMk cId="2326553778" sldId="376"/>
        </pc:sldMkLst>
      </pc:sldChg>
      <pc:sldChg chg="modSp new del mod">
        <pc:chgData name="Viet." userId="8b74393f-d80c-47bd-a370-5373c0174c23" providerId="ADAL" clId="{15D06D5B-A851-4BAC-933B-A150F21C6777}" dt="2024-12-19T09:51:02.903" v="2787" actId="47"/>
        <pc:sldMkLst>
          <pc:docMk/>
          <pc:sldMk cId="4077154305" sldId="377"/>
        </pc:sldMkLst>
      </pc:sldChg>
      <pc:sldChg chg="new del">
        <pc:chgData name="Viet." userId="8b74393f-d80c-47bd-a370-5373c0174c23" providerId="ADAL" clId="{15D06D5B-A851-4BAC-933B-A150F21C6777}" dt="2024-12-19T09:50:52.795" v="2785" actId="2696"/>
        <pc:sldMkLst>
          <pc:docMk/>
          <pc:sldMk cId="1730352347" sldId="378"/>
        </pc:sldMkLst>
      </pc:sldChg>
      <pc:sldChg chg="modSp add mod">
        <pc:chgData name="Viet." userId="8b74393f-d80c-47bd-a370-5373c0174c23" providerId="ADAL" clId="{15D06D5B-A851-4BAC-933B-A150F21C6777}" dt="2024-12-19T09:53:22.676" v="2815"/>
        <pc:sldMkLst>
          <pc:docMk/>
          <pc:sldMk cId="3631523218" sldId="379"/>
        </pc:sldMkLst>
      </pc:sldChg>
      <pc:sldChg chg="addSp delSp modSp new mod ord">
        <pc:chgData name="Viet." userId="8b74393f-d80c-47bd-a370-5373c0174c23" providerId="ADAL" clId="{15D06D5B-A851-4BAC-933B-A150F21C6777}" dt="2024-12-19T10:27:32.718" v="3179" actId="20577"/>
        <pc:sldMkLst>
          <pc:docMk/>
          <pc:sldMk cId="612482230" sldId="380"/>
        </pc:sldMkLst>
      </pc:sldChg>
      <pc:sldChg chg="addSp delSp modSp new mod">
        <pc:chgData name="Viet." userId="8b74393f-d80c-47bd-a370-5373c0174c23" providerId="ADAL" clId="{15D06D5B-A851-4BAC-933B-A150F21C6777}" dt="2024-12-19T10:17:13.126" v="2947" actId="27636"/>
        <pc:sldMkLst>
          <pc:docMk/>
          <pc:sldMk cId="2358534610" sldId="381"/>
        </pc:sldMkLst>
      </pc:sldChg>
      <pc:sldChg chg="modSp add mod">
        <pc:chgData name="Viet." userId="8b74393f-d80c-47bd-a370-5373c0174c23" providerId="ADAL" clId="{15D06D5B-A851-4BAC-933B-A150F21C6777}" dt="2024-12-19T10:19:08.031" v="3002" actId="20577"/>
        <pc:sldMkLst>
          <pc:docMk/>
          <pc:sldMk cId="2083814574" sldId="382"/>
        </pc:sldMkLst>
      </pc:sldChg>
      <pc:sldChg chg="addSp delSp modSp new mod">
        <pc:chgData name="Viet." userId="8b74393f-d80c-47bd-a370-5373c0174c23" providerId="ADAL" clId="{15D06D5B-A851-4BAC-933B-A150F21C6777}" dt="2024-12-19T10:23:01.533" v="3093" actId="113"/>
        <pc:sldMkLst>
          <pc:docMk/>
          <pc:sldMk cId="3663823692" sldId="383"/>
        </pc:sldMkLst>
      </pc:sldChg>
      <pc:sldChg chg="modSp add mod">
        <pc:chgData name="Viet." userId="8b74393f-d80c-47bd-a370-5373c0174c23" providerId="ADAL" clId="{15D06D5B-A851-4BAC-933B-A150F21C6777}" dt="2024-12-19T10:25:48.232" v="3140"/>
        <pc:sldMkLst>
          <pc:docMk/>
          <pc:sldMk cId="2319346433" sldId="38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B37009-C7D1-4671-BD8F-75789D7E5850}"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D5203D3D-5243-4D7A-A847-08064A73504B}">
      <dgm:prSet phldrT="[Text]"/>
      <dgm:spPr/>
      <dgm:t>
        <a:bodyPr/>
        <a:lstStyle/>
        <a:p>
          <a:r>
            <a:rPr lang="en-US" dirty="0"/>
            <a:t>Value</a:t>
          </a:r>
        </a:p>
      </dgm:t>
    </dgm:pt>
    <dgm:pt modelId="{7BA01F19-C022-420C-B873-E96654FB8257}" type="parTrans" cxnId="{AF449459-1269-4C8E-A716-825A95BDF859}">
      <dgm:prSet/>
      <dgm:spPr/>
      <dgm:t>
        <a:bodyPr/>
        <a:lstStyle/>
        <a:p>
          <a:endParaRPr lang="en-US"/>
        </a:p>
      </dgm:t>
    </dgm:pt>
    <dgm:pt modelId="{6452B760-7FED-4A38-B7FA-9AFAB27BEFAC}" type="sibTrans" cxnId="{AF449459-1269-4C8E-A716-825A95BDF859}">
      <dgm:prSet/>
      <dgm:spPr/>
      <dgm:t>
        <a:bodyPr/>
        <a:lstStyle/>
        <a:p>
          <a:endParaRPr lang="en-US"/>
        </a:p>
      </dgm:t>
    </dgm:pt>
    <dgm:pt modelId="{975DDECA-45CD-4195-82B8-06D5993F3463}">
      <dgm:prSet phldrT="[Text]"/>
      <dgm:spPr/>
      <dgm:t>
        <a:bodyPr/>
        <a:lstStyle/>
        <a:p>
          <a:r>
            <a:rPr lang="en-US" dirty="0"/>
            <a:t>The potential impact of the user story on users and business goals.</a:t>
          </a:r>
        </a:p>
      </dgm:t>
    </dgm:pt>
    <dgm:pt modelId="{583EF515-C26F-4C73-808C-2F56C2CC28BA}" type="parTrans" cxnId="{0BD800D8-DD7B-4B53-A5D8-799BAEC251A2}">
      <dgm:prSet/>
      <dgm:spPr/>
      <dgm:t>
        <a:bodyPr/>
        <a:lstStyle/>
        <a:p>
          <a:endParaRPr lang="en-US"/>
        </a:p>
      </dgm:t>
    </dgm:pt>
    <dgm:pt modelId="{A10EA13D-26AD-40F3-A505-BA490228ECB4}" type="sibTrans" cxnId="{0BD800D8-DD7B-4B53-A5D8-799BAEC251A2}">
      <dgm:prSet/>
      <dgm:spPr/>
      <dgm:t>
        <a:bodyPr/>
        <a:lstStyle/>
        <a:p>
          <a:endParaRPr lang="en-US"/>
        </a:p>
      </dgm:t>
    </dgm:pt>
    <dgm:pt modelId="{9F52D505-C72A-41BB-9261-40D6FF0AF69C}">
      <dgm:prSet phldrT="[Text]"/>
      <dgm:spPr/>
      <dgm:t>
        <a:bodyPr/>
        <a:lstStyle/>
        <a:p>
          <a:r>
            <a:rPr lang="en-US" dirty="0"/>
            <a:t>Risk</a:t>
          </a:r>
        </a:p>
      </dgm:t>
    </dgm:pt>
    <dgm:pt modelId="{C619ADC4-2D28-4B63-B4C9-A5BCF8566C7D}" type="parTrans" cxnId="{399633B8-1B9B-4D23-A303-68CFBA3501F2}">
      <dgm:prSet/>
      <dgm:spPr/>
      <dgm:t>
        <a:bodyPr/>
        <a:lstStyle/>
        <a:p>
          <a:endParaRPr lang="en-US"/>
        </a:p>
      </dgm:t>
    </dgm:pt>
    <dgm:pt modelId="{7A1F31F4-80DE-48B4-AA83-516F2AC57048}" type="sibTrans" cxnId="{399633B8-1B9B-4D23-A303-68CFBA3501F2}">
      <dgm:prSet/>
      <dgm:spPr/>
      <dgm:t>
        <a:bodyPr/>
        <a:lstStyle/>
        <a:p>
          <a:endParaRPr lang="en-US"/>
        </a:p>
      </dgm:t>
    </dgm:pt>
    <dgm:pt modelId="{8B176536-DD19-41B5-A0F2-E50C668118BC}">
      <dgm:prSet phldrT="[Text]"/>
      <dgm:spPr/>
      <dgm:t>
        <a:bodyPr/>
        <a:lstStyle/>
        <a:p>
          <a:r>
            <a:rPr lang="en-US" dirty="0"/>
            <a:t>The potential for delays or complications during development.</a:t>
          </a:r>
        </a:p>
      </dgm:t>
    </dgm:pt>
    <dgm:pt modelId="{56E353B0-EFBB-475C-ABC4-7C857C455F5C}" type="parTrans" cxnId="{DC9D5ADE-C837-4E63-ACCC-963A48B32F22}">
      <dgm:prSet/>
      <dgm:spPr/>
      <dgm:t>
        <a:bodyPr/>
        <a:lstStyle/>
        <a:p>
          <a:endParaRPr lang="en-US"/>
        </a:p>
      </dgm:t>
    </dgm:pt>
    <dgm:pt modelId="{619994DB-49A3-4EC7-B105-0951DBE93CE0}" type="sibTrans" cxnId="{DC9D5ADE-C837-4E63-ACCC-963A48B32F22}">
      <dgm:prSet/>
      <dgm:spPr/>
      <dgm:t>
        <a:bodyPr/>
        <a:lstStyle/>
        <a:p>
          <a:endParaRPr lang="en-US"/>
        </a:p>
      </dgm:t>
    </dgm:pt>
    <dgm:pt modelId="{258E896E-80CF-43A6-B8F5-2DE80AA61265}">
      <dgm:prSet phldrT="[Text]"/>
      <dgm:spPr/>
      <dgm:t>
        <a:bodyPr/>
        <a:lstStyle/>
        <a:p>
          <a:r>
            <a:rPr lang="en-US" dirty="0"/>
            <a:t>Dependencies</a:t>
          </a:r>
        </a:p>
      </dgm:t>
    </dgm:pt>
    <dgm:pt modelId="{EB2652CE-0BD1-4E3D-88C8-77CBE7BE63E1}" type="parTrans" cxnId="{E2D84BDE-E518-4D6E-BE09-CEFE256A5D02}">
      <dgm:prSet/>
      <dgm:spPr/>
      <dgm:t>
        <a:bodyPr/>
        <a:lstStyle/>
        <a:p>
          <a:endParaRPr lang="en-US"/>
        </a:p>
      </dgm:t>
    </dgm:pt>
    <dgm:pt modelId="{BE155AAC-D854-4ADF-AFA9-87F81400BFB6}" type="sibTrans" cxnId="{E2D84BDE-E518-4D6E-BE09-CEFE256A5D02}">
      <dgm:prSet/>
      <dgm:spPr/>
      <dgm:t>
        <a:bodyPr/>
        <a:lstStyle/>
        <a:p>
          <a:endParaRPr lang="en-US"/>
        </a:p>
      </dgm:t>
    </dgm:pt>
    <dgm:pt modelId="{311476E7-483C-448C-AEBA-078021A44301}">
      <dgm:prSet phldrT="[Text]"/>
      <dgm:spPr/>
      <dgm:t>
        <a:bodyPr/>
        <a:lstStyle/>
        <a:p>
          <a:r>
            <a:rPr lang="en-US" dirty="0"/>
            <a:t>The relationship between user stories and their impact on other features.</a:t>
          </a:r>
        </a:p>
      </dgm:t>
    </dgm:pt>
    <dgm:pt modelId="{E74CD3EE-F528-4D4B-927A-6DA310CDD7FE}" type="parTrans" cxnId="{EFF11C43-5D1D-44BA-9AE4-B0E1E74DA491}">
      <dgm:prSet/>
      <dgm:spPr/>
      <dgm:t>
        <a:bodyPr/>
        <a:lstStyle/>
        <a:p>
          <a:endParaRPr lang="en-US"/>
        </a:p>
      </dgm:t>
    </dgm:pt>
    <dgm:pt modelId="{F1C4FD7E-D4BF-48D0-A687-B649B25E09F4}" type="sibTrans" cxnId="{EFF11C43-5D1D-44BA-9AE4-B0E1E74DA491}">
      <dgm:prSet/>
      <dgm:spPr/>
      <dgm:t>
        <a:bodyPr/>
        <a:lstStyle/>
        <a:p>
          <a:endParaRPr lang="en-US"/>
        </a:p>
      </dgm:t>
    </dgm:pt>
    <dgm:pt modelId="{C2F4AD7A-B508-42F0-A64A-6ED856C7BFBF}" type="pres">
      <dgm:prSet presAssocID="{8FB37009-C7D1-4671-BD8F-75789D7E5850}" presName="linearFlow" presStyleCnt="0">
        <dgm:presLayoutVars>
          <dgm:dir/>
          <dgm:animLvl val="lvl"/>
          <dgm:resizeHandles val="exact"/>
        </dgm:presLayoutVars>
      </dgm:prSet>
      <dgm:spPr/>
    </dgm:pt>
    <dgm:pt modelId="{2B92D656-9CE3-42CA-8720-7B3E9F6F210A}" type="pres">
      <dgm:prSet presAssocID="{D5203D3D-5243-4D7A-A847-08064A73504B}" presName="composite" presStyleCnt="0"/>
      <dgm:spPr/>
    </dgm:pt>
    <dgm:pt modelId="{06D5FE34-3C96-4E13-A1FE-DC7D89BCF612}" type="pres">
      <dgm:prSet presAssocID="{D5203D3D-5243-4D7A-A847-08064A73504B}" presName="parentText" presStyleLbl="alignNode1" presStyleIdx="0" presStyleCnt="3">
        <dgm:presLayoutVars>
          <dgm:chMax val="1"/>
          <dgm:bulletEnabled val="1"/>
        </dgm:presLayoutVars>
      </dgm:prSet>
      <dgm:spPr/>
    </dgm:pt>
    <dgm:pt modelId="{61D41F13-6289-4749-8F18-AB7FA9F1AF7E}" type="pres">
      <dgm:prSet presAssocID="{D5203D3D-5243-4D7A-A847-08064A73504B}" presName="descendantText" presStyleLbl="alignAcc1" presStyleIdx="0" presStyleCnt="3">
        <dgm:presLayoutVars>
          <dgm:bulletEnabled val="1"/>
        </dgm:presLayoutVars>
      </dgm:prSet>
      <dgm:spPr/>
    </dgm:pt>
    <dgm:pt modelId="{5DA7B5C7-FA61-440B-9997-EAFEDD26CCC9}" type="pres">
      <dgm:prSet presAssocID="{6452B760-7FED-4A38-B7FA-9AFAB27BEFAC}" presName="sp" presStyleCnt="0"/>
      <dgm:spPr/>
    </dgm:pt>
    <dgm:pt modelId="{C1247DA8-435F-4E62-8BAC-FB6A50A0215D}" type="pres">
      <dgm:prSet presAssocID="{9F52D505-C72A-41BB-9261-40D6FF0AF69C}" presName="composite" presStyleCnt="0"/>
      <dgm:spPr/>
    </dgm:pt>
    <dgm:pt modelId="{987A64F2-269E-4A72-BE37-DA7D0BC3E62B}" type="pres">
      <dgm:prSet presAssocID="{9F52D505-C72A-41BB-9261-40D6FF0AF69C}" presName="parentText" presStyleLbl="alignNode1" presStyleIdx="1" presStyleCnt="3">
        <dgm:presLayoutVars>
          <dgm:chMax val="1"/>
          <dgm:bulletEnabled val="1"/>
        </dgm:presLayoutVars>
      </dgm:prSet>
      <dgm:spPr/>
    </dgm:pt>
    <dgm:pt modelId="{34AA42E2-9D39-4DBE-8926-80597430B985}" type="pres">
      <dgm:prSet presAssocID="{9F52D505-C72A-41BB-9261-40D6FF0AF69C}" presName="descendantText" presStyleLbl="alignAcc1" presStyleIdx="1" presStyleCnt="3">
        <dgm:presLayoutVars>
          <dgm:bulletEnabled val="1"/>
        </dgm:presLayoutVars>
      </dgm:prSet>
      <dgm:spPr/>
    </dgm:pt>
    <dgm:pt modelId="{F97EB7D4-0DCD-4E91-A751-D1F5318BECC9}" type="pres">
      <dgm:prSet presAssocID="{7A1F31F4-80DE-48B4-AA83-516F2AC57048}" presName="sp" presStyleCnt="0"/>
      <dgm:spPr/>
    </dgm:pt>
    <dgm:pt modelId="{AE6E8383-55D4-453E-A110-EC6B8690DE85}" type="pres">
      <dgm:prSet presAssocID="{258E896E-80CF-43A6-B8F5-2DE80AA61265}" presName="composite" presStyleCnt="0"/>
      <dgm:spPr/>
    </dgm:pt>
    <dgm:pt modelId="{E92956E5-052A-4FE5-A3CB-11D479D114FC}" type="pres">
      <dgm:prSet presAssocID="{258E896E-80CF-43A6-B8F5-2DE80AA61265}" presName="parentText" presStyleLbl="alignNode1" presStyleIdx="2" presStyleCnt="3">
        <dgm:presLayoutVars>
          <dgm:chMax val="1"/>
          <dgm:bulletEnabled val="1"/>
        </dgm:presLayoutVars>
      </dgm:prSet>
      <dgm:spPr/>
    </dgm:pt>
    <dgm:pt modelId="{3F15A188-A682-4C2A-B229-90FF64811E78}" type="pres">
      <dgm:prSet presAssocID="{258E896E-80CF-43A6-B8F5-2DE80AA61265}" presName="descendantText" presStyleLbl="alignAcc1" presStyleIdx="2" presStyleCnt="3">
        <dgm:presLayoutVars>
          <dgm:bulletEnabled val="1"/>
        </dgm:presLayoutVars>
      </dgm:prSet>
      <dgm:spPr/>
    </dgm:pt>
  </dgm:ptLst>
  <dgm:cxnLst>
    <dgm:cxn modelId="{332FA928-CE59-4100-B57C-BB1A7F66293A}" type="presOf" srcId="{9F52D505-C72A-41BB-9261-40D6FF0AF69C}" destId="{987A64F2-269E-4A72-BE37-DA7D0BC3E62B}" srcOrd="0" destOrd="0" presId="urn:microsoft.com/office/officeart/2005/8/layout/chevron2"/>
    <dgm:cxn modelId="{C1702D39-B8D6-490C-9046-5FCED6D08B60}" type="presOf" srcId="{8B176536-DD19-41B5-A0F2-E50C668118BC}" destId="{34AA42E2-9D39-4DBE-8926-80597430B985}" srcOrd="0" destOrd="0" presId="urn:microsoft.com/office/officeart/2005/8/layout/chevron2"/>
    <dgm:cxn modelId="{EFF11C43-5D1D-44BA-9AE4-B0E1E74DA491}" srcId="{258E896E-80CF-43A6-B8F5-2DE80AA61265}" destId="{311476E7-483C-448C-AEBA-078021A44301}" srcOrd="0" destOrd="0" parTransId="{E74CD3EE-F528-4D4B-927A-6DA310CDD7FE}" sibTransId="{F1C4FD7E-D4BF-48D0-A687-B649B25E09F4}"/>
    <dgm:cxn modelId="{AF449459-1269-4C8E-A716-825A95BDF859}" srcId="{8FB37009-C7D1-4671-BD8F-75789D7E5850}" destId="{D5203D3D-5243-4D7A-A847-08064A73504B}" srcOrd="0" destOrd="0" parTransId="{7BA01F19-C022-420C-B873-E96654FB8257}" sibTransId="{6452B760-7FED-4A38-B7FA-9AFAB27BEFAC}"/>
    <dgm:cxn modelId="{86E18082-38C8-4D0F-B7E6-3542FADAC678}" type="presOf" srcId="{975DDECA-45CD-4195-82B8-06D5993F3463}" destId="{61D41F13-6289-4749-8F18-AB7FA9F1AF7E}" srcOrd="0" destOrd="0" presId="urn:microsoft.com/office/officeart/2005/8/layout/chevron2"/>
    <dgm:cxn modelId="{7F610AA0-4CB0-49FC-BB5A-21F68FE37134}" type="presOf" srcId="{8FB37009-C7D1-4671-BD8F-75789D7E5850}" destId="{C2F4AD7A-B508-42F0-A64A-6ED856C7BFBF}" srcOrd="0" destOrd="0" presId="urn:microsoft.com/office/officeart/2005/8/layout/chevron2"/>
    <dgm:cxn modelId="{438C87AC-A5DA-4919-BCDB-BA41111BE079}" type="presOf" srcId="{D5203D3D-5243-4D7A-A847-08064A73504B}" destId="{06D5FE34-3C96-4E13-A1FE-DC7D89BCF612}" srcOrd="0" destOrd="0" presId="urn:microsoft.com/office/officeart/2005/8/layout/chevron2"/>
    <dgm:cxn modelId="{399633B8-1B9B-4D23-A303-68CFBA3501F2}" srcId="{8FB37009-C7D1-4671-BD8F-75789D7E5850}" destId="{9F52D505-C72A-41BB-9261-40D6FF0AF69C}" srcOrd="1" destOrd="0" parTransId="{C619ADC4-2D28-4B63-B4C9-A5BCF8566C7D}" sibTransId="{7A1F31F4-80DE-48B4-AA83-516F2AC57048}"/>
    <dgm:cxn modelId="{3F675DBD-29E9-4406-ABB6-BEF1410E54EE}" type="presOf" srcId="{311476E7-483C-448C-AEBA-078021A44301}" destId="{3F15A188-A682-4C2A-B229-90FF64811E78}" srcOrd="0" destOrd="0" presId="urn:microsoft.com/office/officeart/2005/8/layout/chevron2"/>
    <dgm:cxn modelId="{0BD800D8-DD7B-4B53-A5D8-799BAEC251A2}" srcId="{D5203D3D-5243-4D7A-A847-08064A73504B}" destId="{975DDECA-45CD-4195-82B8-06D5993F3463}" srcOrd="0" destOrd="0" parTransId="{583EF515-C26F-4C73-808C-2F56C2CC28BA}" sibTransId="{A10EA13D-26AD-40F3-A505-BA490228ECB4}"/>
    <dgm:cxn modelId="{E2D84BDE-E518-4D6E-BE09-CEFE256A5D02}" srcId="{8FB37009-C7D1-4671-BD8F-75789D7E5850}" destId="{258E896E-80CF-43A6-B8F5-2DE80AA61265}" srcOrd="2" destOrd="0" parTransId="{EB2652CE-0BD1-4E3D-88C8-77CBE7BE63E1}" sibTransId="{BE155AAC-D854-4ADF-AFA9-87F81400BFB6}"/>
    <dgm:cxn modelId="{DC9D5ADE-C837-4E63-ACCC-963A48B32F22}" srcId="{9F52D505-C72A-41BB-9261-40D6FF0AF69C}" destId="{8B176536-DD19-41B5-A0F2-E50C668118BC}" srcOrd="0" destOrd="0" parTransId="{56E353B0-EFBB-475C-ABC4-7C857C455F5C}" sibTransId="{619994DB-49A3-4EC7-B105-0951DBE93CE0}"/>
    <dgm:cxn modelId="{14518EF5-9E1A-4160-8EC5-51A0F4BF0AFD}" type="presOf" srcId="{258E896E-80CF-43A6-B8F5-2DE80AA61265}" destId="{E92956E5-052A-4FE5-A3CB-11D479D114FC}" srcOrd="0" destOrd="0" presId="urn:microsoft.com/office/officeart/2005/8/layout/chevron2"/>
    <dgm:cxn modelId="{7AA47E06-D775-41EA-9DB1-E63964A66BD8}" type="presParOf" srcId="{C2F4AD7A-B508-42F0-A64A-6ED856C7BFBF}" destId="{2B92D656-9CE3-42CA-8720-7B3E9F6F210A}" srcOrd="0" destOrd="0" presId="urn:microsoft.com/office/officeart/2005/8/layout/chevron2"/>
    <dgm:cxn modelId="{712E9430-84B4-492B-BE9E-5AD945FA5985}" type="presParOf" srcId="{2B92D656-9CE3-42CA-8720-7B3E9F6F210A}" destId="{06D5FE34-3C96-4E13-A1FE-DC7D89BCF612}" srcOrd="0" destOrd="0" presId="urn:microsoft.com/office/officeart/2005/8/layout/chevron2"/>
    <dgm:cxn modelId="{65BDCA63-93B2-434E-944D-B196677C94C3}" type="presParOf" srcId="{2B92D656-9CE3-42CA-8720-7B3E9F6F210A}" destId="{61D41F13-6289-4749-8F18-AB7FA9F1AF7E}" srcOrd="1" destOrd="0" presId="urn:microsoft.com/office/officeart/2005/8/layout/chevron2"/>
    <dgm:cxn modelId="{84FFD00C-4A0F-4068-B314-08D5F426FC1A}" type="presParOf" srcId="{C2F4AD7A-B508-42F0-A64A-6ED856C7BFBF}" destId="{5DA7B5C7-FA61-440B-9997-EAFEDD26CCC9}" srcOrd="1" destOrd="0" presId="urn:microsoft.com/office/officeart/2005/8/layout/chevron2"/>
    <dgm:cxn modelId="{0481ABB9-E80F-45B3-A4B6-2232AB1CEF7B}" type="presParOf" srcId="{C2F4AD7A-B508-42F0-A64A-6ED856C7BFBF}" destId="{C1247DA8-435F-4E62-8BAC-FB6A50A0215D}" srcOrd="2" destOrd="0" presId="urn:microsoft.com/office/officeart/2005/8/layout/chevron2"/>
    <dgm:cxn modelId="{B04B3F91-9CB5-499B-9E90-230ED8C420F2}" type="presParOf" srcId="{C1247DA8-435F-4E62-8BAC-FB6A50A0215D}" destId="{987A64F2-269E-4A72-BE37-DA7D0BC3E62B}" srcOrd="0" destOrd="0" presId="urn:microsoft.com/office/officeart/2005/8/layout/chevron2"/>
    <dgm:cxn modelId="{1B225A6E-689F-4816-B43A-C41997F80764}" type="presParOf" srcId="{C1247DA8-435F-4E62-8BAC-FB6A50A0215D}" destId="{34AA42E2-9D39-4DBE-8926-80597430B985}" srcOrd="1" destOrd="0" presId="urn:microsoft.com/office/officeart/2005/8/layout/chevron2"/>
    <dgm:cxn modelId="{D4D7AB38-E3AB-4792-B4B3-AE51E7BC76BA}" type="presParOf" srcId="{C2F4AD7A-B508-42F0-A64A-6ED856C7BFBF}" destId="{F97EB7D4-0DCD-4E91-A751-D1F5318BECC9}" srcOrd="3" destOrd="0" presId="urn:microsoft.com/office/officeart/2005/8/layout/chevron2"/>
    <dgm:cxn modelId="{8930C761-DDC7-4722-AB31-8C2480F29946}" type="presParOf" srcId="{C2F4AD7A-B508-42F0-A64A-6ED856C7BFBF}" destId="{AE6E8383-55D4-453E-A110-EC6B8690DE85}" srcOrd="4" destOrd="0" presId="urn:microsoft.com/office/officeart/2005/8/layout/chevron2"/>
    <dgm:cxn modelId="{9262B3CD-2668-4410-B709-131707F49568}" type="presParOf" srcId="{AE6E8383-55D4-453E-A110-EC6B8690DE85}" destId="{E92956E5-052A-4FE5-A3CB-11D479D114FC}" srcOrd="0" destOrd="0" presId="urn:microsoft.com/office/officeart/2005/8/layout/chevron2"/>
    <dgm:cxn modelId="{31D4CD7A-F95F-4A1D-A424-4AE0F0218852}" type="presParOf" srcId="{AE6E8383-55D4-453E-A110-EC6B8690DE85}" destId="{3F15A188-A682-4C2A-B229-90FF64811E78}"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7FAF0CF-68D6-4DA5-8630-59048402F6ED}" type="doc">
      <dgm:prSet loTypeId="urn:microsoft.com/office/officeart/2005/8/layout/hProcess9" loCatId="process" qsTypeId="urn:microsoft.com/office/officeart/2005/8/quickstyle/simple1" qsCatId="simple" csTypeId="urn:microsoft.com/office/officeart/2005/8/colors/accent1_2" csCatId="accent1" phldr="1"/>
      <dgm:spPr/>
    </dgm:pt>
    <dgm:pt modelId="{17423B8C-0F00-4E34-846C-27974FA292C9}">
      <dgm:prSet phldrT="[Text]"/>
      <dgm:spPr/>
      <dgm:t>
        <a:bodyPr/>
        <a:lstStyle/>
        <a:p>
          <a:r>
            <a:rPr lang="en-US" dirty="0"/>
            <a:t>The actor initiates an action, triggering the use case</a:t>
          </a:r>
        </a:p>
      </dgm:t>
    </dgm:pt>
    <dgm:pt modelId="{88950FC7-1751-4CD8-8320-FEF15C61F247}" type="parTrans" cxnId="{706D2B76-C6BA-40DA-8F0D-4B778804A77A}">
      <dgm:prSet/>
      <dgm:spPr/>
      <dgm:t>
        <a:bodyPr/>
        <a:lstStyle/>
        <a:p>
          <a:endParaRPr lang="en-US"/>
        </a:p>
      </dgm:t>
    </dgm:pt>
    <dgm:pt modelId="{0A826B9B-9FAA-4C1E-BA9D-7C0E698F9A13}" type="sibTrans" cxnId="{706D2B76-C6BA-40DA-8F0D-4B778804A77A}">
      <dgm:prSet/>
      <dgm:spPr/>
      <dgm:t>
        <a:bodyPr/>
        <a:lstStyle/>
        <a:p>
          <a:endParaRPr lang="en-US"/>
        </a:p>
      </dgm:t>
    </dgm:pt>
    <dgm:pt modelId="{CF3AA1C3-33FF-4713-A9AC-5B94CC2F317E}">
      <dgm:prSet phldrT="[Text]"/>
      <dgm:spPr/>
      <dgm:t>
        <a:bodyPr/>
        <a:lstStyle/>
        <a:p>
          <a:r>
            <a:rPr lang="en-US" dirty="0"/>
            <a:t>The system responds to the actor's action, performing the required task</a:t>
          </a:r>
        </a:p>
      </dgm:t>
    </dgm:pt>
    <dgm:pt modelId="{36F07928-3A13-4ECB-8D2C-09E9AE897AC7}" type="parTrans" cxnId="{B6CF234F-D8F8-403C-ABB2-775316284FCF}">
      <dgm:prSet/>
      <dgm:spPr/>
      <dgm:t>
        <a:bodyPr/>
        <a:lstStyle/>
        <a:p>
          <a:endParaRPr lang="en-US"/>
        </a:p>
      </dgm:t>
    </dgm:pt>
    <dgm:pt modelId="{77FF7FC4-D736-41AC-A568-16A7B5E3DAD9}" type="sibTrans" cxnId="{B6CF234F-D8F8-403C-ABB2-775316284FCF}">
      <dgm:prSet/>
      <dgm:spPr/>
      <dgm:t>
        <a:bodyPr/>
        <a:lstStyle/>
        <a:p>
          <a:endParaRPr lang="en-US"/>
        </a:p>
      </dgm:t>
    </dgm:pt>
    <dgm:pt modelId="{8E0BC961-0963-4FCD-A6A0-C9E9419B569D}">
      <dgm:prSet phldrT="[Text]"/>
      <dgm:spPr/>
      <dgm:t>
        <a:bodyPr/>
        <a:lstStyle/>
        <a:p>
          <a:r>
            <a:rPr lang="en-US" dirty="0"/>
            <a:t>The actor receives feedback or a response from the system</a:t>
          </a:r>
        </a:p>
      </dgm:t>
    </dgm:pt>
    <dgm:pt modelId="{5AE9EF43-C860-48CF-B71B-CC1059356DB4}" type="parTrans" cxnId="{62388CB6-62B1-45E2-BAC6-C333B160BFF4}">
      <dgm:prSet/>
      <dgm:spPr/>
      <dgm:t>
        <a:bodyPr/>
        <a:lstStyle/>
        <a:p>
          <a:endParaRPr lang="en-US"/>
        </a:p>
      </dgm:t>
    </dgm:pt>
    <dgm:pt modelId="{1C379685-A91C-4DF5-AE87-31D7A75DC978}" type="sibTrans" cxnId="{62388CB6-62B1-45E2-BAC6-C333B160BFF4}">
      <dgm:prSet/>
      <dgm:spPr/>
      <dgm:t>
        <a:bodyPr/>
        <a:lstStyle/>
        <a:p>
          <a:endParaRPr lang="en-US"/>
        </a:p>
      </dgm:t>
    </dgm:pt>
    <dgm:pt modelId="{5658ACAE-FA0A-49B4-B0B1-E7BEB468D6BB}" type="pres">
      <dgm:prSet presAssocID="{C7FAF0CF-68D6-4DA5-8630-59048402F6ED}" presName="CompostProcess" presStyleCnt="0">
        <dgm:presLayoutVars>
          <dgm:dir/>
          <dgm:resizeHandles val="exact"/>
        </dgm:presLayoutVars>
      </dgm:prSet>
      <dgm:spPr/>
    </dgm:pt>
    <dgm:pt modelId="{AB94F454-AD5E-45BC-A278-93981AC61AAF}" type="pres">
      <dgm:prSet presAssocID="{C7FAF0CF-68D6-4DA5-8630-59048402F6ED}" presName="arrow" presStyleLbl="bgShp" presStyleIdx="0" presStyleCnt="1"/>
      <dgm:spPr/>
    </dgm:pt>
    <dgm:pt modelId="{F2952E84-F6F1-4307-92F9-6CA5EE3BC891}" type="pres">
      <dgm:prSet presAssocID="{C7FAF0CF-68D6-4DA5-8630-59048402F6ED}" presName="linearProcess" presStyleCnt="0"/>
      <dgm:spPr/>
    </dgm:pt>
    <dgm:pt modelId="{3F31B8A5-8AD0-4A4D-9ED7-2D991EC8E70E}" type="pres">
      <dgm:prSet presAssocID="{17423B8C-0F00-4E34-846C-27974FA292C9}" presName="textNode" presStyleLbl="node1" presStyleIdx="0" presStyleCnt="3">
        <dgm:presLayoutVars>
          <dgm:bulletEnabled val="1"/>
        </dgm:presLayoutVars>
      </dgm:prSet>
      <dgm:spPr/>
    </dgm:pt>
    <dgm:pt modelId="{C0272C75-52F5-4490-A28E-33DF4BBBF347}" type="pres">
      <dgm:prSet presAssocID="{0A826B9B-9FAA-4C1E-BA9D-7C0E698F9A13}" presName="sibTrans" presStyleCnt="0"/>
      <dgm:spPr/>
    </dgm:pt>
    <dgm:pt modelId="{5D60C7C8-52BC-4D76-957C-8106FC048E28}" type="pres">
      <dgm:prSet presAssocID="{CF3AA1C3-33FF-4713-A9AC-5B94CC2F317E}" presName="textNode" presStyleLbl="node1" presStyleIdx="1" presStyleCnt="3">
        <dgm:presLayoutVars>
          <dgm:bulletEnabled val="1"/>
        </dgm:presLayoutVars>
      </dgm:prSet>
      <dgm:spPr/>
    </dgm:pt>
    <dgm:pt modelId="{DA0CEB75-0269-4560-8680-2C77D3DDBAEB}" type="pres">
      <dgm:prSet presAssocID="{77FF7FC4-D736-41AC-A568-16A7B5E3DAD9}" presName="sibTrans" presStyleCnt="0"/>
      <dgm:spPr/>
    </dgm:pt>
    <dgm:pt modelId="{F75612C1-BB7E-4A9B-B9C0-A2DEAAC09482}" type="pres">
      <dgm:prSet presAssocID="{8E0BC961-0963-4FCD-A6A0-C9E9419B569D}" presName="textNode" presStyleLbl="node1" presStyleIdx="2" presStyleCnt="3">
        <dgm:presLayoutVars>
          <dgm:bulletEnabled val="1"/>
        </dgm:presLayoutVars>
      </dgm:prSet>
      <dgm:spPr/>
    </dgm:pt>
  </dgm:ptLst>
  <dgm:cxnLst>
    <dgm:cxn modelId="{B6CF234F-D8F8-403C-ABB2-775316284FCF}" srcId="{C7FAF0CF-68D6-4DA5-8630-59048402F6ED}" destId="{CF3AA1C3-33FF-4713-A9AC-5B94CC2F317E}" srcOrd="1" destOrd="0" parTransId="{36F07928-3A13-4ECB-8D2C-09E9AE897AC7}" sibTransId="{77FF7FC4-D736-41AC-A568-16A7B5E3DAD9}"/>
    <dgm:cxn modelId="{706D2B76-C6BA-40DA-8F0D-4B778804A77A}" srcId="{C7FAF0CF-68D6-4DA5-8630-59048402F6ED}" destId="{17423B8C-0F00-4E34-846C-27974FA292C9}" srcOrd="0" destOrd="0" parTransId="{88950FC7-1751-4CD8-8320-FEF15C61F247}" sibTransId="{0A826B9B-9FAA-4C1E-BA9D-7C0E698F9A13}"/>
    <dgm:cxn modelId="{9E6C9296-68A0-4B60-8BCF-7F9A8FD1D9E7}" type="presOf" srcId="{C7FAF0CF-68D6-4DA5-8630-59048402F6ED}" destId="{5658ACAE-FA0A-49B4-B0B1-E7BEB468D6BB}" srcOrd="0" destOrd="0" presId="urn:microsoft.com/office/officeart/2005/8/layout/hProcess9"/>
    <dgm:cxn modelId="{62388CB6-62B1-45E2-BAC6-C333B160BFF4}" srcId="{C7FAF0CF-68D6-4DA5-8630-59048402F6ED}" destId="{8E0BC961-0963-4FCD-A6A0-C9E9419B569D}" srcOrd="2" destOrd="0" parTransId="{5AE9EF43-C860-48CF-B71B-CC1059356DB4}" sibTransId="{1C379685-A91C-4DF5-AE87-31D7A75DC978}"/>
    <dgm:cxn modelId="{7EFE00D9-DAE1-4A61-B334-08DEB17E2C41}" type="presOf" srcId="{8E0BC961-0963-4FCD-A6A0-C9E9419B569D}" destId="{F75612C1-BB7E-4A9B-B9C0-A2DEAAC09482}" srcOrd="0" destOrd="0" presId="urn:microsoft.com/office/officeart/2005/8/layout/hProcess9"/>
    <dgm:cxn modelId="{86A37BE7-0461-4898-B2FE-8DD5EF571383}" type="presOf" srcId="{CF3AA1C3-33FF-4713-A9AC-5B94CC2F317E}" destId="{5D60C7C8-52BC-4D76-957C-8106FC048E28}" srcOrd="0" destOrd="0" presId="urn:microsoft.com/office/officeart/2005/8/layout/hProcess9"/>
    <dgm:cxn modelId="{ED3DE3E9-A624-4454-8691-F5363B272538}" type="presOf" srcId="{17423B8C-0F00-4E34-846C-27974FA292C9}" destId="{3F31B8A5-8AD0-4A4D-9ED7-2D991EC8E70E}" srcOrd="0" destOrd="0" presId="urn:microsoft.com/office/officeart/2005/8/layout/hProcess9"/>
    <dgm:cxn modelId="{CE17C84B-8B7F-4B65-A821-972425D1F631}" type="presParOf" srcId="{5658ACAE-FA0A-49B4-B0B1-E7BEB468D6BB}" destId="{AB94F454-AD5E-45BC-A278-93981AC61AAF}" srcOrd="0" destOrd="0" presId="urn:microsoft.com/office/officeart/2005/8/layout/hProcess9"/>
    <dgm:cxn modelId="{08CE2138-62E7-4E4E-8DAB-36D6F565867D}" type="presParOf" srcId="{5658ACAE-FA0A-49B4-B0B1-E7BEB468D6BB}" destId="{F2952E84-F6F1-4307-92F9-6CA5EE3BC891}" srcOrd="1" destOrd="0" presId="urn:microsoft.com/office/officeart/2005/8/layout/hProcess9"/>
    <dgm:cxn modelId="{AA887EDC-DCE8-402C-B256-CEAB6A56E0C3}" type="presParOf" srcId="{F2952E84-F6F1-4307-92F9-6CA5EE3BC891}" destId="{3F31B8A5-8AD0-4A4D-9ED7-2D991EC8E70E}" srcOrd="0" destOrd="0" presId="urn:microsoft.com/office/officeart/2005/8/layout/hProcess9"/>
    <dgm:cxn modelId="{1427D7E4-A843-4991-BDD2-09B0600D3373}" type="presParOf" srcId="{F2952E84-F6F1-4307-92F9-6CA5EE3BC891}" destId="{C0272C75-52F5-4490-A28E-33DF4BBBF347}" srcOrd="1" destOrd="0" presId="urn:microsoft.com/office/officeart/2005/8/layout/hProcess9"/>
    <dgm:cxn modelId="{6688747F-6198-4B12-A3A9-E5E3B7A5F8ED}" type="presParOf" srcId="{F2952E84-F6F1-4307-92F9-6CA5EE3BC891}" destId="{5D60C7C8-52BC-4D76-957C-8106FC048E28}" srcOrd="2" destOrd="0" presId="urn:microsoft.com/office/officeart/2005/8/layout/hProcess9"/>
    <dgm:cxn modelId="{5B11361E-04AD-4F07-A6EF-B0BCD33FF2AC}" type="presParOf" srcId="{F2952E84-F6F1-4307-92F9-6CA5EE3BC891}" destId="{DA0CEB75-0269-4560-8680-2C77D3DDBAEB}" srcOrd="3" destOrd="0" presId="urn:microsoft.com/office/officeart/2005/8/layout/hProcess9"/>
    <dgm:cxn modelId="{EDB4C925-C77C-4455-94AA-5D703F1BD225}" type="presParOf" srcId="{F2952E84-F6F1-4307-92F9-6CA5EE3BC891}" destId="{F75612C1-BB7E-4A9B-B9C0-A2DEAAC09482}"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D5FE34-3C96-4E13-A1FE-DC7D89BCF612}">
      <dsp:nvSpPr>
        <dsp:cNvPr id="0" name=""/>
        <dsp:cNvSpPr/>
      </dsp:nvSpPr>
      <dsp:spPr>
        <a:xfrm rot="5400000">
          <a:off x="-293764" y="294227"/>
          <a:ext cx="1958431" cy="137090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Value</a:t>
          </a:r>
        </a:p>
      </dsp:txBody>
      <dsp:txXfrm rot="-5400000">
        <a:off x="2" y="685913"/>
        <a:ext cx="1370901" cy="587530"/>
      </dsp:txXfrm>
    </dsp:sp>
    <dsp:sp modelId="{61D41F13-6289-4749-8F18-AB7FA9F1AF7E}">
      <dsp:nvSpPr>
        <dsp:cNvPr id="0" name=""/>
        <dsp:cNvSpPr/>
      </dsp:nvSpPr>
      <dsp:spPr>
        <a:xfrm rot="5400000">
          <a:off x="6631529" y="-5260164"/>
          <a:ext cx="1272980" cy="1179423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1592" tIns="26035" rIns="26035" bIns="26035" numCol="1" spcCol="1270" anchor="ctr" anchorCtr="0">
          <a:noAutofit/>
        </a:bodyPr>
        <a:lstStyle/>
        <a:p>
          <a:pPr marL="285750" lvl="1" indent="-285750" algn="l" defTabSz="1822450">
            <a:lnSpc>
              <a:spcPct val="90000"/>
            </a:lnSpc>
            <a:spcBef>
              <a:spcPct val="0"/>
            </a:spcBef>
            <a:spcAft>
              <a:spcPct val="15000"/>
            </a:spcAft>
            <a:buChar char="•"/>
          </a:pPr>
          <a:r>
            <a:rPr lang="en-US" sz="4100" kern="1200" dirty="0"/>
            <a:t>The potential impact of the user story on users and business goals.</a:t>
          </a:r>
        </a:p>
      </dsp:txBody>
      <dsp:txXfrm rot="-5400000">
        <a:off x="1370902" y="62605"/>
        <a:ext cx="11732093" cy="1148696"/>
      </dsp:txXfrm>
    </dsp:sp>
    <dsp:sp modelId="{987A64F2-269E-4A72-BE37-DA7D0BC3E62B}">
      <dsp:nvSpPr>
        <dsp:cNvPr id="0" name=""/>
        <dsp:cNvSpPr/>
      </dsp:nvSpPr>
      <dsp:spPr>
        <a:xfrm rot="5400000">
          <a:off x="-293764" y="2061718"/>
          <a:ext cx="1958431" cy="137090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Risk</a:t>
          </a:r>
        </a:p>
      </dsp:txBody>
      <dsp:txXfrm rot="-5400000">
        <a:off x="2" y="2453404"/>
        <a:ext cx="1370901" cy="587530"/>
      </dsp:txXfrm>
    </dsp:sp>
    <dsp:sp modelId="{34AA42E2-9D39-4DBE-8926-80597430B985}">
      <dsp:nvSpPr>
        <dsp:cNvPr id="0" name=""/>
        <dsp:cNvSpPr/>
      </dsp:nvSpPr>
      <dsp:spPr>
        <a:xfrm rot="5400000">
          <a:off x="6631529" y="-3492674"/>
          <a:ext cx="1272980" cy="1179423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1592" tIns="26035" rIns="26035" bIns="26035" numCol="1" spcCol="1270" anchor="ctr" anchorCtr="0">
          <a:noAutofit/>
        </a:bodyPr>
        <a:lstStyle/>
        <a:p>
          <a:pPr marL="285750" lvl="1" indent="-285750" algn="l" defTabSz="1822450">
            <a:lnSpc>
              <a:spcPct val="90000"/>
            </a:lnSpc>
            <a:spcBef>
              <a:spcPct val="0"/>
            </a:spcBef>
            <a:spcAft>
              <a:spcPct val="15000"/>
            </a:spcAft>
            <a:buChar char="•"/>
          </a:pPr>
          <a:r>
            <a:rPr lang="en-US" sz="4100" kern="1200" dirty="0"/>
            <a:t>The potential for delays or complications during development.</a:t>
          </a:r>
        </a:p>
      </dsp:txBody>
      <dsp:txXfrm rot="-5400000">
        <a:off x="1370902" y="1830095"/>
        <a:ext cx="11732093" cy="1148696"/>
      </dsp:txXfrm>
    </dsp:sp>
    <dsp:sp modelId="{E92956E5-052A-4FE5-A3CB-11D479D114FC}">
      <dsp:nvSpPr>
        <dsp:cNvPr id="0" name=""/>
        <dsp:cNvSpPr/>
      </dsp:nvSpPr>
      <dsp:spPr>
        <a:xfrm rot="5400000">
          <a:off x="-293764" y="3829208"/>
          <a:ext cx="1958431" cy="137090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Dependencies</a:t>
          </a:r>
        </a:p>
      </dsp:txBody>
      <dsp:txXfrm rot="-5400000">
        <a:off x="2" y="4220894"/>
        <a:ext cx="1370901" cy="587530"/>
      </dsp:txXfrm>
    </dsp:sp>
    <dsp:sp modelId="{3F15A188-A682-4C2A-B229-90FF64811E78}">
      <dsp:nvSpPr>
        <dsp:cNvPr id="0" name=""/>
        <dsp:cNvSpPr/>
      </dsp:nvSpPr>
      <dsp:spPr>
        <a:xfrm rot="5400000">
          <a:off x="6631529" y="-1725183"/>
          <a:ext cx="1272980" cy="1179423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1592" tIns="26035" rIns="26035" bIns="26035" numCol="1" spcCol="1270" anchor="ctr" anchorCtr="0">
          <a:noAutofit/>
        </a:bodyPr>
        <a:lstStyle/>
        <a:p>
          <a:pPr marL="285750" lvl="1" indent="-285750" algn="l" defTabSz="1822450">
            <a:lnSpc>
              <a:spcPct val="90000"/>
            </a:lnSpc>
            <a:spcBef>
              <a:spcPct val="0"/>
            </a:spcBef>
            <a:spcAft>
              <a:spcPct val="15000"/>
            </a:spcAft>
            <a:buChar char="•"/>
          </a:pPr>
          <a:r>
            <a:rPr lang="en-US" sz="4100" kern="1200" dirty="0"/>
            <a:t>The relationship between user stories and their impact on other features.</a:t>
          </a:r>
        </a:p>
      </dsp:txBody>
      <dsp:txXfrm rot="-5400000">
        <a:off x="1370902" y="3597586"/>
        <a:ext cx="11732093" cy="11486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94F454-AD5E-45BC-A278-93981AC61AAF}">
      <dsp:nvSpPr>
        <dsp:cNvPr id="0" name=""/>
        <dsp:cNvSpPr/>
      </dsp:nvSpPr>
      <dsp:spPr>
        <a:xfrm>
          <a:off x="987385" y="0"/>
          <a:ext cx="11190366" cy="410713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31B8A5-8AD0-4A4D-9ED7-2D991EC8E70E}">
      <dsp:nvSpPr>
        <dsp:cNvPr id="0" name=""/>
        <dsp:cNvSpPr/>
      </dsp:nvSpPr>
      <dsp:spPr>
        <a:xfrm>
          <a:off x="14142" y="1232140"/>
          <a:ext cx="4237528" cy="16428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The actor initiates an action, triggering the use case</a:t>
          </a:r>
        </a:p>
      </dsp:txBody>
      <dsp:txXfrm>
        <a:off x="94340" y="1312338"/>
        <a:ext cx="4077132" cy="1482458"/>
      </dsp:txXfrm>
    </dsp:sp>
    <dsp:sp modelId="{5D60C7C8-52BC-4D76-957C-8106FC048E28}">
      <dsp:nvSpPr>
        <dsp:cNvPr id="0" name=""/>
        <dsp:cNvSpPr/>
      </dsp:nvSpPr>
      <dsp:spPr>
        <a:xfrm>
          <a:off x="4463804" y="1232140"/>
          <a:ext cx="4237528" cy="16428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The system responds to the actor's action, performing the required task</a:t>
          </a:r>
        </a:p>
      </dsp:txBody>
      <dsp:txXfrm>
        <a:off x="4544002" y="1312338"/>
        <a:ext cx="4077132" cy="1482458"/>
      </dsp:txXfrm>
    </dsp:sp>
    <dsp:sp modelId="{F75612C1-BB7E-4A9B-B9C0-A2DEAAC09482}">
      <dsp:nvSpPr>
        <dsp:cNvPr id="0" name=""/>
        <dsp:cNvSpPr/>
      </dsp:nvSpPr>
      <dsp:spPr>
        <a:xfrm>
          <a:off x="8913466" y="1232140"/>
          <a:ext cx="4237528" cy="16428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The actor receives feedback or a response from the system</a:t>
          </a:r>
        </a:p>
      </dsp:txBody>
      <dsp:txXfrm>
        <a:off x="8993664" y="1312338"/>
        <a:ext cx="4077132" cy="1482458"/>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2099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dirty="0"/>
          </a:p>
        </p:txBody>
      </p:sp>
    </p:spTree>
    <p:extLst>
      <p:ext uri="{BB962C8B-B14F-4D97-AF65-F5344CB8AC3E}">
        <p14:creationId xmlns:p14="http://schemas.microsoft.com/office/powerpoint/2010/main" val="2364975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dirty="0"/>
          </a:p>
        </p:txBody>
      </p:sp>
    </p:spTree>
    <p:extLst>
      <p:ext uri="{BB962C8B-B14F-4D97-AF65-F5344CB8AC3E}">
        <p14:creationId xmlns:p14="http://schemas.microsoft.com/office/powerpoint/2010/main" val="3040416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E0073-C388-4BBC-94F1-A3FD064D5EAA}" type="slidenum">
              <a:rPr lang="en-GB" smtClean="0"/>
              <a:t>13</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Các Mẫu Kiến Trúc Phổ Biến</a:t>
            </a:r>
          </a:p>
          <a:p>
            <a:r>
              <a:rPr lang="vi-VN" b="1"/>
              <a:t>1. Kiến Trúc Phân Lớp (Layered Architecture)</a:t>
            </a:r>
          </a:p>
          <a:p>
            <a:r>
              <a:rPr lang="vi-VN"/>
              <a:t>Mô hình này chia ứng dụng thành các lớp riêng biệt, mỗi lớp có một vai trò cụ thể. Thông thường bao gồm:</a:t>
            </a:r>
          </a:p>
          <a:p>
            <a:r>
              <a:rPr lang="vi-VN" b="1"/>
              <a:t>Lớp Trình Bày (Presentation Layer):</a:t>
            </a:r>
            <a:r>
              <a:rPr lang="vi-VN"/>
              <a:t> Giao diện người dùng.</a:t>
            </a:r>
          </a:p>
          <a:p>
            <a:r>
              <a:rPr lang="vi-VN" b="1"/>
              <a:t>Lớp Nghiệp Vụ (Business Layer):</a:t>
            </a:r>
            <a:r>
              <a:rPr lang="vi-VN"/>
              <a:t> Xử lý logic nghiệp vụ.</a:t>
            </a:r>
          </a:p>
          <a:p>
            <a:r>
              <a:rPr lang="vi-VN" b="1"/>
              <a:t>Lớp Lưu Trữ (Persistence Layer):</a:t>
            </a:r>
            <a:r>
              <a:rPr lang="vi-VN"/>
              <a:t> Tương tác với cơ sở dữ liệu.</a:t>
            </a:r>
          </a:p>
          <a:p>
            <a:r>
              <a:rPr lang="vi-VN" b="1"/>
              <a:t>Lớp Cơ Sở Dữ Liệu (Database Layer):</a:t>
            </a:r>
            <a:r>
              <a:rPr lang="vi-VN"/>
              <a:t> Nơi lưu trữ dữ liệu.</a:t>
            </a:r>
          </a:p>
          <a:p>
            <a:r>
              <a:rPr lang="vi-VN" b="1"/>
              <a:t>2. Kiến Trúc Hướng Sự Kiện (Event-Driven Architecture) </a:t>
            </a:r>
            <a:r>
              <a:rPr lang="en-US" b="1"/>
              <a:t>🔄</a:t>
            </a:r>
          </a:p>
          <a:p>
            <a:r>
              <a:rPr lang="vi-VN"/>
              <a:t>Trong kiến trúc này, các thành phần của hệ thống giao tiếp với nhau thông qua việc phát và lắng nghe các </a:t>
            </a:r>
            <a:r>
              <a:rPr lang="vi-VN" b="1"/>
              <a:t>sự kiện</a:t>
            </a:r>
            <a:r>
              <a:rPr lang="vi-VN"/>
              <a:t>. Khi một sự kiện xảy ra, các thành phần đăng ký lắng nghe sự kiện đó sẽ thực hiện hành động tương ứng.</a:t>
            </a:r>
          </a:p>
          <a:p>
            <a:r>
              <a:rPr lang="vi-VN" b="1"/>
              <a:t>3. Kiến Trúc Microkernel (Microkernel Architecture)</a:t>
            </a:r>
          </a:p>
          <a:p>
            <a:r>
              <a:rPr lang="vi-VN"/>
              <a:t>Kiến trúc này bao gồm một </a:t>
            </a:r>
            <a:r>
              <a:rPr lang="vi-VN" b="1"/>
              <a:t>hệ thống lõi (core system)</a:t>
            </a:r>
            <a:r>
              <a:rPr lang="vi-VN"/>
              <a:t> tối thiểu và các </a:t>
            </a:r>
            <a:r>
              <a:rPr lang="vi-VN" b="1"/>
              <a:t>mô-đun plugin (plug-in modules)</a:t>
            </a:r>
            <a:r>
              <a:rPr lang="vi-VN"/>
              <a:t> mở rộng chức năng. Hình ảnh minh họa Java và Git như những công nghệ có thể liên quan.</a:t>
            </a:r>
          </a:p>
          <a:p>
            <a:r>
              <a:rPr lang="vi-VN" b="1"/>
              <a:t>4. Kiến Trúc Vi Dịch Vụ (Microservices) </a:t>
            </a:r>
            <a:r>
              <a:rPr lang="en-US" b="1"/>
              <a:t>🧩</a:t>
            </a:r>
          </a:p>
          <a:p>
            <a:r>
              <a:rPr lang="vi-VN"/>
              <a:t>Ứng dụng được chia thành một tập hợp các </a:t>
            </a:r>
            <a:r>
              <a:rPr lang="vi-VN" b="1"/>
              <a:t>dịch vụ nhỏ, độc lập</a:t>
            </a:r>
            <a:r>
              <a:rPr lang="vi-VN"/>
              <a:t> có thể được phát triển, triển khai và mở rộng riêng lẻ. Các dịch vụ này thường giao tiếp với nhau thông qua </a:t>
            </a:r>
            <a:r>
              <a:rPr lang="vi-VN" b="1"/>
              <a:t>API Gateway</a:t>
            </a:r>
            <a:r>
              <a:rPr lang="vi-VN"/>
              <a:t>. Mỗi dịch vụ có thể có cơ sở dữ liệu riêng.</a:t>
            </a:r>
          </a:p>
          <a:p>
            <a:r>
              <a:rPr lang="vi-VN" b="1"/>
              <a:t>5. Kiến Trúc Nguyên Khối (Monolithic Architecture) </a:t>
            </a:r>
            <a:r>
              <a:rPr lang="en-US" b="1"/>
              <a:t>🧱</a:t>
            </a:r>
          </a:p>
          <a:p>
            <a:r>
              <a:rPr lang="vi-VN"/>
              <a:t>Toàn bộ ứng dụng được xây dựng và triển khai như một </a:t>
            </a:r>
            <a:r>
              <a:rPr lang="vi-VN" b="1"/>
              <a:t>đơn vị duy nhất (a single instance)</a:t>
            </a:r>
            <a:r>
              <a:rPr lang="vi-VN"/>
              <a:t>. Tất cả các thành phần, logic nghiệp vụ và giao diện người dùng đều nằm trong cùng một khối mã nguồn và thường kết nối với một cơ sở dữ liệu chung.</a:t>
            </a:r>
          </a:p>
          <a:p>
            <a:endParaRPr lang="en-US"/>
          </a:p>
        </p:txBody>
      </p:sp>
    </p:spTree>
    <p:extLst>
      <p:ext uri="{BB962C8B-B14F-4D97-AF65-F5344CB8AC3E}">
        <p14:creationId xmlns:p14="http://schemas.microsoft.com/office/powerpoint/2010/main" val="3486675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a:t>Kiến trúc phân lớp là một mô hình thiết kế phần mềm chia ứng dụng thành nhiều lớp, mỗi lớp có vai trò và trách nhiệm cụ thể. Các lớp thường gặp trong kiến trúc này bao gồm:</a:t>
            </a:r>
          </a:p>
          <a:p>
            <a:r>
              <a:rPr lang="vi-VN" b="1"/>
              <a:t>Lớp Trình Bày (Presentation Layer):</a:t>
            </a:r>
            <a:r>
              <a:rPr lang="vi-VN"/>
              <a:t> Đây là lớp giao diện người dùng, nơi người dùng tương tác với ứng dụng. </a:t>
            </a:r>
            <a:r>
              <a:rPr lang="en-US"/>
              <a:t>🖥️</a:t>
            </a:r>
          </a:p>
          <a:p>
            <a:r>
              <a:rPr lang="vi-VN" b="1"/>
              <a:t>Lớp Nghiệp Vụ (Business Layer):</a:t>
            </a:r>
            <a:r>
              <a:rPr lang="vi-VN"/>
              <a:t> Chứa logic nghiệp vụ cốt lõi của ứng dụng, xử lý các quy tắc và quy trình kinh doanh. </a:t>
            </a:r>
            <a:r>
              <a:rPr lang="en-US"/>
              <a:t>💼</a:t>
            </a:r>
          </a:p>
          <a:p>
            <a:r>
              <a:rPr lang="vi-VN" b="1"/>
              <a:t>Lớp Lưu Trữ (Persistence Layer):</a:t>
            </a:r>
            <a:r>
              <a:rPr lang="vi-VN"/>
              <a:t> Chịu trách nhiệm giao tiếp với cơ sở dữ liệu, xử lý việc lưu trữ và truy xuất dữ liệu. </a:t>
            </a:r>
            <a:r>
              <a:rPr lang="en-US"/>
              <a:t>💾</a:t>
            </a:r>
          </a:p>
          <a:p>
            <a:r>
              <a:rPr lang="vi-VN" b="1"/>
              <a:t>Lớp Cơ Sở Dữ Liệu (Database Layer):</a:t>
            </a:r>
            <a:r>
              <a:rPr lang="vi-VN"/>
              <a:t> Là nơi dữ liệu của ứng dụng được lưu trữ và quản lý.</a:t>
            </a:r>
          </a:p>
          <a:p>
            <a:r>
              <a:rPr lang="en-US"/>
              <a:t>hia một ứng dụng thành nhiều lớp</a:t>
            </a:r>
          </a:p>
        </p:txBody>
      </p:sp>
    </p:spTree>
    <p:extLst>
      <p:ext uri="{BB962C8B-B14F-4D97-AF65-F5344CB8AC3E}">
        <p14:creationId xmlns:p14="http://schemas.microsoft.com/office/powerpoint/2010/main" val="3939033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Vai trò:</a:t>
            </a:r>
            <a:r>
              <a:rPr lang="vi-VN"/>
              <a:t> Tương tác trực tiếp với người dùng cuối. </a:t>
            </a:r>
            <a:endParaRPr lang="en-US"/>
          </a:p>
          <a:p>
            <a:r>
              <a:rPr lang="vi-VN" b="1"/>
              <a:t>Thành phần:</a:t>
            </a:r>
            <a:r>
              <a:rPr lang="vi-VN"/>
              <a:t> Thường bao gồm </a:t>
            </a:r>
            <a:r>
              <a:rPr lang="vi-VN" b="1"/>
              <a:t>Giao diện Người dùng (UI - User Interface)</a:t>
            </a:r>
            <a:r>
              <a:rPr lang="vi-VN"/>
              <a:t> và </a:t>
            </a:r>
            <a:r>
              <a:rPr lang="vi-VN" b="1"/>
              <a:t>Cổng API (API Gateway)</a:t>
            </a:r>
            <a:r>
              <a:rPr lang="vi-VN"/>
              <a:t>. </a:t>
            </a:r>
            <a:endParaRPr lang="en-US"/>
          </a:p>
          <a:p>
            <a:r>
              <a:rPr lang="vi-VN" b="1"/>
              <a:t>Chức năng:</a:t>
            </a:r>
            <a:r>
              <a:rPr lang="vi-VN"/>
              <a:t> Xử lý thông tin đầu vào từ người dùng (ví dụ: nhấp chuột, nhập liệu) và hiển thị dữ liệu cho người dùng.</a:t>
            </a:r>
            <a:endParaRPr lang="en-US"/>
          </a:p>
        </p:txBody>
      </p:sp>
    </p:spTree>
    <p:extLst>
      <p:ext uri="{BB962C8B-B14F-4D97-AF65-F5344CB8AC3E}">
        <p14:creationId xmlns:p14="http://schemas.microsoft.com/office/powerpoint/2010/main" val="1817757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Vai trò:</a:t>
            </a:r>
            <a:r>
              <a:rPr lang="vi-VN"/>
              <a:t> Điều phối luồng logic nghiệp vụ.</a:t>
            </a:r>
            <a:endParaRPr lang="en-US"/>
          </a:p>
          <a:p>
            <a:r>
              <a:rPr lang="vi-VN" b="1"/>
              <a:t>Các thành phần:</a:t>
            </a:r>
            <a:r>
              <a:rPr lang="vi-VN"/>
              <a:t> Dịch vụ (Services), Trường hợp sử dụng (Use Cases). </a:t>
            </a:r>
            <a:endParaRPr lang="en-US"/>
          </a:p>
          <a:p>
            <a:r>
              <a:rPr lang="vi-VN" b="1"/>
              <a:t>Chức năng:</a:t>
            </a:r>
            <a:r>
              <a:rPr lang="vi-VN"/>
              <a:t> Xử lý logic nghiệp vụ và giao tiếp giữa các lớp.</a:t>
            </a:r>
            <a:endParaRPr lang="en-US"/>
          </a:p>
        </p:txBody>
      </p:sp>
    </p:spTree>
    <p:extLst>
      <p:ext uri="{BB962C8B-B14F-4D97-AF65-F5344CB8AC3E}">
        <p14:creationId xmlns:p14="http://schemas.microsoft.com/office/powerpoint/2010/main" val="39498309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b="1"/>
              <a:t>Vai trò:</a:t>
            </a:r>
            <a:r>
              <a:rPr lang="en-US"/>
              <a:t> Xử lý tập trung các quy tắc nghiệp vụ. </a:t>
            </a:r>
          </a:p>
          <a:p>
            <a:r>
              <a:rPr lang="en-US" b="1"/>
              <a:t>Các thành phần:</a:t>
            </a:r>
            <a:r>
              <a:rPr lang="en-US"/>
              <a:t> Các thực thể (Entities), Các quy tắc nghiệp vụ (Business Rules). </a:t>
            </a:r>
          </a:p>
          <a:p>
            <a:r>
              <a:rPr lang="en-US" b="1"/>
              <a:t>Chức năng:</a:t>
            </a:r>
            <a:r>
              <a:rPr lang="en-US"/>
              <a:t> Thực thi các hoạt động và tính toán nghiệp vụ.</a:t>
            </a:r>
          </a:p>
        </p:txBody>
      </p:sp>
    </p:spTree>
    <p:extLst>
      <p:ext uri="{BB962C8B-B14F-4D97-AF65-F5344CB8AC3E}">
        <p14:creationId xmlns:p14="http://schemas.microsoft.com/office/powerpoint/2010/main" val="1348255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Vai trò:</a:t>
            </a:r>
            <a:r>
              <a:rPr lang="vi-VN"/>
              <a:t> Quản lý dữ liệu của hệ thống. </a:t>
            </a:r>
            <a:endParaRPr lang="en-US"/>
          </a:p>
          <a:p>
            <a:r>
              <a:rPr lang="vi-VN" b="1"/>
              <a:t>Các thành phần:</a:t>
            </a:r>
            <a:r>
              <a:rPr lang="vi-VN"/>
              <a:t> Kho lưu trữ (Repositories), Đối tượng truy cập dữ liệu (Data Access Objects - DAO). </a:t>
            </a:r>
            <a:endParaRPr lang="en-US"/>
          </a:p>
          <a:p>
            <a:r>
              <a:rPr lang="vi-VN" b="1"/>
              <a:t>Chức năng:</a:t>
            </a:r>
            <a:r>
              <a:rPr lang="vi-VN"/>
              <a:t> Lưu trữ và truy xuất dữ liệu từ cơ sở dữ liệu hoặc các nguồn khác.</a:t>
            </a:r>
            <a:endParaRPr lang="en-US"/>
          </a:p>
        </p:txBody>
      </p:sp>
    </p:spTree>
    <p:extLst>
      <p:ext uri="{BB962C8B-B14F-4D97-AF65-F5344CB8AC3E}">
        <p14:creationId xmlns:p14="http://schemas.microsoft.com/office/powerpoint/2010/main" val="35356959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Ưu điểm:</a:t>
            </a:r>
            <a:endParaRPr lang="vi-VN"/>
          </a:p>
          <a:p>
            <a:r>
              <a:rPr lang="vi-VN"/>
              <a:t>Nâng cao khả năng bảo trì và khả năng mở rộng.</a:t>
            </a:r>
          </a:p>
          <a:p>
            <a:r>
              <a:rPr lang="vi-VN"/>
              <a:t>Phân tách rõ ràng các mối quan tâm giữa các lớp.</a:t>
            </a:r>
          </a:p>
          <a:p>
            <a:r>
              <a:rPr lang="vi-VN"/>
              <a:t>Tạo điều kiện thuận lợi cho việc kiểm thử và sửa đổi.</a:t>
            </a:r>
          </a:p>
          <a:p>
            <a:r>
              <a:rPr lang="vi-VN" b="1"/>
              <a:t>Nhược điểm:</a:t>
            </a:r>
            <a:endParaRPr lang="vi-VN"/>
          </a:p>
          <a:p>
            <a:r>
              <a:rPr lang="vi-VN"/>
              <a:t>Giao tiếp giữa các lớp. (Đây có thể là một điểm phức tạp hoặc cần quản lý chặt chẽ).</a:t>
            </a:r>
          </a:p>
          <a:p>
            <a:r>
              <a:rPr lang="vi-VN"/>
              <a:t>Các lớp bổ sung làm tăng độ phức tạp cho hệ thống.</a:t>
            </a:r>
          </a:p>
          <a:p>
            <a:r>
              <a:rPr lang="vi-VN"/>
              <a:t>Khó tối ưu hóa do luồng cấu trúc giữa các lớp.</a:t>
            </a:r>
          </a:p>
          <a:p>
            <a:endParaRPr lang="en-US"/>
          </a:p>
        </p:txBody>
      </p:sp>
    </p:spTree>
    <p:extLst>
      <p:ext uri="{BB962C8B-B14F-4D97-AF65-F5344CB8AC3E}">
        <p14:creationId xmlns:p14="http://schemas.microsoft.com/office/powerpoint/2010/main" val="40122268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Kiến trúc hướng sự kiện:</a:t>
            </a:r>
            <a:endParaRPr lang="vi-VN"/>
          </a:p>
          <a:p>
            <a:r>
              <a:rPr lang="vi-VN"/>
              <a:t>Luồng hoạt động của một hệ thống được điều khiển bởi các sự kiện.</a:t>
            </a:r>
          </a:p>
          <a:p>
            <a:r>
              <a:rPr lang="vi-VN"/>
              <a:t>Tập trung vào việc </a:t>
            </a:r>
            <a:r>
              <a:rPr lang="vi-VN" b="1"/>
              <a:t>sản xuất (production)</a:t>
            </a:r>
            <a:r>
              <a:rPr lang="vi-VN"/>
              <a:t>, </a:t>
            </a:r>
            <a:r>
              <a:rPr lang="vi-VN" b="1"/>
              <a:t>phát hiện (detection)</a:t>
            </a:r>
            <a:r>
              <a:rPr lang="vi-VN"/>
              <a:t> và </a:t>
            </a:r>
            <a:r>
              <a:rPr lang="vi-VN" b="1"/>
              <a:t>phản ứng (reaction)</a:t>
            </a:r>
            <a:r>
              <a:rPr lang="vi-VN"/>
              <a:t> với các sự kiện.</a:t>
            </a:r>
          </a:p>
          <a:p>
            <a:r>
              <a:rPr lang="vi-VN"/>
              <a:t>Khả năng thích ứng cao với các hệ thống bất đồng bộ (asynchronous), phân tán (distributed) và thời gian thực (real-time).</a:t>
            </a:r>
          </a:p>
          <a:p>
            <a:r>
              <a:rPr lang="vi-VN"/>
              <a:t>Hình ảnh minh họa một Event Broker (Bộ môi giới sự kiện) ở trung tâm, nơi:</a:t>
            </a:r>
          </a:p>
          <a:p>
            <a:r>
              <a:rPr lang="vi-VN" b="1"/>
              <a:t>Producer A</a:t>
            </a:r>
            <a:r>
              <a:rPr lang="vi-VN"/>
              <a:t> và </a:t>
            </a:r>
            <a:r>
              <a:rPr lang="vi-VN" b="1"/>
              <a:t>Producer B</a:t>
            </a:r>
            <a:r>
              <a:rPr lang="vi-VN"/>
              <a:t> (Nhà sản xuất A và B) "Publish" (xuất bản) các sự kiện.</a:t>
            </a:r>
          </a:p>
          <a:p>
            <a:r>
              <a:rPr lang="vi-VN" b="1"/>
              <a:t>Consumer A</a:t>
            </a:r>
            <a:r>
              <a:rPr lang="vi-VN"/>
              <a:t> và </a:t>
            </a:r>
            <a:r>
              <a:rPr lang="vi-VN" b="1"/>
              <a:t>Consumer B</a:t>
            </a:r>
            <a:r>
              <a:rPr lang="vi-VN"/>
              <a:t> (Người tiêu dùng A và B) "Subscribes" (đăng ký) và "Consumes" (tiêu thụ) các sự kiện.</a:t>
            </a:r>
          </a:p>
          <a:p>
            <a:endParaRPr lang="en-US"/>
          </a:p>
        </p:txBody>
      </p:sp>
    </p:spTree>
    <p:extLst>
      <p:ext uri="{BB962C8B-B14F-4D97-AF65-F5344CB8AC3E}">
        <p14:creationId xmlns:p14="http://schemas.microsoft.com/office/powerpoint/2010/main" val="29106382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Producers (Nhà sản xuất):</a:t>
            </a:r>
            <a:endParaRPr lang="vi-VN"/>
          </a:p>
          <a:p>
            <a:r>
              <a:rPr lang="vi-VN"/>
              <a:t>Tạo ra các sự kiện.</a:t>
            </a:r>
          </a:p>
          <a:p>
            <a:r>
              <a:rPr lang="vi-VN"/>
              <a:t>Sự kiện đại diện cho các sự kiện cụ thể hoặc thay đổi trạng thái trong ứng dụng (ví dụ: một đơn hàng được đặt hoặc một cảm biến được kích hoạt).</a:t>
            </a:r>
          </a:p>
          <a:p>
            <a:r>
              <a:rPr lang="vi-VN"/>
              <a:t>Các sự kiện này được xuất bản đến </a:t>
            </a:r>
            <a:r>
              <a:rPr lang="vi-VN" b="1"/>
              <a:t>Event Broker</a:t>
            </a:r>
            <a:r>
              <a:rPr lang="vi-VN"/>
              <a:t>.</a:t>
            </a:r>
          </a:p>
          <a:p>
            <a:r>
              <a:rPr lang="vi-VN" b="1"/>
              <a:t>Consumers (Người tiêu thụ):</a:t>
            </a:r>
            <a:endParaRPr lang="vi-VN"/>
          </a:p>
          <a:p>
            <a:r>
              <a:rPr lang="vi-VN"/>
              <a:t>Đăng ký các loại sự kiện cụ thể mà họ quan tâm.</a:t>
            </a:r>
          </a:p>
          <a:p>
            <a:r>
              <a:rPr lang="vi-VN"/>
              <a:t>Họ tiêu thụ (lắng nghe) các sự kiện từ Event Broker.</a:t>
            </a:r>
          </a:p>
          <a:p>
            <a:r>
              <a:rPr lang="vi-VN"/>
              <a:t>Thực hiện các hành động tương ứng (ví dụ: gửi thông báo, xử lý giao dịch).</a:t>
            </a:r>
          </a:p>
          <a:p>
            <a:endParaRPr lang="en-US"/>
          </a:p>
        </p:txBody>
      </p:sp>
    </p:spTree>
    <p:extLst>
      <p:ext uri="{BB962C8B-B14F-4D97-AF65-F5344CB8AC3E}">
        <p14:creationId xmlns:p14="http://schemas.microsoft.com/office/powerpoint/2010/main" val="29677950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a:t>Một </a:t>
            </a:r>
            <a:r>
              <a:rPr lang="vi-VN" b="1"/>
              <a:t>trung tâm tập trung</a:t>
            </a:r>
            <a:r>
              <a:rPr lang="vi-VN"/>
              <a:t> quản lý các sự kiện, hoạt động như một bên trung gian giữa nhà sản xuất và người tiêu thụ. </a:t>
            </a:r>
            <a:endParaRPr lang="en-US"/>
          </a:p>
          <a:p>
            <a:r>
              <a:rPr lang="vi-VN"/>
              <a:t>Nó đảm bảo các sự kiện được </a:t>
            </a:r>
            <a:r>
              <a:rPr lang="vi-VN" b="1"/>
              <a:t>phân phối</a:t>
            </a:r>
            <a:r>
              <a:rPr lang="vi-VN"/>
              <a:t> đến tất cả những người tiêu thụ quan tâm dựa trên các đăng ký của họ. </a:t>
            </a:r>
            <a:endParaRPr lang="en-US"/>
          </a:p>
          <a:p>
            <a:r>
              <a:rPr lang="vi-VN"/>
              <a:t>Ví dụ về các event broker bao gồm </a:t>
            </a:r>
            <a:r>
              <a:rPr lang="vi-VN" b="1"/>
              <a:t>Apache Kafka, RabbitMQ,</a:t>
            </a:r>
            <a:r>
              <a:rPr lang="vi-VN"/>
              <a:t> hoặc </a:t>
            </a:r>
            <a:r>
              <a:rPr lang="vi-VN" b="1"/>
              <a:t>Amazon SNS/SQS</a:t>
            </a:r>
            <a:r>
              <a:rPr lang="vi-VN"/>
              <a:t>.</a:t>
            </a:r>
            <a:endParaRPr lang="en-US"/>
          </a:p>
        </p:txBody>
      </p:sp>
    </p:spTree>
    <p:extLst>
      <p:ext uri="{BB962C8B-B14F-4D97-AF65-F5344CB8AC3E}">
        <p14:creationId xmlns:p14="http://schemas.microsoft.com/office/powerpoint/2010/main" val="17204228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Ưu điểm:</a:t>
            </a:r>
            <a:endParaRPr lang="vi-VN"/>
          </a:p>
          <a:p>
            <a:r>
              <a:rPr lang="vi-VN"/>
              <a:t>Giao tiếp bất đồng bộ (Asynchronous Communication)</a:t>
            </a:r>
          </a:p>
          <a:p>
            <a:r>
              <a:rPr lang="vi-VN"/>
              <a:t>Ghép nối lỏng lẻo (Loose Coupling)</a:t>
            </a:r>
          </a:p>
          <a:p>
            <a:r>
              <a:rPr lang="vi-VN"/>
              <a:t>Khả năng mở rộng (Scalability)</a:t>
            </a:r>
          </a:p>
          <a:p>
            <a:r>
              <a:rPr lang="vi-VN"/>
              <a:t>Linh hoạt (Flexibility)</a:t>
            </a:r>
          </a:p>
          <a:p>
            <a:r>
              <a:rPr lang="vi-VN"/>
              <a:t>Xử lý thời gian thực (Real-Time Processing)</a:t>
            </a:r>
          </a:p>
          <a:p>
            <a:r>
              <a:rPr lang="vi-VN" b="1"/>
              <a:t>Nhược điểm:</a:t>
            </a:r>
            <a:endParaRPr lang="vi-VN"/>
          </a:p>
          <a:p>
            <a:r>
              <a:rPr lang="vi-VN"/>
              <a:t>Độ phức tạp tăng lên khi quản lý luồng sự kiện (Increased Complexity when managing the flow of events)</a:t>
            </a:r>
          </a:p>
          <a:p>
            <a:r>
              <a:rPr lang="vi-VN"/>
              <a:t>Khó gỡ lỗi các luồng bất đồng bộ (Debugging asynchronous flows)</a:t>
            </a:r>
          </a:p>
          <a:p>
            <a:r>
              <a:rPr lang="vi-VN"/>
              <a:t>Các vấn đề về thứ tự sự kiện (Event Ordering Issues)</a:t>
            </a:r>
          </a:p>
          <a:p>
            <a:r>
              <a:rPr lang="vi-VN"/>
              <a:t>Yêu cầu phần mềm trung gian mạnh mẽ (ví dụ: Kafka, RabbitMQ) (Requires robust middleware (e.g., Kafka, RabbitMQ))</a:t>
            </a:r>
          </a:p>
          <a:p>
            <a:endParaRPr lang="en-US"/>
          </a:p>
        </p:txBody>
      </p:sp>
    </p:spTree>
    <p:extLst>
      <p:ext uri="{BB962C8B-B14F-4D97-AF65-F5344CB8AC3E}">
        <p14:creationId xmlns:p14="http://schemas.microsoft.com/office/powerpoint/2010/main" val="32085678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a:t>Ứng dụng được phát triển như một tập hợp các </a:t>
            </a:r>
            <a:r>
              <a:rPr lang="vi-VN" b="1"/>
              <a:t>dịch vụ nhỏ, độc lập và được ghép nối lỏng lẻo</a:t>
            </a:r>
            <a:r>
              <a:rPr lang="vi-VN"/>
              <a:t>. </a:t>
            </a:r>
            <a:endParaRPr lang="en-US"/>
          </a:p>
          <a:p>
            <a:r>
              <a:rPr lang="vi-VN"/>
              <a:t>Mỗi dịch vụ chịu trách nhiệm về một khả năng nghiệp vụ cụ thể và có thể được </a:t>
            </a:r>
            <a:r>
              <a:rPr lang="vi-VN" b="1"/>
              <a:t>phát triển, triển khai và mở rộng một cách độc lập</a:t>
            </a:r>
            <a:r>
              <a:rPr lang="vi-VN"/>
              <a:t>.</a:t>
            </a:r>
            <a:endParaRPr lang="en-US"/>
          </a:p>
          <a:p>
            <a:r>
              <a:rPr lang="en-US"/>
              <a:t>C</a:t>
            </a:r>
            <a:r>
              <a:rPr lang="vi-VN"/>
              <a:t>ác ứng dụng khách (điện thoại di động, web) giao tiếp với các microservice thông qua API (REST API). </a:t>
            </a:r>
            <a:endParaRPr lang="en-US"/>
          </a:p>
          <a:p>
            <a:r>
              <a:rPr lang="vi-VN"/>
              <a:t>Các microservice này (ví dụ: Account Service, Inventory Service, Shipping Service) có thể giao tiếp với nhau và với các cơ sở dữ liệu riêng của chúng (Account DB, Inventory DB, Shipping DB).</a:t>
            </a:r>
            <a:endParaRPr lang="en-US"/>
          </a:p>
        </p:txBody>
      </p:sp>
    </p:spTree>
    <p:extLst>
      <p:ext uri="{BB962C8B-B14F-4D97-AF65-F5344CB8AC3E}">
        <p14:creationId xmlns:p14="http://schemas.microsoft.com/office/powerpoint/2010/main" val="39810653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Độc lập (Independence):</a:t>
            </a:r>
            <a:r>
              <a:rPr lang="vi-VN"/>
              <a:t> Mỗi microservice là một đơn vị độc lập có thể được phát triển, triển khai và bảo trì riêng biệt. </a:t>
            </a:r>
            <a:endParaRPr lang="en-US"/>
          </a:p>
          <a:p>
            <a:r>
              <a:rPr lang="vi-VN" b="1"/>
              <a:t>Ngữ cảnh giới hạn (Bounded Context):</a:t>
            </a:r>
            <a:r>
              <a:rPr lang="vi-VN"/>
              <a:t> Mỗi microservice chịu trách nhiệm cho một chức năng nghiệp vụ cụ thể (ví dụ: quản lý người dùng, xử lý thanh toán) và có miền riêng của nó. </a:t>
            </a:r>
            <a:endParaRPr lang="en-US"/>
          </a:p>
          <a:p>
            <a:r>
              <a:rPr lang="vi-VN" b="1"/>
              <a:t>Quản lý dữ liệu phi tập trung (Decentralized Data Management):</a:t>
            </a:r>
            <a:r>
              <a:rPr lang="vi-VN"/>
              <a:t> Microservice thường quản lý cơ sở dữ liệu riêng của chúng, đảm bảo cô lập dữ liệu. </a:t>
            </a:r>
            <a:endParaRPr lang="en-US"/>
          </a:p>
          <a:p>
            <a:r>
              <a:rPr lang="vi-VN" b="1"/>
              <a:t>API để giao tiếp (APIs for Communication):</a:t>
            </a:r>
            <a:r>
              <a:rPr lang="vi-VN"/>
              <a:t> Microservice giao tiếp với nhau bằng các API gọn nhẹ, thường là REST, gRPC hoặc các giao thức nhắn tin như Kafka. </a:t>
            </a:r>
            <a:endParaRPr lang="en-US"/>
          </a:p>
          <a:p>
            <a:r>
              <a:rPr lang="vi-VN" b="1"/>
              <a:t>Phát triển đa ngôn ngữ (Polyglot Development):</a:t>
            </a:r>
            <a:r>
              <a:rPr lang="vi-VN"/>
              <a:t> Các microservice khác nhau có thể được xây dựng bằng các ngôn ngữ lập trình hoặc framework khác nhau, tùy thuộc vào yêu cầu. </a:t>
            </a:r>
            <a:endParaRPr lang="en-US"/>
          </a:p>
          <a:p>
            <a:r>
              <a:rPr lang="vi-VN" b="1"/>
              <a:t>Khả năng phục hồi (Resilience):</a:t>
            </a:r>
            <a:r>
              <a:rPr lang="vi-VN"/>
              <a:t> Lỗi trong một dịch vụ không trực tiếp ảnh hưởng đến các dịch vụ khác. Các dịch vụ có thể được thiết kế để xử lý lỗi một cách duyên dáng. </a:t>
            </a:r>
            <a:endParaRPr lang="en-US"/>
          </a:p>
          <a:p>
            <a:r>
              <a:rPr lang="vi-VN" b="1"/>
              <a:t>Khả năng mở rộng (Scalability):</a:t>
            </a:r>
            <a:r>
              <a:rPr lang="vi-VN"/>
              <a:t> Các dịch vụ riêng lẻ có thể được mở rộng độc lập dựa trên nhu cầu.</a:t>
            </a:r>
            <a:endParaRPr lang="en-US"/>
          </a:p>
        </p:txBody>
      </p:sp>
    </p:spTree>
    <p:extLst>
      <p:ext uri="{BB962C8B-B14F-4D97-AF65-F5344CB8AC3E}">
        <p14:creationId xmlns:p14="http://schemas.microsoft.com/office/powerpoint/2010/main" val="42149020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Ưu điểm:</a:t>
            </a:r>
            <a:endParaRPr lang="vi-VN"/>
          </a:p>
          <a:p>
            <a:r>
              <a:rPr lang="vi-VN" b="1"/>
              <a:t>Khả năng mở rộng (Scalability):</a:t>
            </a:r>
            <a:r>
              <a:rPr lang="vi-VN"/>
              <a:t> Dễ dàng mở rộng các dịch vụ riêng lẻ khi cần.</a:t>
            </a:r>
          </a:p>
          <a:p>
            <a:r>
              <a:rPr lang="vi-VN" b="1"/>
              <a:t>Linh hoạt trong công nghệ (Flexibility in Technology):</a:t>
            </a:r>
            <a:r>
              <a:rPr lang="vi-VN"/>
              <a:t> Có thể sử dụng các công nghệ khác nhau cho từng dịch vụ.</a:t>
            </a:r>
          </a:p>
          <a:p>
            <a:r>
              <a:rPr lang="vi-VN" b="1"/>
              <a:t>Phát triển và triển khai nhanh hơn (Faster Development and Deployment):</a:t>
            </a:r>
            <a:r>
              <a:rPr lang="vi-VN"/>
              <a:t> Các dịch vụ nhỏ hơn cho phép phát triển và triển khai nhanh chóng.</a:t>
            </a:r>
          </a:p>
          <a:p>
            <a:r>
              <a:rPr lang="vi-VN" b="1"/>
              <a:t>Cải thiện cô lập lỗi (Improved Fault Isolation):</a:t>
            </a:r>
            <a:r>
              <a:rPr lang="vi-VN"/>
              <a:t> Lỗi ở một dịch vụ ít có khả năng ảnh hưởng đến toàn bộ hệ thống.</a:t>
            </a:r>
          </a:p>
          <a:p>
            <a:r>
              <a:rPr lang="vi-VN" b="1"/>
              <a:t>Bảo trì dễ dàng hơn (Easier Maintenance):</a:t>
            </a:r>
            <a:r>
              <a:rPr lang="vi-VN"/>
              <a:t> Các dịch vụ nhỏ hơn, tập trung hơn dễ quản lý và bảo trì.</a:t>
            </a:r>
          </a:p>
          <a:p>
            <a:r>
              <a:rPr lang="vi-VN" b="1"/>
              <a:t>Nhược điểm:</a:t>
            </a:r>
            <a:endParaRPr lang="vi-VN"/>
          </a:p>
          <a:p>
            <a:r>
              <a:rPr lang="vi-VN" b="1"/>
              <a:t>Độ phức tạp tăng lên khi quản lý nhiều dịch vụ (Increased Complexity when managing many services):</a:t>
            </a:r>
            <a:r>
              <a:rPr lang="vi-VN"/>
              <a:t> Việc quản lý một số lượng lớn các dịch vụ có thể phức tạp.</a:t>
            </a:r>
          </a:p>
          <a:p>
            <a:r>
              <a:rPr lang="vi-VN" b="1"/>
              <a:t>Tăng chi phí giao tiếp (Increased Communication Overhead):</a:t>
            </a:r>
            <a:r>
              <a:rPr lang="vi-VN"/>
              <a:t> Giao tiếp giữa các dịch vụ có thể tạo ra chi phí bổ sung.</a:t>
            </a:r>
          </a:p>
          <a:p>
            <a:r>
              <a:rPr lang="vi-VN" b="1"/>
              <a:t>Duy trì tính nhất quán dữ liệu giữa các dịch vụ (Maintaining data consistency across services):</a:t>
            </a:r>
            <a:r>
              <a:rPr lang="vi-VN"/>
              <a:t> Đảm bảo tính nhất quán của dữ liệu khi chúng được phân tán trên nhiều dịch vụ có thể là một thách thức.</a:t>
            </a:r>
          </a:p>
          <a:p>
            <a:r>
              <a:rPr lang="vi-VN" b="1"/>
              <a:t>Yêu cầu các thực hành và công cụ DevOps mạnh mẽ (Requires robust DevOps practices and tools):</a:t>
            </a:r>
            <a:r>
              <a:rPr lang="vi-VN"/>
              <a:t> Cần có quy trình và công cụ DevOps trưởng thành để quản lý hiệu quả kiến trúc microservices.</a:t>
            </a:r>
          </a:p>
          <a:p>
            <a:endParaRPr lang="en-US"/>
          </a:p>
        </p:txBody>
      </p:sp>
    </p:spTree>
    <p:extLst>
      <p:ext uri="{BB962C8B-B14F-4D97-AF65-F5344CB8AC3E}">
        <p14:creationId xmlns:p14="http://schemas.microsoft.com/office/powerpoint/2010/main" val="21495689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a:t>Toàn bộ ứng dụng được xây dựng như một </a:t>
            </a:r>
            <a:r>
              <a:rPr lang="vi-VN" b="1"/>
              <a:t>đơn vị duy nhất, hợp nhất</a:t>
            </a:r>
            <a:r>
              <a:rPr lang="vi-VN"/>
              <a:t>. </a:t>
            </a:r>
            <a:endParaRPr lang="en-US"/>
          </a:p>
          <a:p>
            <a:r>
              <a:rPr lang="vi-VN"/>
              <a:t>Tất cả các thành phần của ứng dụng (ví dụ: giao diện người dùng, logic nghiệp vụ và truy cập dữ liệu) được </a:t>
            </a:r>
            <a:r>
              <a:rPr lang="vi-VN" b="1"/>
              <a:t>kết nối chặt chẽ và hoạt động như một đơn vị có thể thực thi hoặc triển khai</a:t>
            </a:r>
            <a:r>
              <a:rPr lang="vi-VN"/>
              <a:t>.</a:t>
            </a:r>
            <a:endParaRPr lang="en-US"/>
          </a:p>
          <a:p>
            <a:r>
              <a:rPr lang="en-US"/>
              <a:t>T</a:t>
            </a:r>
            <a:r>
              <a:rPr lang="vi-VN"/>
              <a:t>rình duyệt (Browser) gửi yêu cầu HTTP. </a:t>
            </a:r>
            <a:endParaRPr lang="en-US"/>
          </a:p>
          <a:p>
            <a:r>
              <a:rPr lang="vi-VN"/>
              <a:t>Một khối ứng dụng duy nhất chứa các module như Travel, Hotel, Payment, Auth xử lý yêu cầu. </a:t>
            </a:r>
            <a:endParaRPr lang="en-US"/>
          </a:p>
          <a:p>
            <a:r>
              <a:rPr lang="vi-VN"/>
              <a:t>Khối ứng dụng này tương tác với một cơ sở dữ liệu duy nhất.</a:t>
            </a:r>
            <a:endParaRPr lang="en-US"/>
          </a:p>
        </p:txBody>
      </p:sp>
    </p:spTree>
    <p:extLst>
      <p:ext uri="{BB962C8B-B14F-4D97-AF65-F5344CB8AC3E}">
        <p14:creationId xmlns:p14="http://schemas.microsoft.com/office/powerpoint/2010/main" val="12905378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Cơ sở mã hợp nhất (Unified Codebase):</a:t>
            </a:r>
            <a:r>
              <a:rPr lang="vi-VN"/>
              <a:t> Toàn bộ ứng dụng nằm trong một cơ sở mã duy nhất, giúp việc phát triển ban đầu dễ dàng hơn. </a:t>
            </a:r>
            <a:endParaRPr lang="en-US"/>
          </a:p>
          <a:p>
            <a:r>
              <a:rPr lang="vi-VN" b="1"/>
              <a:t>Ghép nối chặt chẽ (Tight Coupling):</a:t>
            </a:r>
            <a:r>
              <a:rPr lang="vi-VN"/>
              <a:t> Tất cả các module được tích hợp chặt chẽ, dẫn đến sự phụ thuộc lẫn nhau giữa các thành phần. </a:t>
            </a:r>
            <a:endParaRPr lang="en-US"/>
          </a:p>
          <a:p>
            <a:r>
              <a:rPr lang="vi-VN" b="1"/>
              <a:t>Triển khai đơn lẻ (Single Deployment):</a:t>
            </a:r>
            <a:r>
              <a:rPr lang="vi-VN"/>
              <a:t> Ứng dụng được đóng gói và triển khai dưới dạng một thực thể duy nhất, thường là một tệp (ví dụ: .jar, .war hoặc .exe file). </a:t>
            </a:r>
            <a:endParaRPr lang="en-US"/>
          </a:p>
          <a:p>
            <a:r>
              <a:rPr lang="vi-VN" b="1"/>
              <a:t>Cơ sở dữ liệu chia sẻ (Shared Database):</a:t>
            </a:r>
            <a:r>
              <a:rPr lang="vi-VN"/>
              <a:t> Thường sử dụng một cơ sở dữ liệu tập trung được chia sẻ bởi tất cả các module. </a:t>
            </a:r>
            <a:endParaRPr lang="en-US"/>
          </a:p>
          <a:p>
            <a:r>
              <a:rPr lang="vi-VN" b="1"/>
              <a:t>Quản lý tập trung (Centralized Management):</a:t>
            </a:r>
            <a:r>
              <a:rPr lang="vi-VN"/>
              <a:t> Cấu hình, ghi log và giám sát được quản lý tập trung. </a:t>
            </a:r>
            <a:endParaRPr lang="en-US"/>
          </a:p>
          <a:p>
            <a:r>
              <a:rPr lang="vi-VN" b="1"/>
              <a:t>Ngăn xếp công nghệ đồng nhất (Homogeneous Technology Stack):</a:t>
            </a:r>
            <a:r>
              <a:rPr lang="vi-VN"/>
              <a:t> Toàn bộ ứng dụng được xây dựng bằng một ngăn xếp công nghệ hoặc framework duy nhất.</a:t>
            </a:r>
            <a:endParaRPr lang="en-US"/>
          </a:p>
        </p:txBody>
      </p:sp>
    </p:spTree>
    <p:extLst>
      <p:ext uri="{BB962C8B-B14F-4D97-AF65-F5344CB8AC3E}">
        <p14:creationId xmlns:p14="http://schemas.microsoft.com/office/powerpoint/2010/main" val="12461173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Ưu điểm:</a:t>
            </a:r>
            <a:endParaRPr lang="vi-VN"/>
          </a:p>
          <a:p>
            <a:r>
              <a:rPr lang="vi-VN" b="1"/>
              <a:t>Phát triển đơn giản hóa (Simplified Development):</a:t>
            </a:r>
            <a:r>
              <a:rPr lang="vi-VN"/>
              <a:t> Dễ dàng hơn trong giai đoạn phát triển ban đầu do tất cả mã nằm trong một dự án.</a:t>
            </a:r>
          </a:p>
          <a:p>
            <a:r>
              <a:rPr lang="vi-VN" b="1"/>
              <a:t>Giao tiếp trực tiếp giữa các thành phần =&gt; hiệu suất cao (Direct communication between components =&gt; high performance):</a:t>
            </a:r>
            <a:r>
              <a:rPr lang="vi-VN"/>
              <a:t> Các thành phần trong cùng một ứng dụng có thể gọi trực tiếp lẫn nhau, giảm độ trễ.</a:t>
            </a:r>
          </a:p>
          <a:p>
            <a:r>
              <a:rPr lang="vi-VN" b="1"/>
              <a:t>Gỡ lỗi và kiểm thử dễ dàng hơn (Easier Debugging and Testing):</a:t>
            </a:r>
            <a:r>
              <a:rPr lang="vi-VN"/>
              <a:t> Việc gỡ lỗi và kiểm thử có thể đơn giản hơn vì toàn bộ ứng dụng chạy trong một tiến trình.</a:t>
            </a:r>
          </a:p>
          <a:p>
            <a:r>
              <a:rPr lang="vi-VN" b="1"/>
              <a:t>Nhược điểm:</a:t>
            </a:r>
            <a:endParaRPr lang="vi-VN"/>
          </a:p>
          <a:p>
            <a:r>
              <a:rPr lang="vi-VN" b="1"/>
              <a:t>Khả năng mở rộng và linh hoạt (Scalability &amp; Flexibility):</a:t>
            </a:r>
            <a:r>
              <a:rPr lang="vi-VN"/>
              <a:t> Khó mở rộng từng phần riêng lẻ; cần mở rộng toàn bộ ứng dụng ngay cả khi chỉ một phần cần. Linh hoạt trong việc thay đổi công nghệ cũng hạn chế.</a:t>
            </a:r>
          </a:p>
          <a:p>
            <a:r>
              <a:rPr lang="vi-VN" b="1"/>
              <a:t>Nút thắt cổ chai triển khai (Deployment Bottlenecks):</a:t>
            </a:r>
            <a:r>
              <a:rPr lang="vi-VN"/>
              <a:t> Mọi thay đổi, dù nhỏ, đều yêu cầu triển khai lại toàn bộ ứng dụng, dẫn đến thời gian triển khai lâu hơn.</a:t>
            </a:r>
          </a:p>
          <a:p>
            <a:r>
              <a:rPr lang="vi-VN" b="1"/>
              <a:t>Cô lập lỗi hạn chế (Limited Fault Isolation):</a:t>
            </a:r>
            <a:r>
              <a:rPr lang="vi-VN"/>
              <a:t> Lỗi ở một thành phần có thể ảnh hưởng đến toàn bộ ứng dụng, gây ra sự cố hệ thống.</a:t>
            </a:r>
          </a:p>
          <a:p>
            <a:r>
              <a:rPr lang="vi-VN" b="1"/>
              <a:t>Không thân thiện với Cloud-Native (Not Cloud-Native Friendly):</a:t>
            </a:r>
            <a:r>
              <a:rPr lang="vi-VN"/>
              <a:t> Kiến trúc nguyên khối ít phù hợp với các môi trường điện toán đám mây và các nguyên tắc Cloud-Native (như khả năng tự phục hồi, quản lý container).</a:t>
            </a:r>
          </a:p>
          <a:p>
            <a:endParaRPr lang="en-US"/>
          </a:p>
        </p:txBody>
      </p:sp>
    </p:spTree>
    <p:extLst>
      <p:ext uri="{BB962C8B-B14F-4D97-AF65-F5344CB8AC3E}">
        <p14:creationId xmlns:p14="http://schemas.microsoft.com/office/powerpoint/2010/main" val="11888668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1. Layered Architecture (Kiến trúc phân lớp):</a:t>
            </a:r>
            <a:endParaRPr lang="vi-VN"/>
          </a:p>
          <a:p>
            <a:r>
              <a:rPr lang="vi-VN"/>
              <a:t>Ứng dụng web (sử dụng các framework như Java Spring Boot, .NET, v.v.).</a:t>
            </a:r>
          </a:p>
          <a:p>
            <a:r>
              <a:rPr lang="vi-VN"/>
              <a:t>Các ứng dụng doanh nghiệp lớn (ERP, CRM).</a:t>
            </a:r>
          </a:p>
          <a:p>
            <a:r>
              <a:rPr lang="vi-VN" b="1"/>
              <a:t>2. EDA (Event-Driven Architecture - Kiến trúc hướng sự kiện):</a:t>
            </a:r>
            <a:endParaRPr lang="vi-VN"/>
          </a:p>
          <a:p>
            <a:r>
              <a:rPr lang="vi-VN"/>
              <a:t>Hệ thống thời gian thực: IoT, nền tảng giao dịch tài chính, thông báo trực tiếp.</a:t>
            </a:r>
          </a:p>
          <a:p>
            <a:r>
              <a:rPr lang="vi-VN"/>
              <a:t>Tích hợp Microservices: Tách rời các microservice trong các ứng dụng phân tán lớn.</a:t>
            </a:r>
          </a:p>
          <a:p>
            <a:r>
              <a:rPr lang="vi-VN"/>
              <a:t>Event Sourcing: Các hệ thống yêu cầu lịch sử đầy đủ của các thay đổi (event log).</a:t>
            </a:r>
          </a:p>
          <a:p>
            <a:r>
              <a:rPr lang="vi-VN"/>
              <a:t>Data Pipelines: Các nền tảng streaming xử lý lượng lớn dữ liệu gần thời gian thực.</a:t>
            </a:r>
          </a:p>
          <a:p>
            <a:r>
              <a:rPr lang="vi-VN" b="1"/>
              <a:t>3. Microservices Architecture (Kiến trúc Microservices):</a:t>
            </a:r>
            <a:endParaRPr lang="vi-VN"/>
          </a:p>
          <a:p>
            <a:r>
              <a:rPr lang="vi-VN"/>
              <a:t>Các ứng dụng quy mô lớn: Nền tảng thương mại điện tử, thị trường trực tuyến và các ứng dụng mạng xã hội.</a:t>
            </a:r>
          </a:p>
          <a:p>
            <a:r>
              <a:rPr lang="vi-VN"/>
              <a:t>Các ứng dụng thời gian thực: Dịch vụ streaming, nền tảng trò chơi.</a:t>
            </a:r>
          </a:p>
          <a:p>
            <a:r>
              <a:rPr lang="vi-VN"/>
              <a:t>Các hệ thống yêu cầu khả năng mở rộng: Ứng dụng với khối lượng công việc biến động (ví dụ: trong các sự kiện bán hàng).</a:t>
            </a:r>
          </a:p>
          <a:p>
            <a:r>
              <a:rPr lang="vi-VN"/>
              <a:t>Các hệ thống phức tạp: Ứng dụng với các chức năng nghiệp vụ đa dạng cần phát triển độc lập.</a:t>
            </a:r>
          </a:p>
          <a:p>
            <a:r>
              <a:rPr lang="vi-VN" b="1"/>
              <a:t>4. Monolithic Architecture (Kiến trúc nguyên khối):</a:t>
            </a:r>
            <a:endParaRPr lang="vi-VN"/>
          </a:p>
          <a:p>
            <a:r>
              <a:rPr lang="vi-VN"/>
              <a:t>Các ứng dụng từ nhỏ đến trung bình.</a:t>
            </a:r>
          </a:p>
          <a:p>
            <a:r>
              <a:rPr lang="vi-VN"/>
              <a:t>Các công ty khởi nghiệp hoặc MVP (Sản phẩm khả thi tối thiểu).</a:t>
            </a:r>
          </a:p>
          <a:p>
            <a:r>
              <a:rPr lang="vi-VN"/>
              <a:t>Các ứng dụng có yêu cầu về khả năng mở rộng thấp.</a:t>
            </a:r>
          </a:p>
          <a:p>
            <a:endParaRPr lang="en-US"/>
          </a:p>
        </p:txBody>
      </p:sp>
    </p:spTree>
    <p:extLst>
      <p:ext uri="{BB962C8B-B14F-4D97-AF65-F5344CB8AC3E}">
        <p14:creationId xmlns:p14="http://schemas.microsoft.com/office/powerpoint/2010/main" val="821664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FE9FEC1-483B-425E-B0C1-B8B1F2119B26}"/>
              </a:ext>
            </a:extLst>
          </p:cNvPr>
          <p:cNvSpPr>
            <a:spLocks noGrp="1"/>
          </p:cNvSpPr>
          <p:nvPr>
            <p:ph type="body" sz="quarter" idx="10" hasCustomPrompt="1"/>
          </p:nvPr>
        </p:nvSpPr>
        <p:spPr>
          <a:xfrm>
            <a:off x="744135" y="2597642"/>
            <a:ext cx="12960668" cy="2633081"/>
          </a:xfrm>
          <a:prstGeom prst="rect">
            <a:avLst/>
          </a:prstGeom>
        </p:spPr>
        <p:txBody>
          <a:bodyPr/>
          <a:lstStyle>
            <a:lvl1pPr marL="0" indent="0" algn="ctr">
              <a:buNone/>
              <a:defRPr sz="5760" b="1">
                <a:solidFill>
                  <a:schemeClr val="bg1"/>
                </a:solidFill>
                <a:latin typeface="Arial" panose="020B0604020202020204" pitchFamily="34" charset="0"/>
                <a:cs typeface="Arial" panose="020B0604020202020204" pitchFamily="34" charset="0"/>
              </a:defRPr>
            </a:lvl1pPr>
          </a:lstStyle>
          <a:p>
            <a:pPr lvl="0"/>
            <a:r>
              <a:rPr lang="en-US" dirty="0"/>
              <a:t>Click to add title</a:t>
            </a:r>
          </a:p>
        </p:txBody>
      </p:sp>
      <p:sp>
        <p:nvSpPr>
          <p:cNvPr id="8" name="Text Placeholder 7">
            <a:extLst>
              <a:ext uri="{FF2B5EF4-FFF2-40B4-BE49-F238E27FC236}">
                <a16:creationId xmlns:a16="http://schemas.microsoft.com/office/drawing/2014/main" id="{33B98C62-0FD9-4624-8D35-021561432891}"/>
              </a:ext>
            </a:extLst>
          </p:cNvPr>
          <p:cNvSpPr>
            <a:spLocks noGrp="1"/>
          </p:cNvSpPr>
          <p:nvPr>
            <p:ph type="body" sz="quarter" idx="11" hasCustomPrompt="1"/>
          </p:nvPr>
        </p:nvSpPr>
        <p:spPr>
          <a:xfrm>
            <a:off x="744134" y="5320406"/>
            <a:ext cx="12960668" cy="495300"/>
          </a:xfrm>
          <a:prstGeom prst="rect">
            <a:avLst/>
          </a:prstGeom>
        </p:spPr>
        <p:txBody>
          <a:bodyPr/>
          <a:lstStyle>
            <a:lvl1pPr marL="0" indent="0" algn="ctr">
              <a:buNone/>
              <a:defRPr sz="2400">
                <a:solidFill>
                  <a:schemeClr val="bg1"/>
                </a:solidFill>
                <a:latin typeface="Arial" panose="020B0604020202020204" pitchFamily="34" charset="0"/>
                <a:cs typeface="Arial" panose="020B0604020202020204" pitchFamily="34" charset="0"/>
              </a:defRPr>
            </a:lvl1pPr>
          </a:lstStyle>
          <a:p>
            <a:pPr lvl="0"/>
            <a:r>
              <a:rPr lang="en-US" dirty="0"/>
              <a:t>Click to add sub-title</a:t>
            </a:r>
          </a:p>
        </p:txBody>
      </p:sp>
      <p:sp>
        <p:nvSpPr>
          <p:cNvPr id="9" name="Slide Number Placeholder 4">
            <a:extLst>
              <a:ext uri="{FF2B5EF4-FFF2-40B4-BE49-F238E27FC236}">
                <a16:creationId xmlns:a16="http://schemas.microsoft.com/office/drawing/2014/main" id="{5EB812CF-FC02-4C33-A206-BCF1436A39B4}"/>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1599074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A957C91-5AD0-4461-941C-245F034364DB}"/>
              </a:ext>
            </a:extLst>
          </p:cNvPr>
          <p:cNvSpPr>
            <a:spLocks noGrp="1"/>
          </p:cNvSpPr>
          <p:nvPr>
            <p:ph type="subTitle" idx="1"/>
          </p:nvPr>
        </p:nvSpPr>
        <p:spPr>
          <a:xfrm>
            <a:off x="746999" y="1906924"/>
            <a:ext cx="13155431" cy="5486400"/>
          </a:xfrm>
        </p:spPr>
        <p:txBody>
          <a:bodyPr/>
          <a:lstStyle>
            <a:lvl1pPr marL="0" indent="0" algn="l">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dirty="0"/>
              <a:t>Click to edit Master subtitle style</a:t>
            </a:r>
          </a:p>
        </p:txBody>
      </p:sp>
      <p:sp>
        <p:nvSpPr>
          <p:cNvPr id="7" name="Title 1">
            <a:extLst>
              <a:ext uri="{FF2B5EF4-FFF2-40B4-BE49-F238E27FC236}">
                <a16:creationId xmlns:a16="http://schemas.microsoft.com/office/drawing/2014/main" id="{1E181B04-7A0A-4201-BF8A-A7E924267571}"/>
              </a:ext>
            </a:extLst>
          </p:cNvPr>
          <p:cNvSpPr txBox="1">
            <a:spLocks/>
          </p:cNvSpPr>
          <p:nvPr userDrawn="1"/>
        </p:nvSpPr>
        <p:spPr>
          <a:xfrm>
            <a:off x="3973646" y="-13709"/>
            <a:ext cx="10656755" cy="947534"/>
          </a:xfrm>
          <a:prstGeom prst="rect">
            <a:avLst/>
          </a:prstGeom>
        </p:spPr>
        <p:txBody>
          <a:bodyPr vert="horz" lIns="109728" tIns="54864" rIns="109728" bIns="54864" rtlCol="0" anchor="ctr">
            <a:normAutofit/>
          </a:bodyPr>
          <a:lstStyle>
            <a:lvl1pPr algn="ctr" defTabSz="914400" rtl="0" eaLnBrk="1" latinLnBrk="0" hangingPunct="1">
              <a:lnSpc>
                <a:spcPct val="90000"/>
              </a:lnSpc>
              <a:spcBef>
                <a:spcPct val="0"/>
              </a:spcBef>
              <a:buNone/>
              <a:defRPr sz="3000" b="1" kern="1200">
                <a:solidFill>
                  <a:schemeClr val="tx1"/>
                </a:solidFill>
                <a:latin typeface="+mj-lt"/>
                <a:ea typeface="+mj-ea"/>
                <a:cs typeface="+mj-cs"/>
              </a:defRPr>
            </a:lvl1pPr>
          </a:lstStyle>
          <a:p>
            <a:endParaRPr lang="en-US" sz="3600" dirty="0"/>
          </a:p>
        </p:txBody>
      </p:sp>
      <p:sp>
        <p:nvSpPr>
          <p:cNvPr id="8" name="Slide Number Placeholder 4">
            <a:extLst>
              <a:ext uri="{FF2B5EF4-FFF2-40B4-BE49-F238E27FC236}">
                <a16:creationId xmlns:a16="http://schemas.microsoft.com/office/drawing/2014/main" id="{DBAE61E2-5E8A-4CA1-8C1E-1106F4E462E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7DA09F63-7F7A-4F6B-8B0F-50384B0193BD}"/>
              </a:ext>
            </a:extLst>
          </p:cNvPr>
          <p:cNvSpPr>
            <a:spLocks noGrp="1"/>
          </p:cNvSpPr>
          <p:nvPr>
            <p:ph type="title"/>
          </p:nvPr>
        </p:nvSpPr>
        <p:spPr>
          <a:xfrm>
            <a:off x="629085" y="23152"/>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451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F51A7-6B22-4874-8FC5-ED388E5D187B}"/>
              </a:ext>
            </a:extLst>
          </p:cNvPr>
          <p:cNvSpPr>
            <a:spLocks noGrp="1"/>
          </p:cNvSpPr>
          <p:nvPr>
            <p:ph idx="1"/>
          </p:nvPr>
        </p:nvSpPr>
        <p:spPr>
          <a:xfrm>
            <a:off x="747000" y="1917577"/>
            <a:ext cx="13166084" cy="5494778"/>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4">
            <a:extLst>
              <a:ext uri="{FF2B5EF4-FFF2-40B4-BE49-F238E27FC236}">
                <a16:creationId xmlns:a16="http://schemas.microsoft.com/office/drawing/2014/main" id="{9F4D43A2-E4DB-497D-9B5D-E32D9E64BECA}"/>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22B04073-83B8-47CB-9F12-D7CD4B660F09}"/>
              </a:ext>
            </a:extLst>
          </p:cNvPr>
          <p:cNvSpPr>
            <a:spLocks noGrp="1"/>
          </p:cNvSpPr>
          <p:nvPr>
            <p:ph type="title"/>
          </p:nvPr>
        </p:nvSpPr>
        <p:spPr>
          <a:xfrm>
            <a:off x="629085" y="23152"/>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405949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A6E213-C056-49F2-8A77-C3C4C25F42D3}"/>
              </a:ext>
            </a:extLst>
          </p:cNvPr>
          <p:cNvSpPr>
            <a:spLocks noGrp="1"/>
          </p:cNvSpPr>
          <p:nvPr>
            <p:ph type="body" idx="1"/>
          </p:nvPr>
        </p:nvSpPr>
        <p:spPr>
          <a:xfrm>
            <a:off x="747001" y="1917578"/>
            <a:ext cx="13166084" cy="5497052"/>
          </a:xfrm>
        </p:spPr>
        <p:txBody>
          <a:bodyPr/>
          <a:lstStyle>
            <a:lvl1pPr marL="0" indent="0">
              <a:buNone/>
              <a:defRPr sz="2880">
                <a:solidFill>
                  <a:srgbClr val="0070C0"/>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dirty="0"/>
              <a:t>Click to edit Master text styles</a:t>
            </a:r>
          </a:p>
        </p:txBody>
      </p:sp>
      <p:sp>
        <p:nvSpPr>
          <p:cNvPr id="6" name="Slide Number Placeholder 4">
            <a:extLst>
              <a:ext uri="{FF2B5EF4-FFF2-40B4-BE49-F238E27FC236}">
                <a16:creationId xmlns:a16="http://schemas.microsoft.com/office/drawing/2014/main" id="{BA76B584-4F94-4DD1-9943-77A2F3AF15CF}"/>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040D9B5B-D231-4612-89E6-B4776226BA7C}"/>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107828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F5726-7887-4ED4-A172-AF9307881508}"/>
              </a:ext>
            </a:extLst>
          </p:cNvPr>
          <p:cNvSpPr>
            <a:spLocks noGrp="1"/>
          </p:cNvSpPr>
          <p:nvPr>
            <p:ph sz="half" idx="1"/>
          </p:nvPr>
        </p:nvSpPr>
        <p:spPr>
          <a:xfrm>
            <a:off x="747000" y="1928230"/>
            <a:ext cx="6568200" cy="5484126"/>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CA0F843-3E9A-4C49-A1AC-A3FA71EF7350}"/>
              </a:ext>
            </a:extLst>
          </p:cNvPr>
          <p:cNvSpPr>
            <a:spLocks noGrp="1"/>
          </p:cNvSpPr>
          <p:nvPr>
            <p:ph sz="half" idx="2"/>
          </p:nvPr>
        </p:nvSpPr>
        <p:spPr>
          <a:xfrm>
            <a:off x="7327130" y="1928230"/>
            <a:ext cx="6568199" cy="5484126"/>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4">
            <a:extLst>
              <a:ext uri="{FF2B5EF4-FFF2-40B4-BE49-F238E27FC236}">
                <a16:creationId xmlns:a16="http://schemas.microsoft.com/office/drawing/2014/main" id="{E6FCE726-79EE-487F-9798-E531C3475E8B}"/>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3FB126F2-FBF5-4556-AAF5-1ECB22E17B0D}"/>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041146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41CF06-6B06-4E7F-82EA-7C5047EA60A1}"/>
              </a:ext>
            </a:extLst>
          </p:cNvPr>
          <p:cNvSpPr>
            <a:spLocks noGrp="1"/>
          </p:cNvSpPr>
          <p:nvPr>
            <p:ph type="body" idx="1"/>
          </p:nvPr>
        </p:nvSpPr>
        <p:spPr>
          <a:xfrm>
            <a:off x="747000" y="1923930"/>
            <a:ext cx="6568200" cy="988694"/>
          </a:xfrm>
        </p:spPr>
        <p:txBody>
          <a:bodyPr anchor="b"/>
          <a:lstStyle>
            <a:lvl1pPr marL="0" indent="0">
              <a:buNone/>
              <a:defRPr sz="2880" b="1">
                <a:latin typeface="+mj-lt"/>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FD9E841-81B0-403F-B4A9-7ACB7AAF8E75}"/>
              </a:ext>
            </a:extLst>
          </p:cNvPr>
          <p:cNvSpPr>
            <a:spLocks noGrp="1"/>
          </p:cNvSpPr>
          <p:nvPr>
            <p:ph sz="half" idx="2"/>
          </p:nvPr>
        </p:nvSpPr>
        <p:spPr>
          <a:xfrm>
            <a:off x="746999" y="3014858"/>
            <a:ext cx="6568199" cy="4412737"/>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0BB9AEE-2F75-43DB-921D-43380FB8C592}"/>
              </a:ext>
            </a:extLst>
          </p:cNvPr>
          <p:cNvSpPr>
            <a:spLocks noGrp="1"/>
          </p:cNvSpPr>
          <p:nvPr>
            <p:ph type="body" sz="quarter" idx="3"/>
          </p:nvPr>
        </p:nvSpPr>
        <p:spPr>
          <a:xfrm>
            <a:off x="7315201" y="1923930"/>
            <a:ext cx="6568199"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4F1E4C2-CBB6-4430-BE56-3BF9E9AA8B7D}"/>
              </a:ext>
            </a:extLst>
          </p:cNvPr>
          <p:cNvSpPr>
            <a:spLocks noGrp="1"/>
          </p:cNvSpPr>
          <p:nvPr>
            <p:ph sz="quarter" idx="4"/>
          </p:nvPr>
        </p:nvSpPr>
        <p:spPr>
          <a:xfrm>
            <a:off x="7315199" y="3014858"/>
            <a:ext cx="6568200" cy="4412737"/>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4">
            <a:extLst>
              <a:ext uri="{FF2B5EF4-FFF2-40B4-BE49-F238E27FC236}">
                <a16:creationId xmlns:a16="http://schemas.microsoft.com/office/drawing/2014/main" id="{EDD1D7D5-B40B-4404-87A7-8074677D8997}"/>
              </a:ext>
            </a:extLst>
          </p:cNvPr>
          <p:cNvSpPr>
            <a:spLocks noGrp="1"/>
          </p:cNvSpPr>
          <p:nvPr>
            <p:ph type="sldNum" sz="quarter" idx="11"/>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11" name="Title Placeholder 1">
            <a:extLst>
              <a:ext uri="{FF2B5EF4-FFF2-40B4-BE49-F238E27FC236}">
                <a16:creationId xmlns:a16="http://schemas.microsoft.com/office/drawing/2014/main" id="{401B562F-EFD8-422F-B98E-C48C0F73AC49}"/>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072891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37972AD-1D52-4C38-A4F1-BA8AAFF97032}"/>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7" name="Title Placeholder 1">
            <a:extLst>
              <a:ext uri="{FF2B5EF4-FFF2-40B4-BE49-F238E27FC236}">
                <a16:creationId xmlns:a16="http://schemas.microsoft.com/office/drawing/2014/main" id="{70797FE1-3F5B-4DD2-B196-B7AAF6628D62}"/>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950097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B3D6C-BEF2-4E06-A9B0-9A309DB3444E}"/>
              </a:ext>
            </a:extLst>
          </p:cNvPr>
          <p:cNvSpPr>
            <a:spLocks noGrp="1"/>
          </p:cNvSpPr>
          <p:nvPr>
            <p:ph idx="1"/>
          </p:nvPr>
        </p:nvSpPr>
        <p:spPr>
          <a:xfrm>
            <a:off x="5923181" y="1928230"/>
            <a:ext cx="7947173" cy="5475746"/>
          </a:xfrm>
        </p:spPr>
        <p:txBody>
          <a:bodyPr/>
          <a:lstStyle>
            <a:lvl1pPr>
              <a:defRPr sz="3840">
                <a:latin typeface="+mj-lt"/>
              </a:defRPr>
            </a:lvl1pPr>
            <a:lvl2pPr>
              <a:defRPr sz="3360">
                <a:latin typeface="+mj-lt"/>
              </a:defRPr>
            </a:lvl2pPr>
            <a:lvl3pPr>
              <a:defRPr sz="2880">
                <a:latin typeface="+mj-lt"/>
              </a:defRPr>
            </a:lvl3pPr>
            <a:lvl4pPr>
              <a:defRPr sz="2400">
                <a:latin typeface="+mj-lt"/>
              </a:defRPr>
            </a:lvl4pPr>
            <a:lvl5pPr>
              <a:defRPr sz="2400">
                <a:latin typeface="+mj-lt"/>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ECDB52-24E0-4CBA-AE63-33BD3EF657F8}"/>
              </a:ext>
            </a:extLst>
          </p:cNvPr>
          <p:cNvSpPr>
            <a:spLocks noGrp="1"/>
          </p:cNvSpPr>
          <p:nvPr>
            <p:ph type="body" sz="half" idx="2"/>
          </p:nvPr>
        </p:nvSpPr>
        <p:spPr>
          <a:xfrm>
            <a:off x="747000" y="1928231"/>
            <a:ext cx="4809852" cy="547574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edit Master text styles</a:t>
            </a:r>
          </a:p>
        </p:txBody>
      </p:sp>
      <p:sp>
        <p:nvSpPr>
          <p:cNvPr id="7" name="Slide Number Placeholder 4">
            <a:extLst>
              <a:ext uri="{FF2B5EF4-FFF2-40B4-BE49-F238E27FC236}">
                <a16:creationId xmlns:a16="http://schemas.microsoft.com/office/drawing/2014/main" id="{AEEB6E2B-6FA2-4169-B497-FAE2CD95A8B1}"/>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479BEDD5-9D69-4F36-BBA7-2ED62B0AD6F3}"/>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072529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6D3D43A-8744-40D7-AFFD-6F0B4A4ECB2C}"/>
              </a:ext>
            </a:extLst>
          </p:cNvPr>
          <p:cNvSpPr>
            <a:spLocks noGrp="1"/>
          </p:cNvSpPr>
          <p:nvPr>
            <p:ph type="pic" idx="1"/>
          </p:nvPr>
        </p:nvSpPr>
        <p:spPr>
          <a:xfrm>
            <a:off x="5859262" y="1928230"/>
            <a:ext cx="8011092" cy="5465093"/>
          </a:xfrm>
        </p:spPr>
        <p:txBody>
          <a:bodyPr>
            <a:normAutofit/>
          </a:bodyPr>
          <a:lstStyle>
            <a:lvl1pPr marL="0" indent="0">
              <a:buNone/>
              <a:defRPr sz="336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dirty="0"/>
              <a:t>Click icon to add picture</a:t>
            </a:r>
          </a:p>
        </p:txBody>
      </p:sp>
      <p:sp>
        <p:nvSpPr>
          <p:cNvPr id="4" name="Text Placeholder 3">
            <a:extLst>
              <a:ext uri="{FF2B5EF4-FFF2-40B4-BE49-F238E27FC236}">
                <a16:creationId xmlns:a16="http://schemas.microsoft.com/office/drawing/2014/main" id="{ED85C3DD-CC1C-4A73-BCDA-09DF7D09C2C1}"/>
              </a:ext>
            </a:extLst>
          </p:cNvPr>
          <p:cNvSpPr>
            <a:spLocks noGrp="1"/>
          </p:cNvSpPr>
          <p:nvPr>
            <p:ph type="body" sz="half" idx="2"/>
          </p:nvPr>
        </p:nvSpPr>
        <p:spPr>
          <a:xfrm>
            <a:off x="747000" y="1928231"/>
            <a:ext cx="4779926" cy="5465093"/>
          </a:xfrm>
        </p:spPr>
        <p:txBody>
          <a:bodyPr>
            <a:normAutofit/>
          </a:bodyPr>
          <a:lstStyle>
            <a:lvl1pPr marL="0" indent="0">
              <a:buNone/>
              <a:defRPr sz="288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edit Master text styles</a:t>
            </a:r>
          </a:p>
        </p:txBody>
      </p:sp>
      <p:sp>
        <p:nvSpPr>
          <p:cNvPr id="7" name="Slide Number Placeholder 4">
            <a:extLst>
              <a:ext uri="{FF2B5EF4-FFF2-40B4-BE49-F238E27FC236}">
                <a16:creationId xmlns:a16="http://schemas.microsoft.com/office/drawing/2014/main" id="{722E68E5-0D29-4AF4-99F7-1F5BCDCEB05F}"/>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7BED9312-A7F8-456D-9D54-D034D097842E}"/>
              </a:ext>
            </a:extLst>
          </p:cNvPr>
          <p:cNvSpPr>
            <a:spLocks noGrp="1"/>
          </p:cNvSpPr>
          <p:nvPr>
            <p:ph type="title"/>
          </p:nvPr>
        </p:nvSpPr>
        <p:spPr>
          <a:xfrm>
            <a:off x="629085" y="13105"/>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360645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38B93FDE-0843-445A-8B34-9092D666FC3E}"/>
              </a:ext>
            </a:extLst>
          </p:cNvPr>
          <p:cNvSpPr>
            <a:spLocks noGrp="1"/>
          </p:cNvSpPr>
          <p:nvPr>
            <p:ph type="body" orient="vert" idx="1"/>
          </p:nvPr>
        </p:nvSpPr>
        <p:spPr>
          <a:xfrm>
            <a:off x="746999" y="1917578"/>
            <a:ext cx="13155431" cy="54947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4">
            <a:extLst>
              <a:ext uri="{FF2B5EF4-FFF2-40B4-BE49-F238E27FC236}">
                <a16:creationId xmlns:a16="http://schemas.microsoft.com/office/drawing/2014/main" id="{93D0DE23-B8AD-4136-812D-27D46B8ADC8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5A661BC8-CBE6-40B1-BF65-3DDC3730BEA8}"/>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2226324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781CC48-27A5-4590-A158-B24464D8BE2C}"/>
              </a:ext>
            </a:extLst>
          </p:cNvPr>
          <p:cNvSpPr>
            <a:spLocks noGrp="1"/>
          </p:cNvSpPr>
          <p:nvPr>
            <p:ph type="body" orient="vert" idx="1"/>
          </p:nvPr>
        </p:nvSpPr>
        <p:spPr>
          <a:xfrm>
            <a:off x="746999" y="1906924"/>
            <a:ext cx="13155431" cy="55054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Placeholder 1">
            <a:extLst>
              <a:ext uri="{FF2B5EF4-FFF2-40B4-BE49-F238E27FC236}">
                <a16:creationId xmlns:a16="http://schemas.microsoft.com/office/drawing/2014/main" id="{AF7114A3-57EF-412A-8AEB-90C1FF86B1F4}"/>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6" name="Slide Number Placeholder 4">
            <a:extLst>
              <a:ext uri="{FF2B5EF4-FFF2-40B4-BE49-F238E27FC236}">
                <a16:creationId xmlns:a16="http://schemas.microsoft.com/office/drawing/2014/main" id="{291FBA3B-7B9C-4B9A-93C5-F00783BA10B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3378322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ext Placeholder 5">
            <a:extLst>
              <a:ext uri="{FF2B5EF4-FFF2-40B4-BE49-F238E27FC236}">
                <a16:creationId xmlns:a16="http://schemas.microsoft.com/office/drawing/2014/main" id="{81110BB5-4CAA-4D6D-B0E5-CD6E3D5444C4}"/>
              </a:ext>
            </a:extLst>
          </p:cNvPr>
          <p:cNvSpPr>
            <a:spLocks noGrp="1"/>
          </p:cNvSpPr>
          <p:nvPr>
            <p:ph type="body" sz="quarter" idx="10" hasCustomPrompt="1"/>
          </p:nvPr>
        </p:nvSpPr>
        <p:spPr>
          <a:xfrm>
            <a:off x="0" y="3123888"/>
            <a:ext cx="14630400" cy="2633081"/>
          </a:xfrm>
          <a:prstGeom prst="rect">
            <a:avLst/>
          </a:prstGeom>
        </p:spPr>
        <p:txBody>
          <a:bodyPr/>
          <a:lstStyle>
            <a:lvl1pPr marL="0" indent="0" algn="ctr">
              <a:buNone/>
              <a:defRPr sz="7200" b="1">
                <a:solidFill>
                  <a:schemeClr val="bg1"/>
                </a:solidFill>
                <a:latin typeface="Arial" panose="020B0604020202020204" pitchFamily="34" charset="0"/>
                <a:cs typeface="Arial" panose="020B0604020202020204" pitchFamily="34" charset="0"/>
              </a:defRPr>
            </a:lvl1pPr>
          </a:lstStyle>
          <a:p>
            <a:pPr lvl="0"/>
            <a:r>
              <a:rPr lang="en-US" dirty="0"/>
              <a:t>THANK YOU</a:t>
            </a:r>
          </a:p>
        </p:txBody>
      </p:sp>
      <p:sp>
        <p:nvSpPr>
          <p:cNvPr id="3" name="Slide Number Placeholder 4">
            <a:extLst>
              <a:ext uri="{FF2B5EF4-FFF2-40B4-BE49-F238E27FC236}">
                <a16:creationId xmlns:a16="http://schemas.microsoft.com/office/drawing/2014/main" id="{3B7D03F5-A2EB-443F-8808-CB92782BB9DC}"/>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974592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4.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jp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166A51-751E-4C91-AF12-35FEA5D260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6909" y="832674"/>
            <a:ext cx="3516583" cy="1579366"/>
          </a:xfrm>
          <a:prstGeom prst="rect">
            <a:avLst/>
          </a:prstGeom>
        </p:spPr>
      </p:pic>
      <p:sp>
        <p:nvSpPr>
          <p:cNvPr id="5" name="Slide Number Placeholder 4">
            <a:extLst>
              <a:ext uri="{FF2B5EF4-FFF2-40B4-BE49-F238E27FC236}">
                <a16:creationId xmlns:a16="http://schemas.microsoft.com/office/drawing/2014/main" id="{95B40CFA-9026-435C-9897-175C51B6BE55}"/>
              </a:ext>
            </a:extLst>
          </p:cNvPr>
          <p:cNvSpPr>
            <a:spLocks noGrp="1"/>
          </p:cNvSpPr>
          <p:nvPr>
            <p:ph type="sldNum" sz="quarter" idx="4"/>
          </p:nvPr>
        </p:nvSpPr>
        <p:spPr>
          <a:xfrm>
            <a:off x="11338560" y="7773417"/>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2690241652"/>
      </p:ext>
    </p:extLst>
  </p:cSld>
  <p:clrMap bg1="lt1" tx1="dk1" bg2="lt2" tx2="dk2" accent1="accent1" accent2="accent2" accent3="accent3" accent4="accent4" accent5="accent5" accent6="accent6" hlink="hlink" folHlink="folHlink"/>
  <p:sldLayoutIdLst>
    <p:sldLayoutId id="2147483661" r:id="rId1"/>
  </p:sldLayoutIdLst>
  <p:hf hdr="0" ft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16BAF0-010B-4DE2-BDEA-F2879C620864}"/>
              </a:ext>
            </a:extLst>
          </p:cNvPr>
          <p:cNvSpPr>
            <a:spLocks noGrp="1"/>
          </p:cNvSpPr>
          <p:nvPr>
            <p:ph type="title"/>
          </p:nvPr>
        </p:nvSpPr>
        <p:spPr>
          <a:xfrm>
            <a:off x="617655" y="28597"/>
            <a:ext cx="10975981" cy="560070"/>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73FBB290-2494-4607-B867-D433D7531872}"/>
              </a:ext>
            </a:extLst>
          </p:cNvPr>
          <p:cNvSpPr>
            <a:spLocks noGrp="1"/>
          </p:cNvSpPr>
          <p:nvPr>
            <p:ph type="body" idx="1"/>
          </p:nvPr>
        </p:nvSpPr>
        <p:spPr>
          <a:xfrm>
            <a:off x="747000" y="1576675"/>
            <a:ext cx="13136400" cy="58356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4">
            <a:extLst>
              <a:ext uri="{FF2B5EF4-FFF2-40B4-BE49-F238E27FC236}">
                <a16:creationId xmlns:a16="http://schemas.microsoft.com/office/drawing/2014/main" id="{1278EBD5-1C90-47B8-ADFB-BF109E3CF4A6}"/>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pic>
        <p:nvPicPr>
          <p:cNvPr id="7" name="Picture 6">
            <a:extLst>
              <a:ext uri="{FF2B5EF4-FFF2-40B4-BE49-F238E27FC236}">
                <a16:creationId xmlns:a16="http://schemas.microsoft.com/office/drawing/2014/main" id="{53EC741C-2937-40DA-B5CD-6BDD68A49B8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2138661" y="153680"/>
            <a:ext cx="1744740" cy="309905"/>
          </a:xfrm>
          <a:prstGeom prst="rect">
            <a:avLst/>
          </a:prstGeom>
        </p:spPr>
      </p:pic>
    </p:spTree>
    <p:extLst>
      <p:ext uri="{BB962C8B-B14F-4D97-AF65-F5344CB8AC3E}">
        <p14:creationId xmlns:p14="http://schemas.microsoft.com/office/powerpoint/2010/main" val="201659814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Lst>
  <p:hf hdr="0" ftr="0"/>
  <p:txStyles>
    <p:titleStyle>
      <a:lvl1pPr algn="l" defTabSz="1097280" rtl="0" eaLnBrk="1" latinLnBrk="0" hangingPunct="1">
        <a:lnSpc>
          <a:spcPct val="90000"/>
        </a:lnSpc>
        <a:spcBef>
          <a:spcPct val="0"/>
        </a:spcBef>
        <a:buNone/>
        <a:defRPr sz="2760" b="1" kern="1200" baseline="0">
          <a:solidFill>
            <a:schemeClr val="bg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j-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j-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C9FC78E-716C-42DD-9A91-4572741330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65079" y="2575224"/>
            <a:ext cx="5100239" cy="486910"/>
          </a:xfrm>
          <a:prstGeom prst="rect">
            <a:avLst/>
          </a:prstGeom>
        </p:spPr>
      </p:pic>
      <p:pic>
        <p:nvPicPr>
          <p:cNvPr id="3" name="Picture 2" descr="A picture containing icon&#10;&#10;Description automatically generated">
            <a:extLst>
              <a:ext uri="{FF2B5EF4-FFF2-40B4-BE49-F238E27FC236}">
                <a16:creationId xmlns:a16="http://schemas.microsoft.com/office/drawing/2014/main" id="{7D5A94FF-61CC-4076-B3C5-90D92D6517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84395" y="662825"/>
            <a:ext cx="3661606" cy="1644498"/>
          </a:xfrm>
          <a:prstGeom prst="rect">
            <a:avLst/>
          </a:prstGeom>
        </p:spPr>
      </p:pic>
      <p:sp>
        <p:nvSpPr>
          <p:cNvPr id="6" name="Slide Number Placeholder 4">
            <a:extLst>
              <a:ext uri="{FF2B5EF4-FFF2-40B4-BE49-F238E27FC236}">
                <a16:creationId xmlns:a16="http://schemas.microsoft.com/office/drawing/2014/main" id="{536F9F23-BD13-46C8-A1F1-15DBEB1CBFF4}"/>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2556741362"/>
      </p:ext>
    </p:extLst>
  </p:cSld>
  <p:clrMap bg1="lt1" tx1="dk1" bg2="lt2" tx2="dk2" accent1="accent1" accent2="accent2" accent3="accent3" accent4="accent4" accent5="accent5" accent6="accent6" hlink="hlink" folHlink="folHlink"/>
  <p:sldLayoutIdLst>
    <p:sldLayoutId id="2147483684" r:id="rId1"/>
  </p:sldLayoutIdLst>
  <p:hf hdr="0" ft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EACC5C-4747-42C2-9BF5-D1B4A984743F}"/>
              </a:ext>
            </a:extLst>
          </p:cNvPr>
          <p:cNvSpPr>
            <a:spLocks noGrp="1"/>
          </p:cNvSpPr>
          <p:nvPr>
            <p:ph type="body" sz="quarter" idx="10"/>
          </p:nvPr>
        </p:nvSpPr>
        <p:spPr/>
        <p:txBody>
          <a:bodyPr/>
          <a:lstStyle/>
          <a:p>
            <a:r>
              <a:rPr lang="en-US" dirty="0"/>
              <a:t>Architecture Design</a:t>
            </a:r>
          </a:p>
        </p:txBody>
      </p:sp>
      <p:sp>
        <p:nvSpPr>
          <p:cNvPr id="3" name="Text Placeholder 2">
            <a:extLst>
              <a:ext uri="{FF2B5EF4-FFF2-40B4-BE49-F238E27FC236}">
                <a16:creationId xmlns:a16="http://schemas.microsoft.com/office/drawing/2014/main" id="{230F2B9A-60B9-45E8-BBFF-DC81B2A1274F}"/>
              </a:ext>
            </a:extLst>
          </p:cNvPr>
          <p:cNvSpPr>
            <a:spLocks noGrp="1"/>
          </p:cNvSpPr>
          <p:nvPr>
            <p:ph type="body"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6948CFE-703F-41E2-8287-36611713304E}"/>
              </a:ext>
            </a:extLst>
          </p:cNvPr>
          <p:cNvSpPr>
            <a:spLocks noGrp="1"/>
          </p:cNvSpPr>
          <p:nvPr>
            <p:ph type="sldNum" sz="quarter" idx="4"/>
          </p:nvPr>
        </p:nvSpPr>
        <p:spPr/>
        <p:txBody>
          <a:bodyPr/>
          <a:lstStyle/>
          <a:p>
            <a:fld id="{31D26D55-0A22-487A-A687-61FB58A6F16A}" type="slidenum">
              <a:rPr lang="en-US" smtClean="0"/>
              <a:pPr/>
              <a:t>1</a:t>
            </a:fld>
            <a:endParaRPr lang="en-US" dirty="0"/>
          </a:p>
        </p:txBody>
      </p:sp>
    </p:spTree>
    <p:extLst>
      <p:ext uri="{BB962C8B-B14F-4D97-AF65-F5344CB8AC3E}">
        <p14:creationId xmlns:p14="http://schemas.microsoft.com/office/powerpoint/2010/main" val="1253848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C35187-A70E-459C-9164-16DA64E30F12}"/>
              </a:ext>
            </a:extLst>
          </p:cNvPr>
          <p:cNvSpPr>
            <a:spLocks noGrp="1"/>
          </p:cNvSpPr>
          <p:nvPr>
            <p:ph idx="1"/>
          </p:nvPr>
        </p:nvSpPr>
        <p:spPr/>
        <p:txBody>
          <a:bodyPr/>
          <a:lstStyle/>
          <a:p>
            <a:pPr marL="514350" indent="-514350">
              <a:lnSpc>
                <a:spcPct val="150000"/>
              </a:lnSpc>
              <a:buFont typeface="+mj-lt"/>
              <a:buAutoNum type="arabicPeriod"/>
            </a:pPr>
            <a:r>
              <a:rPr lang="en-US" dirty="0"/>
              <a:t>How to convert SRS into ADD</a:t>
            </a:r>
          </a:p>
          <a:p>
            <a:pPr marL="514350" indent="-514350">
              <a:lnSpc>
                <a:spcPct val="150000"/>
              </a:lnSpc>
              <a:buFont typeface="+mj-lt"/>
              <a:buAutoNum type="arabicPeriod"/>
            </a:pPr>
            <a:r>
              <a:rPr lang="en-US" dirty="0"/>
              <a:t>Basic Architectures:</a:t>
            </a:r>
          </a:p>
          <a:p>
            <a:pPr marL="1062990" lvl="1" indent="-514350">
              <a:lnSpc>
                <a:spcPct val="150000"/>
              </a:lnSpc>
              <a:buFont typeface="+mj-lt"/>
              <a:buAutoNum type="arabicPeriod"/>
            </a:pPr>
            <a:r>
              <a:rPr lang="en-US" dirty="0"/>
              <a:t>MVC</a:t>
            </a:r>
          </a:p>
          <a:p>
            <a:pPr marL="1062990" lvl="1" indent="-514350">
              <a:lnSpc>
                <a:spcPct val="150000"/>
              </a:lnSpc>
              <a:buFont typeface="+mj-lt"/>
              <a:buAutoNum type="arabicPeriod"/>
            </a:pPr>
            <a:r>
              <a:rPr lang="en-US" dirty="0"/>
              <a:t>Layered Architecture</a:t>
            </a:r>
          </a:p>
          <a:p>
            <a:pPr marL="1062990" lvl="1" indent="-514350">
              <a:lnSpc>
                <a:spcPct val="150000"/>
              </a:lnSpc>
              <a:buFont typeface="+mj-lt"/>
              <a:buAutoNum type="arabicPeriod"/>
            </a:pPr>
            <a:r>
              <a:rPr lang="en-US" dirty="0"/>
              <a:t>Microservices</a:t>
            </a:r>
          </a:p>
        </p:txBody>
      </p:sp>
      <p:sp>
        <p:nvSpPr>
          <p:cNvPr id="3" name="Slide Number Placeholder 2">
            <a:extLst>
              <a:ext uri="{FF2B5EF4-FFF2-40B4-BE49-F238E27FC236}">
                <a16:creationId xmlns:a16="http://schemas.microsoft.com/office/drawing/2014/main" id="{2777A29D-45E0-4A1E-8DA6-2F29C95877DE}"/>
              </a:ext>
            </a:extLst>
          </p:cNvPr>
          <p:cNvSpPr>
            <a:spLocks noGrp="1"/>
          </p:cNvSpPr>
          <p:nvPr>
            <p:ph type="sldNum" sz="quarter" idx="4"/>
          </p:nvPr>
        </p:nvSpPr>
        <p:spPr/>
        <p:txBody>
          <a:bodyPr/>
          <a:lstStyle/>
          <a:p>
            <a:fld id="{31D26D55-0A22-487A-A687-61FB58A6F16A}" type="slidenum">
              <a:rPr lang="en-US" smtClean="0"/>
              <a:pPr/>
              <a:t>2</a:t>
            </a:fld>
            <a:endParaRPr lang="en-US" dirty="0"/>
          </a:p>
        </p:txBody>
      </p:sp>
      <p:sp>
        <p:nvSpPr>
          <p:cNvPr id="4" name="Title 3">
            <a:extLst>
              <a:ext uri="{FF2B5EF4-FFF2-40B4-BE49-F238E27FC236}">
                <a16:creationId xmlns:a16="http://schemas.microsoft.com/office/drawing/2014/main" id="{443CD2FB-DBCA-43DB-9715-6330C46D7B99}"/>
              </a:ext>
            </a:extLst>
          </p:cNvPr>
          <p:cNvSpPr>
            <a:spLocks noGrp="1"/>
          </p:cNvSpPr>
          <p:nvPr>
            <p:ph type="title"/>
          </p:nvPr>
        </p:nvSpPr>
        <p:spPr/>
        <p:txBody>
          <a:bodyPr/>
          <a:lstStyle/>
          <a:p>
            <a:r>
              <a:rPr lang="en-US" dirty="0"/>
              <a:t>Contents</a:t>
            </a:r>
          </a:p>
        </p:txBody>
      </p:sp>
    </p:spTree>
    <p:extLst>
      <p:ext uri="{BB962C8B-B14F-4D97-AF65-F5344CB8AC3E}">
        <p14:creationId xmlns:p14="http://schemas.microsoft.com/office/powerpoint/2010/main" val="3335441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AADCEB-FF67-4A0D-AA2E-B11402DDBDC7}"/>
              </a:ext>
            </a:extLst>
          </p:cNvPr>
          <p:cNvSpPr>
            <a:spLocks noGrp="1"/>
          </p:cNvSpPr>
          <p:nvPr>
            <p:ph idx="1"/>
          </p:nvPr>
        </p:nvSpPr>
        <p:spPr>
          <a:xfrm>
            <a:off x="747000" y="1917577"/>
            <a:ext cx="7874486" cy="5494778"/>
          </a:xfrm>
        </p:spPr>
        <p:txBody>
          <a:bodyPr>
            <a:normAutofit/>
          </a:bodyPr>
          <a:lstStyle/>
          <a:p>
            <a:pPr>
              <a:lnSpc>
                <a:spcPct val="150000"/>
              </a:lnSpc>
            </a:pPr>
            <a:r>
              <a:rPr lang="en-US" dirty="0"/>
              <a:t>Grasp the </a:t>
            </a:r>
            <a:r>
              <a:rPr lang="en-US" b="1" dirty="0"/>
              <a:t>functional </a:t>
            </a:r>
            <a:r>
              <a:rPr lang="en-US" dirty="0"/>
              <a:t>and </a:t>
            </a:r>
            <a:r>
              <a:rPr lang="en-US" b="1" dirty="0"/>
              <a:t>non-functional requirements</a:t>
            </a:r>
            <a:r>
              <a:rPr lang="en-US" dirty="0"/>
              <a:t> outlined in the SRS.</a:t>
            </a:r>
          </a:p>
          <a:p>
            <a:pPr>
              <a:lnSpc>
                <a:spcPct val="150000"/>
              </a:lnSpc>
            </a:pPr>
            <a:r>
              <a:rPr lang="en-US" dirty="0"/>
              <a:t>Identify key </a:t>
            </a:r>
            <a:r>
              <a:rPr lang="en-US" b="1" dirty="0"/>
              <a:t>constraints</a:t>
            </a:r>
            <a:r>
              <a:rPr lang="en-US" dirty="0"/>
              <a:t>, </a:t>
            </a:r>
            <a:r>
              <a:rPr lang="en-US" b="1" dirty="0"/>
              <a:t>assumptions</a:t>
            </a:r>
            <a:r>
              <a:rPr lang="en-US" dirty="0"/>
              <a:t>, and </a:t>
            </a:r>
            <a:r>
              <a:rPr lang="en-US" b="1" dirty="0"/>
              <a:t>dependencies</a:t>
            </a:r>
            <a:r>
              <a:rPr lang="en-US" dirty="0"/>
              <a:t>.</a:t>
            </a:r>
          </a:p>
        </p:txBody>
      </p:sp>
      <p:sp>
        <p:nvSpPr>
          <p:cNvPr id="3" name="Slide Number Placeholder 2">
            <a:extLst>
              <a:ext uri="{FF2B5EF4-FFF2-40B4-BE49-F238E27FC236}">
                <a16:creationId xmlns:a16="http://schemas.microsoft.com/office/drawing/2014/main" id="{A960A8F4-078C-4C75-8A0A-F169AD4B36C1}"/>
              </a:ext>
            </a:extLst>
          </p:cNvPr>
          <p:cNvSpPr>
            <a:spLocks noGrp="1"/>
          </p:cNvSpPr>
          <p:nvPr>
            <p:ph type="sldNum" sz="quarter" idx="4"/>
          </p:nvPr>
        </p:nvSpPr>
        <p:spPr/>
        <p:txBody>
          <a:bodyPr/>
          <a:lstStyle/>
          <a:p>
            <a:fld id="{31D26D55-0A22-487A-A687-61FB58A6F16A}" type="slidenum">
              <a:rPr lang="en-US" smtClean="0"/>
              <a:pPr/>
              <a:t>3</a:t>
            </a:fld>
            <a:endParaRPr lang="en-US" dirty="0"/>
          </a:p>
        </p:txBody>
      </p:sp>
      <p:sp>
        <p:nvSpPr>
          <p:cNvPr id="4" name="Title 3">
            <a:extLst>
              <a:ext uri="{FF2B5EF4-FFF2-40B4-BE49-F238E27FC236}">
                <a16:creationId xmlns:a16="http://schemas.microsoft.com/office/drawing/2014/main" id="{1E36BEFF-3E45-474C-85F0-B28D7CADC51E}"/>
              </a:ext>
            </a:extLst>
          </p:cNvPr>
          <p:cNvSpPr>
            <a:spLocks noGrp="1"/>
          </p:cNvSpPr>
          <p:nvPr>
            <p:ph type="title"/>
          </p:nvPr>
        </p:nvSpPr>
        <p:spPr/>
        <p:txBody>
          <a:bodyPr>
            <a:normAutofit/>
          </a:bodyPr>
          <a:lstStyle/>
          <a:p>
            <a:r>
              <a:rPr lang="en-US" dirty="0"/>
              <a:t>Understand the SRS</a:t>
            </a:r>
          </a:p>
        </p:txBody>
      </p:sp>
      <p:pic>
        <p:nvPicPr>
          <p:cNvPr id="1028" name="Picture 4" descr="Software Requirements Specification Royalty-Free Images, Stock Photos &amp;  Pictures | Shutterstock">
            <a:extLst>
              <a:ext uri="{FF2B5EF4-FFF2-40B4-BE49-F238E27FC236}">
                <a16:creationId xmlns:a16="http://schemas.microsoft.com/office/drawing/2014/main" id="{9F5988C5-E2FD-4AFA-8A27-4B78265D98C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087"/>
          <a:stretch/>
        </p:blipFill>
        <p:spPr bwMode="auto">
          <a:xfrm>
            <a:off x="8499743" y="2798066"/>
            <a:ext cx="5383657" cy="3733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2381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715B46-341E-4748-9C44-C3D12B3F2E30}"/>
              </a:ext>
            </a:extLst>
          </p:cNvPr>
          <p:cNvSpPr>
            <a:spLocks noGrp="1"/>
          </p:cNvSpPr>
          <p:nvPr>
            <p:ph idx="1"/>
          </p:nvPr>
        </p:nvSpPr>
        <p:spPr/>
        <p:txBody>
          <a:bodyPr/>
          <a:lstStyle/>
          <a:p>
            <a:pPr>
              <a:lnSpc>
                <a:spcPct val="150000"/>
              </a:lnSpc>
            </a:pPr>
            <a:r>
              <a:rPr lang="en-US" dirty="0"/>
              <a:t>Functional Requirements:</a:t>
            </a:r>
          </a:p>
          <a:p>
            <a:pPr lvl="1">
              <a:lnSpc>
                <a:spcPct val="150000"/>
              </a:lnSpc>
            </a:pPr>
            <a:r>
              <a:rPr lang="en-US" dirty="0"/>
              <a:t>focus on the essential behaviors of the system to meet user needs.</a:t>
            </a:r>
          </a:p>
          <a:p>
            <a:pPr lvl="1">
              <a:lnSpc>
                <a:spcPct val="150000"/>
              </a:lnSpc>
            </a:pPr>
            <a:r>
              <a:rPr lang="en-US" dirty="0"/>
              <a:t>=&gt; higher priority</a:t>
            </a:r>
          </a:p>
          <a:p>
            <a:pPr>
              <a:lnSpc>
                <a:spcPct val="150000"/>
              </a:lnSpc>
            </a:pPr>
            <a:r>
              <a:rPr lang="en-US" dirty="0"/>
              <a:t>Non-Functional Requirements:</a:t>
            </a:r>
          </a:p>
          <a:p>
            <a:pPr lvl="1">
              <a:lnSpc>
                <a:spcPct val="150000"/>
              </a:lnSpc>
            </a:pPr>
            <a:r>
              <a:rPr lang="en-US" dirty="0"/>
              <a:t>focus on quality attributes to ensure the system operates reliably, efficiently, and is user-friendly.</a:t>
            </a:r>
          </a:p>
          <a:p>
            <a:pPr lvl="1">
              <a:lnSpc>
                <a:spcPct val="150000"/>
              </a:lnSpc>
            </a:pPr>
            <a:r>
              <a:rPr lang="en-US" dirty="0"/>
              <a:t>=&gt; optimize design</a:t>
            </a:r>
          </a:p>
          <a:p>
            <a:pPr>
              <a:lnSpc>
                <a:spcPct val="150000"/>
              </a:lnSpc>
            </a:pPr>
            <a:endParaRPr lang="en-US" dirty="0"/>
          </a:p>
        </p:txBody>
      </p:sp>
      <p:sp>
        <p:nvSpPr>
          <p:cNvPr id="3" name="Slide Number Placeholder 2">
            <a:extLst>
              <a:ext uri="{FF2B5EF4-FFF2-40B4-BE49-F238E27FC236}">
                <a16:creationId xmlns:a16="http://schemas.microsoft.com/office/drawing/2014/main" id="{9FE482BF-C8AE-46D4-9104-52741B356457}"/>
              </a:ext>
            </a:extLst>
          </p:cNvPr>
          <p:cNvSpPr>
            <a:spLocks noGrp="1"/>
          </p:cNvSpPr>
          <p:nvPr>
            <p:ph type="sldNum" sz="quarter" idx="4"/>
          </p:nvPr>
        </p:nvSpPr>
        <p:spPr/>
        <p:txBody>
          <a:bodyPr/>
          <a:lstStyle/>
          <a:p>
            <a:fld id="{31D26D55-0A22-487A-A687-61FB58A6F16A}" type="slidenum">
              <a:rPr lang="en-US" smtClean="0"/>
              <a:pPr/>
              <a:t>4</a:t>
            </a:fld>
            <a:endParaRPr lang="en-US" dirty="0"/>
          </a:p>
        </p:txBody>
      </p:sp>
      <p:sp>
        <p:nvSpPr>
          <p:cNvPr id="4" name="Title 3">
            <a:extLst>
              <a:ext uri="{FF2B5EF4-FFF2-40B4-BE49-F238E27FC236}">
                <a16:creationId xmlns:a16="http://schemas.microsoft.com/office/drawing/2014/main" id="{BF25EED9-D6D4-4564-A417-07562BAC53EA}"/>
              </a:ext>
            </a:extLst>
          </p:cNvPr>
          <p:cNvSpPr>
            <a:spLocks noGrp="1"/>
          </p:cNvSpPr>
          <p:nvPr>
            <p:ph type="title"/>
          </p:nvPr>
        </p:nvSpPr>
        <p:spPr/>
        <p:txBody>
          <a:bodyPr/>
          <a:lstStyle/>
          <a:p>
            <a:r>
              <a:rPr lang="en-US" dirty="0"/>
              <a:t>Functional vs Non-Functional Requirements</a:t>
            </a:r>
          </a:p>
        </p:txBody>
      </p:sp>
    </p:spTree>
    <p:extLst>
      <p:ext uri="{BB962C8B-B14F-4D97-AF65-F5344CB8AC3E}">
        <p14:creationId xmlns:p14="http://schemas.microsoft.com/office/powerpoint/2010/main" val="972042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5E9790-D5F8-4A2E-9E43-C1F442E51C32}"/>
              </a:ext>
            </a:extLst>
          </p:cNvPr>
          <p:cNvSpPr>
            <a:spLocks noGrp="1"/>
          </p:cNvSpPr>
          <p:nvPr>
            <p:ph sz="half" idx="1"/>
          </p:nvPr>
        </p:nvSpPr>
        <p:spPr/>
        <p:txBody>
          <a:bodyPr>
            <a:normAutofit lnSpcReduction="10000"/>
          </a:bodyPr>
          <a:lstStyle/>
          <a:p>
            <a:pPr>
              <a:lnSpc>
                <a:spcPct val="150000"/>
              </a:lnSpc>
            </a:pPr>
            <a:r>
              <a:rPr lang="en-US" b="1" dirty="0"/>
              <a:t>Focus on the User: </a:t>
            </a:r>
            <a:r>
              <a:rPr lang="en-US" dirty="0"/>
              <a:t>Represent a user's desired outcome or goal when interacting with a software system.</a:t>
            </a:r>
          </a:p>
          <a:p>
            <a:pPr>
              <a:lnSpc>
                <a:spcPct val="150000"/>
              </a:lnSpc>
            </a:pPr>
            <a:r>
              <a:rPr lang="en-US" b="1" dirty="0"/>
              <a:t>Simple and Concise: </a:t>
            </a:r>
            <a:r>
              <a:rPr lang="en-US" dirty="0"/>
              <a:t>focusing on the "who," "what," and "why" of a user's need.</a:t>
            </a:r>
          </a:p>
          <a:p>
            <a:pPr>
              <a:lnSpc>
                <a:spcPct val="150000"/>
              </a:lnSpc>
            </a:pPr>
            <a:endParaRPr lang="en-US" dirty="0"/>
          </a:p>
          <a:p>
            <a:pPr>
              <a:lnSpc>
                <a:spcPct val="150000"/>
              </a:lnSpc>
            </a:pPr>
            <a:endParaRPr lang="en-US" dirty="0"/>
          </a:p>
        </p:txBody>
      </p:sp>
      <p:sp>
        <p:nvSpPr>
          <p:cNvPr id="4" name="Slide Number Placeholder 3">
            <a:extLst>
              <a:ext uri="{FF2B5EF4-FFF2-40B4-BE49-F238E27FC236}">
                <a16:creationId xmlns:a16="http://schemas.microsoft.com/office/drawing/2014/main" id="{D04242FE-0261-444E-A262-5AD6BE271F6B}"/>
              </a:ext>
            </a:extLst>
          </p:cNvPr>
          <p:cNvSpPr>
            <a:spLocks noGrp="1"/>
          </p:cNvSpPr>
          <p:nvPr>
            <p:ph type="sldNum" sz="quarter" idx="4"/>
          </p:nvPr>
        </p:nvSpPr>
        <p:spPr/>
        <p:txBody>
          <a:bodyPr/>
          <a:lstStyle/>
          <a:p>
            <a:fld id="{31D26D55-0A22-487A-A687-61FB58A6F16A}" type="slidenum">
              <a:rPr lang="en-US" smtClean="0"/>
              <a:pPr/>
              <a:t>5</a:t>
            </a:fld>
            <a:endParaRPr lang="en-US" dirty="0"/>
          </a:p>
        </p:txBody>
      </p:sp>
      <p:sp>
        <p:nvSpPr>
          <p:cNvPr id="5" name="Title 4">
            <a:extLst>
              <a:ext uri="{FF2B5EF4-FFF2-40B4-BE49-F238E27FC236}">
                <a16:creationId xmlns:a16="http://schemas.microsoft.com/office/drawing/2014/main" id="{DA5302E8-D90F-41AE-9F04-65D5257136B1}"/>
              </a:ext>
            </a:extLst>
          </p:cNvPr>
          <p:cNvSpPr>
            <a:spLocks noGrp="1"/>
          </p:cNvSpPr>
          <p:nvPr>
            <p:ph type="title"/>
          </p:nvPr>
        </p:nvSpPr>
        <p:spPr/>
        <p:txBody>
          <a:bodyPr/>
          <a:lstStyle/>
          <a:p>
            <a:r>
              <a:rPr lang="en-US" dirty="0"/>
              <a:t>User Stories</a:t>
            </a:r>
          </a:p>
        </p:txBody>
      </p:sp>
      <p:pic>
        <p:nvPicPr>
          <p:cNvPr id="3074" name="Picture 2">
            <a:extLst>
              <a:ext uri="{FF2B5EF4-FFF2-40B4-BE49-F238E27FC236}">
                <a16:creationId xmlns:a16="http://schemas.microsoft.com/office/drawing/2014/main" id="{E9C22C7B-6E24-436C-83DC-7FF4C23C2B17}"/>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l="24271" b="31448"/>
          <a:stretch/>
        </p:blipFill>
        <p:spPr bwMode="auto">
          <a:xfrm>
            <a:off x="7406640" y="2404436"/>
            <a:ext cx="6717931" cy="3420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7483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537DBCB4-8323-4A0E-A8C7-49FD5FE7AFD5}"/>
              </a:ext>
            </a:extLst>
          </p:cNvPr>
          <p:cNvGraphicFramePr>
            <a:graphicFrameLocks noGrp="1"/>
          </p:cNvGraphicFramePr>
          <p:nvPr>
            <p:ph idx="1"/>
            <p:extLst>
              <p:ext uri="{D42A27DB-BD31-4B8C-83A1-F6EECF244321}">
                <p14:modId xmlns:p14="http://schemas.microsoft.com/office/powerpoint/2010/main" val="2795619439"/>
              </p:ext>
            </p:extLst>
          </p:nvPr>
        </p:nvGraphicFramePr>
        <p:xfrm>
          <a:off x="747713" y="1917700"/>
          <a:ext cx="13165137" cy="5494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E757D950-EAD3-4C32-A948-6E2628EB4DAB}"/>
              </a:ext>
            </a:extLst>
          </p:cNvPr>
          <p:cNvSpPr>
            <a:spLocks noGrp="1"/>
          </p:cNvSpPr>
          <p:nvPr>
            <p:ph type="sldNum" sz="quarter" idx="4"/>
          </p:nvPr>
        </p:nvSpPr>
        <p:spPr/>
        <p:txBody>
          <a:bodyPr/>
          <a:lstStyle/>
          <a:p>
            <a:fld id="{31D26D55-0A22-487A-A687-61FB58A6F16A}" type="slidenum">
              <a:rPr lang="en-US" smtClean="0"/>
              <a:pPr/>
              <a:t>6</a:t>
            </a:fld>
            <a:endParaRPr lang="en-US" dirty="0"/>
          </a:p>
        </p:txBody>
      </p:sp>
      <p:sp>
        <p:nvSpPr>
          <p:cNvPr id="4" name="Title 3">
            <a:extLst>
              <a:ext uri="{FF2B5EF4-FFF2-40B4-BE49-F238E27FC236}">
                <a16:creationId xmlns:a16="http://schemas.microsoft.com/office/drawing/2014/main" id="{3A70F285-15FE-41DC-AA73-CFBC56913771}"/>
              </a:ext>
            </a:extLst>
          </p:cNvPr>
          <p:cNvSpPr>
            <a:spLocks noGrp="1"/>
          </p:cNvSpPr>
          <p:nvPr>
            <p:ph type="title"/>
          </p:nvPr>
        </p:nvSpPr>
        <p:spPr/>
        <p:txBody>
          <a:bodyPr>
            <a:normAutofit/>
          </a:bodyPr>
          <a:lstStyle/>
          <a:p>
            <a:r>
              <a:rPr lang="en-US" b="1" dirty="0"/>
              <a:t>User Story Prioritization</a:t>
            </a:r>
            <a:endParaRPr lang="en-US" dirty="0"/>
          </a:p>
        </p:txBody>
      </p:sp>
    </p:spTree>
    <p:extLst>
      <p:ext uri="{BB962C8B-B14F-4D97-AF65-F5344CB8AC3E}">
        <p14:creationId xmlns:p14="http://schemas.microsoft.com/office/powerpoint/2010/main" val="3276500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22A06E-E3E1-4FB8-8DEA-F730D62CB8D4}"/>
              </a:ext>
            </a:extLst>
          </p:cNvPr>
          <p:cNvSpPr>
            <a:spLocks noGrp="1"/>
          </p:cNvSpPr>
          <p:nvPr>
            <p:ph idx="1"/>
          </p:nvPr>
        </p:nvSpPr>
        <p:spPr>
          <a:xfrm>
            <a:off x="747000" y="1917577"/>
            <a:ext cx="6670285" cy="5494778"/>
          </a:xfrm>
        </p:spPr>
        <p:txBody>
          <a:bodyPr>
            <a:normAutofit fontScale="92500"/>
          </a:bodyPr>
          <a:lstStyle/>
          <a:p>
            <a:pPr>
              <a:lnSpc>
                <a:spcPct val="150000"/>
              </a:lnSpc>
            </a:pPr>
            <a:r>
              <a:rPr lang="en-US" b="1" dirty="0"/>
              <a:t>Detailed description </a:t>
            </a:r>
            <a:r>
              <a:rPr lang="en-US" dirty="0"/>
              <a:t>of how a user interacts with a software system to achieve a specific goal.</a:t>
            </a:r>
          </a:p>
          <a:p>
            <a:pPr>
              <a:lnSpc>
                <a:spcPct val="150000"/>
              </a:lnSpc>
            </a:pPr>
            <a:r>
              <a:rPr lang="en-US" dirty="0"/>
              <a:t>It </a:t>
            </a:r>
            <a:r>
              <a:rPr lang="en-US" b="1" dirty="0"/>
              <a:t>outlines the steps</a:t>
            </a:r>
            <a:r>
              <a:rPr lang="en-US" dirty="0"/>
              <a:t> involved, the system's responses, and any potential issues or variations in the process.</a:t>
            </a:r>
          </a:p>
          <a:p>
            <a:pPr>
              <a:lnSpc>
                <a:spcPct val="150000"/>
              </a:lnSpc>
            </a:pPr>
            <a:endParaRPr lang="en-US" dirty="0"/>
          </a:p>
        </p:txBody>
      </p:sp>
      <p:sp>
        <p:nvSpPr>
          <p:cNvPr id="3" name="Slide Number Placeholder 2">
            <a:extLst>
              <a:ext uri="{FF2B5EF4-FFF2-40B4-BE49-F238E27FC236}">
                <a16:creationId xmlns:a16="http://schemas.microsoft.com/office/drawing/2014/main" id="{15978242-B2D4-4BB1-86EB-E3673BD74327}"/>
              </a:ext>
            </a:extLst>
          </p:cNvPr>
          <p:cNvSpPr>
            <a:spLocks noGrp="1"/>
          </p:cNvSpPr>
          <p:nvPr>
            <p:ph type="sldNum" sz="quarter" idx="4"/>
          </p:nvPr>
        </p:nvSpPr>
        <p:spPr/>
        <p:txBody>
          <a:bodyPr/>
          <a:lstStyle/>
          <a:p>
            <a:fld id="{31D26D55-0A22-487A-A687-61FB58A6F16A}" type="slidenum">
              <a:rPr lang="en-US" smtClean="0"/>
              <a:pPr/>
              <a:t>7</a:t>
            </a:fld>
            <a:endParaRPr lang="en-US" dirty="0"/>
          </a:p>
        </p:txBody>
      </p:sp>
      <p:sp>
        <p:nvSpPr>
          <p:cNvPr id="4" name="Title 3">
            <a:extLst>
              <a:ext uri="{FF2B5EF4-FFF2-40B4-BE49-F238E27FC236}">
                <a16:creationId xmlns:a16="http://schemas.microsoft.com/office/drawing/2014/main" id="{D156DB56-3A77-4F03-ADDF-5E79A6BE5BBF}"/>
              </a:ext>
            </a:extLst>
          </p:cNvPr>
          <p:cNvSpPr>
            <a:spLocks noGrp="1"/>
          </p:cNvSpPr>
          <p:nvPr>
            <p:ph type="title"/>
          </p:nvPr>
        </p:nvSpPr>
        <p:spPr/>
        <p:txBody>
          <a:bodyPr/>
          <a:lstStyle/>
          <a:p>
            <a:r>
              <a:rPr lang="en-US" dirty="0"/>
              <a:t>Use Case</a:t>
            </a:r>
          </a:p>
        </p:txBody>
      </p:sp>
      <p:pic>
        <p:nvPicPr>
          <p:cNvPr id="4098" name="Picture 2">
            <a:extLst>
              <a:ext uri="{FF2B5EF4-FFF2-40B4-BE49-F238E27FC236}">
                <a16:creationId xmlns:a16="http://schemas.microsoft.com/office/drawing/2014/main" id="{F09BA81F-2D67-4CEF-B8DD-3BA144BBC64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357" t="14762" r="13465" b="1917"/>
          <a:stretch/>
        </p:blipFill>
        <p:spPr bwMode="auto">
          <a:xfrm>
            <a:off x="7417285" y="2044139"/>
            <a:ext cx="6466115" cy="414132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CDF3491-2C8D-4C6B-9024-F9BE6EF9478F}"/>
              </a:ext>
            </a:extLst>
          </p:cNvPr>
          <p:cNvSpPr txBox="1"/>
          <p:nvPr/>
        </p:nvSpPr>
        <p:spPr>
          <a:xfrm>
            <a:off x="9561953" y="6000794"/>
            <a:ext cx="4086225" cy="369332"/>
          </a:xfrm>
          <a:prstGeom prst="rect">
            <a:avLst/>
          </a:prstGeom>
          <a:noFill/>
        </p:spPr>
        <p:txBody>
          <a:bodyPr wrap="square" rtlCol="0">
            <a:spAutoFit/>
          </a:bodyPr>
          <a:lstStyle/>
          <a:p>
            <a:r>
              <a:rPr lang="en-US" dirty="0"/>
              <a:t>Sample boarding check-in use case</a:t>
            </a:r>
          </a:p>
        </p:txBody>
      </p:sp>
    </p:spTree>
    <p:extLst>
      <p:ext uri="{BB962C8B-B14F-4D97-AF65-F5344CB8AC3E}">
        <p14:creationId xmlns:p14="http://schemas.microsoft.com/office/powerpoint/2010/main" val="2446966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5737C5-F17E-4E3F-813D-8F4592F5A9F1}"/>
              </a:ext>
            </a:extLst>
          </p:cNvPr>
          <p:cNvSpPr>
            <a:spLocks noGrp="1"/>
          </p:cNvSpPr>
          <p:nvPr>
            <p:ph idx="1"/>
          </p:nvPr>
        </p:nvSpPr>
        <p:spPr/>
        <p:txBody>
          <a:bodyPr/>
          <a:lstStyle/>
          <a:p>
            <a:pPr marL="0" indent="0">
              <a:buNone/>
            </a:pPr>
            <a:r>
              <a:rPr lang="en-US" dirty="0"/>
              <a:t>An </a:t>
            </a:r>
            <a:r>
              <a:rPr lang="en-US" b="1" dirty="0"/>
              <a:t>actor</a:t>
            </a:r>
            <a:r>
              <a:rPr lang="en-US" dirty="0"/>
              <a:t> characterizes an external user (i.e., outside the system) that interacts with the system</a:t>
            </a:r>
          </a:p>
          <a:p>
            <a:r>
              <a:rPr lang="en-US" sz="3600" dirty="0"/>
              <a:t>﻿The only external entities that interact with the system</a:t>
            </a:r>
          </a:p>
          <a:p>
            <a:r>
              <a:rPr lang="en-US" sz="3600" dirty="0"/>
              <a:t>﻿Actors are outside the system and not part of it</a:t>
            </a:r>
          </a:p>
          <a:p>
            <a:r>
              <a:rPr lang="en-US" sz="3600" dirty="0"/>
              <a:t>﻿A user is an individual, whereas an actor represents the role played by all users of the same type</a:t>
            </a:r>
          </a:p>
          <a:p>
            <a:r>
              <a:rPr lang="en-US" sz="3600" dirty="0"/>
              <a:t>There are other types of actors in addition to or in place of human actors: external systems, I/O devices, or timers</a:t>
            </a:r>
          </a:p>
          <a:p>
            <a:endParaRPr lang="en-US" dirty="0"/>
          </a:p>
        </p:txBody>
      </p:sp>
      <p:sp>
        <p:nvSpPr>
          <p:cNvPr id="3" name="Slide Number Placeholder 2">
            <a:extLst>
              <a:ext uri="{FF2B5EF4-FFF2-40B4-BE49-F238E27FC236}">
                <a16:creationId xmlns:a16="http://schemas.microsoft.com/office/drawing/2014/main" id="{746B5FC5-E029-46E2-9BCD-33956F55950F}"/>
              </a:ext>
            </a:extLst>
          </p:cNvPr>
          <p:cNvSpPr>
            <a:spLocks noGrp="1"/>
          </p:cNvSpPr>
          <p:nvPr>
            <p:ph type="sldNum" sz="quarter" idx="4"/>
          </p:nvPr>
        </p:nvSpPr>
        <p:spPr/>
        <p:txBody>
          <a:bodyPr/>
          <a:lstStyle/>
          <a:p>
            <a:fld id="{31D26D55-0A22-487A-A687-61FB58A6F16A}" type="slidenum">
              <a:rPr lang="en-US" smtClean="0"/>
              <a:pPr/>
              <a:t>8</a:t>
            </a:fld>
            <a:endParaRPr lang="en-US" dirty="0"/>
          </a:p>
        </p:txBody>
      </p:sp>
      <p:sp>
        <p:nvSpPr>
          <p:cNvPr id="4" name="Title 3">
            <a:extLst>
              <a:ext uri="{FF2B5EF4-FFF2-40B4-BE49-F238E27FC236}">
                <a16:creationId xmlns:a16="http://schemas.microsoft.com/office/drawing/2014/main" id="{F53F41D1-90A0-4330-9E7A-168F450614B8}"/>
              </a:ext>
            </a:extLst>
          </p:cNvPr>
          <p:cNvSpPr>
            <a:spLocks noGrp="1"/>
          </p:cNvSpPr>
          <p:nvPr>
            <p:ph type="title"/>
          </p:nvPr>
        </p:nvSpPr>
        <p:spPr/>
        <p:txBody>
          <a:bodyPr/>
          <a:lstStyle/>
          <a:p>
            <a:r>
              <a:rPr lang="en-US" dirty="0"/>
              <a:t>Actor</a:t>
            </a:r>
          </a:p>
        </p:txBody>
      </p:sp>
    </p:spTree>
    <p:extLst>
      <p:ext uri="{BB962C8B-B14F-4D97-AF65-F5344CB8AC3E}">
        <p14:creationId xmlns:p14="http://schemas.microsoft.com/office/powerpoint/2010/main" val="37179169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32BA69-58EA-4649-B998-687CDDC117E1}"/>
              </a:ext>
            </a:extLst>
          </p:cNvPr>
          <p:cNvSpPr>
            <a:spLocks noGrp="1"/>
          </p:cNvSpPr>
          <p:nvPr>
            <p:ph idx="1"/>
          </p:nvPr>
        </p:nvSpPr>
        <p:spPr/>
        <p:txBody>
          <a:bodyPr>
            <a:normAutofit fontScale="92500" lnSpcReduction="20000"/>
          </a:bodyPr>
          <a:lstStyle/>
          <a:p>
            <a:pPr>
              <a:lnSpc>
                <a:spcPct val="150000"/>
              </a:lnSpc>
            </a:pPr>
            <a:r>
              <a:rPr lang="en-US" dirty="0"/>
              <a:t>Users</a:t>
            </a:r>
          </a:p>
          <a:p>
            <a:pPr lvl="1">
              <a:lnSpc>
                <a:spcPct val="150000"/>
              </a:lnSpc>
            </a:pPr>
            <a:r>
              <a:rPr lang="en-US" dirty="0"/>
              <a:t>Homeowners are actors on HOLIS system</a:t>
            </a:r>
          </a:p>
          <a:p>
            <a:pPr lvl="1">
              <a:lnSpc>
                <a:spcPct val="150000"/>
              </a:lnSpc>
            </a:pPr>
            <a:r>
              <a:rPr lang="en-US" dirty="0"/>
              <a:t>Authors are actors on a word processing system</a:t>
            </a:r>
          </a:p>
          <a:p>
            <a:pPr>
              <a:lnSpc>
                <a:spcPct val="150000"/>
              </a:lnSpc>
            </a:pPr>
            <a:r>
              <a:rPr lang="en-US" dirty="0"/>
              <a:t>Other systems or applications</a:t>
            </a:r>
          </a:p>
          <a:p>
            <a:pPr lvl="1">
              <a:lnSpc>
                <a:spcPct val="150000"/>
              </a:lnSpc>
            </a:pPr>
            <a:r>
              <a:rPr lang="en-US" dirty="0"/>
              <a:t>Control Switch is an actor on the Smart Home Central Control Unit</a:t>
            </a:r>
          </a:p>
          <a:p>
            <a:pPr>
              <a:lnSpc>
                <a:spcPct val="150000"/>
              </a:lnSpc>
            </a:pPr>
            <a:r>
              <a:rPr lang="en-US" dirty="0"/>
              <a:t>A device</a:t>
            </a:r>
          </a:p>
          <a:p>
            <a:pPr lvl="1">
              <a:lnSpc>
                <a:spcPct val="150000"/>
              </a:lnSpc>
            </a:pPr>
            <a:r>
              <a:rPr lang="en-US" dirty="0"/>
              <a:t>Lights</a:t>
            </a:r>
          </a:p>
          <a:p>
            <a:pPr lvl="1">
              <a:lnSpc>
                <a:spcPct val="150000"/>
              </a:lnSpc>
            </a:pPr>
            <a:r>
              <a:rPr lang="en-US" dirty="0"/>
              <a:t>Printer</a:t>
            </a:r>
          </a:p>
        </p:txBody>
      </p:sp>
      <p:sp>
        <p:nvSpPr>
          <p:cNvPr id="3" name="Slide Number Placeholder 2">
            <a:extLst>
              <a:ext uri="{FF2B5EF4-FFF2-40B4-BE49-F238E27FC236}">
                <a16:creationId xmlns:a16="http://schemas.microsoft.com/office/drawing/2014/main" id="{76E8F038-66FC-4515-9867-5F2BA78678A9}"/>
              </a:ext>
            </a:extLst>
          </p:cNvPr>
          <p:cNvSpPr>
            <a:spLocks noGrp="1"/>
          </p:cNvSpPr>
          <p:nvPr>
            <p:ph type="sldNum" sz="quarter" idx="4"/>
          </p:nvPr>
        </p:nvSpPr>
        <p:spPr/>
        <p:txBody>
          <a:bodyPr/>
          <a:lstStyle/>
          <a:p>
            <a:fld id="{31D26D55-0A22-487A-A687-61FB58A6F16A}" type="slidenum">
              <a:rPr lang="en-US" smtClean="0"/>
              <a:pPr/>
              <a:t>9</a:t>
            </a:fld>
            <a:endParaRPr lang="en-US" dirty="0"/>
          </a:p>
        </p:txBody>
      </p:sp>
      <p:sp>
        <p:nvSpPr>
          <p:cNvPr id="4" name="Title 3">
            <a:extLst>
              <a:ext uri="{FF2B5EF4-FFF2-40B4-BE49-F238E27FC236}">
                <a16:creationId xmlns:a16="http://schemas.microsoft.com/office/drawing/2014/main" id="{6EB3EB3E-EE2E-4E27-92CA-BD173EB28D3D}"/>
              </a:ext>
            </a:extLst>
          </p:cNvPr>
          <p:cNvSpPr>
            <a:spLocks noGrp="1"/>
          </p:cNvSpPr>
          <p:nvPr>
            <p:ph type="title"/>
          </p:nvPr>
        </p:nvSpPr>
        <p:spPr/>
        <p:txBody>
          <a:bodyPr/>
          <a:lstStyle/>
          <a:p>
            <a:r>
              <a:rPr lang="en-US" dirty="0"/>
              <a:t>Actor Samples</a:t>
            </a:r>
          </a:p>
        </p:txBody>
      </p:sp>
    </p:spTree>
    <p:extLst>
      <p:ext uri="{BB962C8B-B14F-4D97-AF65-F5344CB8AC3E}">
        <p14:creationId xmlns:p14="http://schemas.microsoft.com/office/powerpoint/2010/main" val="1719024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192EB1-7818-4CD4-9150-7E6EE6FB859F}"/>
              </a:ext>
            </a:extLst>
          </p:cNvPr>
          <p:cNvSpPr>
            <a:spLocks noGrp="1"/>
          </p:cNvSpPr>
          <p:nvPr>
            <p:ph idx="1"/>
          </p:nvPr>
        </p:nvSpPr>
        <p:spPr/>
        <p:txBody>
          <a:bodyPr>
            <a:normAutofit fontScale="92500"/>
          </a:bodyPr>
          <a:lstStyle/>
          <a:p>
            <a:pPr marL="0" indent="0">
              <a:lnSpc>
                <a:spcPct val="150000"/>
              </a:lnSpc>
              <a:buNone/>
            </a:pPr>
            <a:r>
              <a:rPr lang="en-US" dirty="0"/>
              <a:t>﻿Following are some questions you might ask to help user representatives identify actors</a:t>
            </a:r>
          </a:p>
          <a:p>
            <a:pPr>
              <a:lnSpc>
                <a:spcPct val="150000"/>
              </a:lnSpc>
            </a:pPr>
            <a:r>
              <a:rPr lang="en-US" sz="3600" b="1" dirty="0"/>
              <a:t>Who</a:t>
            </a:r>
            <a:r>
              <a:rPr lang="en-US" sz="3600" dirty="0"/>
              <a:t> (or </a:t>
            </a:r>
            <a:r>
              <a:rPr lang="en-US" sz="3600" b="1" dirty="0"/>
              <a:t>what</a:t>
            </a:r>
            <a:r>
              <a:rPr lang="en-US" sz="3600" dirty="0"/>
              <a:t>) is notified when something occurs within the system?</a:t>
            </a:r>
          </a:p>
          <a:p>
            <a:pPr>
              <a:lnSpc>
                <a:spcPct val="150000"/>
              </a:lnSpc>
            </a:pPr>
            <a:r>
              <a:rPr lang="en-US" sz="3600" dirty="0"/>
              <a:t>Who (or what) provides information or services to the system?</a:t>
            </a:r>
          </a:p>
          <a:p>
            <a:pPr>
              <a:lnSpc>
                <a:spcPct val="150000"/>
              </a:lnSpc>
            </a:pPr>
            <a:r>
              <a:rPr lang="en-US" sz="3600" dirty="0"/>
              <a:t>Who (or what) helps the system respond to and complete a task?</a:t>
            </a:r>
          </a:p>
          <a:p>
            <a:pPr>
              <a:lnSpc>
                <a:spcPct val="150000"/>
              </a:lnSpc>
            </a:pPr>
            <a:endParaRPr lang="en-US" dirty="0"/>
          </a:p>
        </p:txBody>
      </p:sp>
      <p:sp>
        <p:nvSpPr>
          <p:cNvPr id="3" name="Slide Number Placeholder 2">
            <a:extLst>
              <a:ext uri="{FF2B5EF4-FFF2-40B4-BE49-F238E27FC236}">
                <a16:creationId xmlns:a16="http://schemas.microsoft.com/office/drawing/2014/main" id="{35B9BA7B-B41D-4C12-8381-3C2372762DC0}"/>
              </a:ext>
            </a:extLst>
          </p:cNvPr>
          <p:cNvSpPr>
            <a:spLocks noGrp="1"/>
          </p:cNvSpPr>
          <p:nvPr>
            <p:ph type="sldNum" sz="quarter" idx="4"/>
          </p:nvPr>
        </p:nvSpPr>
        <p:spPr/>
        <p:txBody>
          <a:bodyPr/>
          <a:lstStyle/>
          <a:p>
            <a:fld id="{31D26D55-0A22-487A-A687-61FB58A6F16A}" type="slidenum">
              <a:rPr lang="en-US" smtClean="0"/>
              <a:pPr/>
              <a:t>10</a:t>
            </a:fld>
            <a:endParaRPr lang="en-US" dirty="0"/>
          </a:p>
        </p:txBody>
      </p:sp>
      <p:sp>
        <p:nvSpPr>
          <p:cNvPr id="4" name="Title 3">
            <a:extLst>
              <a:ext uri="{FF2B5EF4-FFF2-40B4-BE49-F238E27FC236}">
                <a16:creationId xmlns:a16="http://schemas.microsoft.com/office/drawing/2014/main" id="{615854CB-8C51-4512-8E85-62F79F5F341F}"/>
              </a:ext>
            </a:extLst>
          </p:cNvPr>
          <p:cNvSpPr>
            <a:spLocks noGrp="1"/>
          </p:cNvSpPr>
          <p:nvPr>
            <p:ph type="title"/>
          </p:nvPr>
        </p:nvSpPr>
        <p:spPr/>
        <p:txBody>
          <a:bodyPr/>
          <a:lstStyle/>
          <a:p>
            <a:r>
              <a:rPr lang="en-US" sz="2800" dirty="0"/>
              <a:t>Identifying actors</a:t>
            </a:r>
            <a:endParaRPr lang="en-US" dirty="0"/>
          </a:p>
        </p:txBody>
      </p:sp>
    </p:spTree>
    <p:extLst>
      <p:ext uri="{BB962C8B-B14F-4D97-AF65-F5344CB8AC3E}">
        <p14:creationId xmlns:p14="http://schemas.microsoft.com/office/powerpoint/2010/main" val="2268854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7C973F-183C-4E8C-AA15-E93F6B514FBB}"/>
              </a:ext>
            </a:extLst>
          </p:cNvPr>
          <p:cNvSpPr>
            <a:spLocks noGrp="1"/>
          </p:cNvSpPr>
          <p:nvPr>
            <p:ph idx="1"/>
          </p:nvPr>
        </p:nvSpPr>
        <p:spPr>
          <a:xfrm>
            <a:off x="747000" y="1367411"/>
            <a:ext cx="13166084" cy="5494778"/>
          </a:xfrm>
        </p:spPr>
        <p:txBody>
          <a:bodyPr/>
          <a:lstStyle/>
          <a:p>
            <a:r>
              <a:rPr lang="en-US" dirty="0"/>
              <a:t>The specific objectives that actors aim to achieve through their interactions.</a:t>
            </a:r>
          </a:p>
          <a:p>
            <a:r>
              <a:rPr lang="en-US" dirty="0"/>
              <a:t>Alternative paths that actors can take within the use case, including normal and exceptional flows.</a:t>
            </a:r>
          </a:p>
          <a:p>
            <a:endParaRPr lang="en-US" dirty="0"/>
          </a:p>
          <a:p>
            <a:endParaRPr lang="en-US" dirty="0"/>
          </a:p>
        </p:txBody>
      </p:sp>
      <p:sp>
        <p:nvSpPr>
          <p:cNvPr id="3" name="Slide Number Placeholder 2">
            <a:extLst>
              <a:ext uri="{FF2B5EF4-FFF2-40B4-BE49-F238E27FC236}">
                <a16:creationId xmlns:a16="http://schemas.microsoft.com/office/drawing/2014/main" id="{813D531F-4A24-47D6-9947-CECECA704BD5}"/>
              </a:ext>
            </a:extLst>
          </p:cNvPr>
          <p:cNvSpPr>
            <a:spLocks noGrp="1"/>
          </p:cNvSpPr>
          <p:nvPr>
            <p:ph type="sldNum" sz="quarter" idx="4"/>
          </p:nvPr>
        </p:nvSpPr>
        <p:spPr/>
        <p:txBody>
          <a:bodyPr/>
          <a:lstStyle/>
          <a:p>
            <a:fld id="{31D26D55-0A22-487A-A687-61FB58A6F16A}" type="slidenum">
              <a:rPr lang="en-US" smtClean="0"/>
              <a:pPr/>
              <a:t>11</a:t>
            </a:fld>
            <a:endParaRPr lang="en-US" dirty="0"/>
          </a:p>
        </p:txBody>
      </p:sp>
      <p:sp>
        <p:nvSpPr>
          <p:cNvPr id="4" name="Title 3">
            <a:extLst>
              <a:ext uri="{FF2B5EF4-FFF2-40B4-BE49-F238E27FC236}">
                <a16:creationId xmlns:a16="http://schemas.microsoft.com/office/drawing/2014/main" id="{12AAC026-1E3C-4707-8207-D310D6CF4B28}"/>
              </a:ext>
            </a:extLst>
          </p:cNvPr>
          <p:cNvSpPr>
            <a:spLocks noGrp="1"/>
          </p:cNvSpPr>
          <p:nvPr>
            <p:ph type="title"/>
          </p:nvPr>
        </p:nvSpPr>
        <p:spPr/>
        <p:txBody>
          <a:bodyPr/>
          <a:lstStyle/>
          <a:p>
            <a:r>
              <a:rPr lang="en-US" dirty="0"/>
              <a:t>Identifying Goals and Steps</a:t>
            </a:r>
          </a:p>
        </p:txBody>
      </p:sp>
      <p:graphicFrame>
        <p:nvGraphicFramePr>
          <p:cNvPr id="5" name="Content Placeholder 4">
            <a:extLst>
              <a:ext uri="{FF2B5EF4-FFF2-40B4-BE49-F238E27FC236}">
                <a16:creationId xmlns:a16="http://schemas.microsoft.com/office/drawing/2014/main" id="{963430C7-88FE-4D3B-AA5F-B5C82BCDCFCC}"/>
              </a:ext>
            </a:extLst>
          </p:cNvPr>
          <p:cNvGraphicFramePr>
            <a:graphicFrameLocks/>
          </p:cNvGraphicFramePr>
          <p:nvPr>
            <p:extLst>
              <p:ext uri="{D42A27DB-BD31-4B8C-83A1-F6EECF244321}">
                <p14:modId xmlns:p14="http://schemas.microsoft.com/office/powerpoint/2010/main" val="2858417919"/>
              </p:ext>
            </p:extLst>
          </p:nvPr>
        </p:nvGraphicFramePr>
        <p:xfrm>
          <a:off x="747713" y="3304902"/>
          <a:ext cx="13165137" cy="41071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91594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033E8D-1B7F-474C-B391-31DB95B3F7BA}"/>
              </a:ext>
            </a:extLst>
          </p:cNvPr>
          <p:cNvSpPr>
            <a:spLocks noGrp="1"/>
          </p:cNvSpPr>
          <p:nvPr>
            <p:ph type="body" idx="1"/>
          </p:nvPr>
        </p:nvSpPr>
        <p:spPr/>
        <p:txBody>
          <a:bodyPr/>
          <a:lstStyle/>
          <a:p>
            <a:r>
              <a:rPr lang="en-US" dirty="0"/>
              <a:t>Pre-Condition</a:t>
            </a:r>
          </a:p>
        </p:txBody>
      </p:sp>
      <p:sp>
        <p:nvSpPr>
          <p:cNvPr id="3" name="Content Placeholder 2">
            <a:extLst>
              <a:ext uri="{FF2B5EF4-FFF2-40B4-BE49-F238E27FC236}">
                <a16:creationId xmlns:a16="http://schemas.microsoft.com/office/drawing/2014/main" id="{5BAECA2F-0692-4318-9DD7-452DBEFD277C}"/>
              </a:ext>
            </a:extLst>
          </p:cNvPr>
          <p:cNvSpPr>
            <a:spLocks noGrp="1"/>
          </p:cNvSpPr>
          <p:nvPr>
            <p:ph sz="half" idx="2"/>
          </p:nvPr>
        </p:nvSpPr>
        <p:spPr/>
        <p:txBody>
          <a:bodyPr/>
          <a:lstStyle/>
          <a:p>
            <a:r>
              <a:rPr lang="en-US" dirty="0"/>
              <a:t>System state or requirements before use case begins.</a:t>
            </a:r>
          </a:p>
          <a:p>
            <a:r>
              <a:rPr lang="en-US" dirty="0"/>
              <a:t>Samples:</a:t>
            </a:r>
          </a:p>
          <a:p>
            <a:pPr lvl="1"/>
            <a:r>
              <a:rPr lang="en-US" dirty="0"/>
              <a:t>The user is logged into the system.</a:t>
            </a:r>
          </a:p>
          <a:p>
            <a:pPr lvl="1"/>
            <a:r>
              <a:rPr lang="en-US" dirty="0"/>
              <a:t>The database contains a valid entry for the user's account.</a:t>
            </a:r>
          </a:p>
        </p:txBody>
      </p:sp>
      <p:sp>
        <p:nvSpPr>
          <p:cNvPr id="4" name="Text Placeholder 3">
            <a:extLst>
              <a:ext uri="{FF2B5EF4-FFF2-40B4-BE49-F238E27FC236}">
                <a16:creationId xmlns:a16="http://schemas.microsoft.com/office/drawing/2014/main" id="{C6046055-E119-4C89-8F5E-01935A78645C}"/>
              </a:ext>
            </a:extLst>
          </p:cNvPr>
          <p:cNvSpPr>
            <a:spLocks noGrp="1"/>
          </p:cNvSpPr>
          <p:nvPr>
            <p:ph type="body" sz="quarter" idx="3"/>
          </p:nvPr>
        </p:nvSpPr>
        <p:spPr/>
        <p:txBody>
          <a:bodyPr/>
          <a:lstStyle/>
          <a:p>
            <a:r>
              <a:rPr lang="en-US" dirty="0"/>
              <a:t>Post-Condition</a:t>
            </a:r>
          </a:p>
        </p:txBody>
      </p:sp>
      <p:sp>
        <p:nvSpPr>
          <p:cNvPr id="5" name="Content Placeholder 4">
            <a:extLst>
              <a:ext uri="{FF2B5EF4-FFF2-40B4-BE49-F238E27FC236}">
                <a16:creationId xmlns:a16="http://schemas.microsoft.com/office/drawing/2014/main" id="{6F9FE448-2365-4A6D-99F1-4DD0CE7A7819}"/>
              </a:ext>
            </a:extLst>
          </p:cNvPr>
          <p:cNvSpPr>
            <a:spLocks noGrp="1"/>
          </p:cNvSpPr>
          <p:nvPr>
            <p:ph sz="quarter" idx="4"/>
          </p:nvPr>
        </p:nvSpPr>
        <p:spPr/>
        <p:txBody>
          <a:bodyPr/>
          <a:lstStyle/>
          <a:p>
            <a:r>
              <a:rPr lang="en-US" dirty="0"/>
              <a:t>System state after use case has successfully executed.</a:t>
            </a:r>
          </a:p>
          <a:p>
            <a:r>
              <a:rPr lang="en-US" dirty="0"/>
              <a:t>Samples:</a:t>
            </a:r>
          </a:p>
          <a:p>
            <a:pPr lvl="1"/>
            <a:r>
              <a:rPr lang="en-US" dirty="0"/>
              <a:t>The user's account balance is updated.</a:t>
            </a:r>
          </a:p>
          <a:p>
            <a:pPr lvl="1"/>
            <a:r>
              <a:rPr lang="en-US" dirty="0"/>
              <a:t>A confirmation email is sent to the user.</a:t>
            </a:r>
          </a:p>
          <a:p>
            <a:pPr lvl="1"/>
            <a:r>
              <a:rPr lang="en-US" dirty="0"/>
              <a:t>A new order entry is created in the database.</a:t>
            </a:r>
          </a:p>
          <a:p>
            <a:endParaRPr lang="en-US" dirty="0"/>
          </a:p>
        </p:txBody>
      </p:sp>
      <p:sp>
        <p:nvSpPr>
          <p:cNvPr id="6" name="Slide Number Placeholder 5">
            <a:extLst>
              <a:ext uri="{FF2B5EF4-FFF2-40B4-BE49-F238E27FC236}">
                <a16:creationId xmlns:a16="http://schemas.microsoft.com/office/drawing/2014/main" id="{F08CE201-B366-4000-A9E4-CAEE32BFB5F9}"/>
              </a:ext>
            </a:extLst>
          </p:cNvPr>
          <p:cNvSpPr>
            <a:spLocks noGrp="1"/>
          </p:cNvSpPr>
          <p:nvPr>
            <p:ph type="sldNum" sz="quarter" idx="11"/>
          </p:nvPr>
        </p:nvSpPr>
        <p:spPr/>
        <p:txBody>
          <a:bodyPr/>
          <a:lstStyle/>
          <a:p>
            <a:fld id="{31D26D55-0A22-487A-A687-61FB58A6F16A}" type="slidenum">
              <a:rPr lang="en-US" smtClean="0"/>
              <a:pPr/>
              <a:t>12</a:t>
            </a:fld>
            <a:endParaRPr lang="en-US" dirty="0"/>
          </a:p>
        </p:txBody>
      </p:sp>
      <p:sp>
        <p:nvSpPr>
          <p:cNvPr id="7" name="Title 6">
            <a:extLst>
              <a:ext uri="{FF2B5EF4-FFF2-40B4-BE49-F238E27FC236}">
                <a16:creationId xmlns:a16="http://schemas.microsoft.com/office/drawing/2014/main" id="{765B04DE-152F-4181-896E-ADA002E476A0}"/>
              </a:ext>
            </a:extLst>
          </p:cNvPr>
          <p:cNvSpPr>
            <a:spLocks noGrp="1"/>
          </p:cNvSpPr>
          <p:nvPr>
            <p:ph type="title"/>
          </p:nvPr>
        </p:nvSpPr>
        <p:spPr/>
        <p:txBody>
          <a:bodyPr/>
          <a:lstStyle/>
          <a:p>
            <a:r>
              <a:rPr lang="en-US" dirty="0"/>
              <a:t>Use Case Conditions</a:t>
            </a:r>
          </a:p>
        </p:txBody>
      </p:sp>
    </p:spTree>
    <p:extLst>
      <p:ext uri="{BB962C8B-B14F-4D97-AF65-F5344CB8AC3E}">
        <p14:creationId xmlns:p14="http://schemas.microsoft.com/office/powerpoint/2010/main" val="4206017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Documenting Use Cases</a:t>
            </a:r>
            <a:endParaRPr lang="en-US" sz="3720" i="1" dirty="0"/>
          </a:p>
        </p:txBody>
      </p:sp>
      <p:sp>
        <p:nvSpPr>
          <p:cNvPr id="3" name="Content Placeholder 2"/>
          <p:cNvSpPr>
            <a:spLocks noGrp="1"/>
          </p:cNvSpPr>
          <p:nvPr>
            <p:ph idx="1"/>
          </p:nvPr>
        </p:nvSpPr>
        <p:spPr>
          <a:xfrm>
            <a:off x="2377439" y="1031616"/>
            <a:ext cx="9875519" cy="7058026"/>
          </a:xfrm>
        </p:spPr>
        <p:txBody>
          <a:bodyPr>
            <a:normAutofit/>
          </a:bodyPr>
          <a:lstStyle/>
          <a:p>
            <a:pPr marL="0" indent="0" algn="just">
              <a:buNone/>
            </a:pPr>
            <a:r>
              <a:rPr lang="en-US" sz="2880" b="1" dirty="0"/>
              <a:t>UC Spec</a:t>
            </a:r>
          </a:p>
          <a:p>
            <a:pPr algn="just"/>
            <a:r>
              <a:rPr lang="en-US" sz="2880" dirty="0"/>
              <a:t>﻿Use case name</a:t>
            </a:r>
          </a:p>
          <a:p>
            <a:pPr algn="just"/>
            <a:r>
              <a:rPr lang="en-US" sz="2880" dirty="0"/>
              <a:t>﻿Summary</a:t>
            </a:r>
          </a:p>
          <a:p>
            <a:pPr algn="just"/>
            <a:r>
              <a:rPr lang="en-US" sz="2880" i="1" dirty="0"/>
              <a:t>﻿Dependency</a:t>
            </a:r>
            <a:endParaRPr lang="en-US" sz="2880" dirty="0"/>
          </a:p>
          <a:p>
            <a:pPr algn="just"/>
            <a:r>
              <a:rPr lang="en-US" sz="2880" dirty="0"/>
              <a:t>Actors</a:t>
            </a:r>
          </a:p>
          <a:p>
            <a:pPr algn="just"/>
            <a:r>
              <a:rPr lang="en-US" sz="2880" dirty="0"/>
              <a:t>﻿Preconditions</a:t>
            </a:r>
          </a:p>
          <a:p>
            <a:pPr algn="just"/>
            <a:r>
              <a:rPr lang="en-US" sz="2880" dirty="0"/>
              <a:t>﻿Main sequence</a:t>
            </a:r>
          </a:p>
          <a:p>
            <a:pPr algn="just"/>
            <a:r>
              <a:rPr lang="en-US" sz="2880" dirty="0"/>
              <a:t>﻿Alternative </a:t>
            </a:r>
          </a:p>
          <a:p>
            <a:pPr marL="381000" lvl="1" indent="0" algn="just">
              <a:buNone/>
            </a:pPr>
            <a:r>
              <a:rPr lang="en-US" dirty="0"/>
              <a:t>sequences</a:t>
            </a:r>
          </a:p>
          <a:p>
            <a:pPr algn="just"/>
            <a:r>
              <a:rPr lang="en-US" sz="2880" dirty="0"/>
              <a:t>﻿Postcondition</a:t>
            </a:r>
          </a:p>
        </p:txBody>
      </p:sp>
      <p:pic>
        <p:nvPicPr>
          <p:cNvPr id="4" name="Picture 3"/>
          <p:cNvPicPr>
            <a:picLocks noChangeAspect="1"/>
          </p:cNvPicPr>
          <p:nvPr/>
        </p:nvPicPr>
        <p:blipFill>
          <a:blip r:embed="rId3"/>
          <a:stretch>
            <a:fillRect/>
          </a:stretch>
        </p:blipFill>
        <p:spPr>
          <a:xfrm>
            <a:off x="5558064" y="1067622"/>
            <a:ext cx="6710282" cy="4689634"/>
          </a:xfrm>
          <a:prstGeom prst="rect">
            <a:avLst/>
          </a:prstGeom>
        </p:spPr>
      </p:pic>
      <p:pic>
        <p:nvPicPr>
          <p:cNvPr id="5" name="Picture 4"/>
          <p:cNvPicPr>
            <a:picLocks noChangeAspect="1"/>
          </p:cNvPicPr>
          <p:nvPr/>
        </p:nvPicPr>
        <p:blipFill>
          <a:blip r:embed="rId4"/>
          <a:stretch>
            <a:fillRect/>
          </a:stretch>
        </p:blipFill>
        <p:spPr>
          <a:xfrm>
            <a:off x="5267059" y="5842992"/>
            <a:ext cx="7491946" cy="203902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E619263-ACAA-4C13-BC81-09D10938BA03}"/>
              </a:ext>
            </a:extLst>
          </p:cNvPr>
          <p:cNvSpPr>
            <a:spLocks noGrp="1"/>
          </p:cNvSpPr>
          <p:nvPr>
            <p:ph type="sldNum" sz="quarter" idx="4"/>
          </p:nvPr>
        </p:nvSpPr>
        <p:spPr/>
        <p:txBody>
          <a:bodyPr/>
          <a:lstStyle/>
          <a:p>
            <a:fld id="{31D26D55-0A22-487A-A687-61FB58A6F16A}" type="slidenum">
              <a:rPr lang="en-US" smtClean="0"/>
              <a:pPr/>
              <a:t>14</a:t>
            </a:fld>
            <a:endParaRPr lang="en-US" dirty="0"/>
          </a:p>
        </p:txBody>
      </p:sp>
      <p:sp>
        <p:nvSpPr>
          <p:cNvPr id="4" name="Title 3">
            <a:extLst>
              <a:ext uri="{FF2B5EF4-FFF2-40B4-BE49-F238E27FC236}">
                <a16:creationId xmlns:a16="http://schemas.microsoft.com/office/drawing/2014/main" id="{64889539-427C-4ABF-BEC9-BEE3E900608A}"/>
              </a:ext>
            </a:extLst>
          </p:cNvPr>
          <p:cNvSpPr>
            <a:spLocks noGrp="1"/>
          </p:cNvSpPr>
          <p:nvPr>
            <p:ph type="title"/>
          </p:nvPr>
        </p:nvSpPr>
        <p:spPr/>
        <p:txBody>
          <a:bodyPr/>
          <a:lstStyle/>
          <a:p>
            <a:r>
              <a:rPr lang="en-US" dirty="0"/>
              <a:t>Architectural Decisions</a:t>
            </a:r>
          </a:p>
        </p:txBody>
      </p:sp>
      <p:pic>
        <p:nvPicPr>
          <p:cNvPr id="17" name="Content Placeholder 16">
            <a:extLst>
              <a:ext uri="{FF2B5EF4-FFF2-40B4-BE49-F238E27FC236}">
                <a16:creationId xmlns:a16="http://schemas.microsoft.com/office/drawing/2014/main" id="{D5D40C71-C8A1-4263-A786-DD4E4C81F69C}"/>
              </a:ext>
            </a:extLst>
          </p:cNvPr>
          <p:cNvPicPr>
            <a:picLocks noGrp="1" noChangeAspect="1"/>
          </p:cNvPicPr>
          <p:nvPr>
            <p:ph idx="1"/>
          </p:nvPr>
        </p:nvPicPr>
        <p:blipFill>
          <a:blip r:embed="rId3"/>
          <a:stretch>
            <a:fillRect/>
          </a:stretch>
        </p:blipFill>
        <p:spPr>
          <a:xfrm>
            <a:off x="1399561" y="787253"/>
            <a:ext cx="11831278" cy="6655094"/>
          </a:xfrm>
        </p:spPr>
      </p:pic>
    </p:spTree>
    <p:extLst>
      <p:ext uri="{BB962C8B-B14F-4D97-AF65-F5344CB8AC3E}">
        <p14:creationId xmlns:p14="http://schemas.microsoft.com/office/powerpoint/2010/main" val="2474434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6F4C75-B40C-4D34-B824-9B2F335BBAA7}"/>
              </a:ext>
            </a:extLst>
          </p:cNvPr>
          <p:cNvSpPr>
            <a:spLocks noGrp="1"/>
          </p:cNvSpPr>
          <p:nvPr>
            <p:ph idx="1"/>
          </p:nvPr>
        </p:nvSpPr>
        <p:spPr>
          <a:xfrm>
            <a:off x="747000" y="1917577"/>
            <a:ext cx="5235789" cy="5494778"/>
          </a:xfrm>
        </p:spPr>
        <p:txBody>
          <a:bodyPr>
            <a:normAutofit fontScale="92500"/>
          </a:bodyPr>
          <a:lstStyle/>
          <a:p>
            <a:pPr>
              <a:lnSpc>
                <a:spcPct val="150000"/>
              </a:lnSpc>
            </a:pPr>
            <a:r>
              <a:rPr lang="en-US" dirty="0"/>
              <a:t>Layered Architecture is a software design model that divides an application into multiple layers</a:t>
            </a:r>
          </a:p>
          <a:p>
            <a:pPr>
              <a:lnSpc>
                <a:spcPct val="150000"/>
              </a:lnSpc>
            </a:pPr>
            <a:r>
              <a:rPr lang="en-US" dirty="0"/>
              <a:t>Each layer with a specific role and responsibility.</a:t>
            </a:r>
          </a:p>
        </p:txBody>
      </p:sp>
      <p:sp>
        <p:nvSpPr>
          <p:cNvPr id="3" name="Slide Number Placeholder 2">
            <a:extLst>
              <a:ext uri="{FF2B5EF4-FFF2-40B4-BE49-F238E27FC236}">
                <a16:creationId xmlns:a16="http://schemas.microsoft.com/office/drawing/2014/main" id="{42C019DB-AB59-45BD-9451-751312EB5D53}"/>
              </a:ext>
            </a:extLst>
          </p:cNvPr>
          <p:cNvSpPr>
            <a:spLocks noGrp="1"/>
          </p:cNvSpPr>
          <p:nvPr>
            <p:ph type="sldNum" sz="quarter" idx="4"/>
          </p:nvPr>
        </p:nvSpPr>
        <p:spPr/>
        <p:txBody>
          <a:bodyPr/>
          <a:lstStyle/>
          <a:p>
            <a:fld id="{31D26D55-0A22-487A-A687-61FB58A6F16A}" type="slidenum">
              <a:rPr lang="en-US" smtClean="0"/>
              <a:pPr/>
              <a:t>15</a:t>
            </a:fld>
            <a:endParaRPr lang="en-US" dirty="0"/>
          </a:p>
        </p:txBody>
      </p:sp>
      <p:sp>
        <p:nvSpPr>
          <p:cNvPr id="4" name="Title 3">
            <a:extLst>
              <a:ext uri="{FF2B5EF4-FFF2-40B4-BE49-F238E27FC236}">
                <a16:creationId xmlns:a16="http://schemas.microsoft.com/office/drawing/2014/main" id="{DC346E45-19F9-4EC4-900B-DBED704C92D6}"/>
              </a:ext>
            </a:extLst>
          </p:cNvPr>
          <p:cNvSpPr>
            <a:spLocks noGrp="1"/>
          </p:cNvSpPr>
          <p:nvPr>
            <p:ph type="title"/>
          </p:nvPr>
        </p:nvSpPr>
        <p:spPr/>
        <p:txBody>
          <a:bodyPr/>
          <a:lstStyle/>
          <a:p>
            <a:r>
              <a:rPr lang="en-US" dirty="0"/>
              <a:t>Layered Architecture</a:t>
            </a:r>
          </a:p>
        </p:txBody>
      </p:sp>
      <p:pic>
        <p:nvPicPr>
          <p:cNvPr id="6" name="Picture 5">
            <a:extLst>
              <a:ext uri="{FF2B5EF4-FFF2-40B4-BE49-F238E27FC236}">
                <a16:creationId xmlns:a16="http://schemas.microsoft.com/office/drawing/2014/main" id="{211CD62D-561B-4332-A0FB-2B092D82D157}"/>
              </a:ext>
            </a:extLst>
          </p:cNvPr>
          <p:cNvPicPr>
            <a:picLocks noChangeAspect="1"/>
          </p:cNvPicPr>
          <p:nvPr/>
        </p:nvPicPr>
        <p:blipFill rotWithShape="1">
          <a:blip r:embed="rId3"/>
          <a:srcRect l="8611" t="23301" r="5832" b="5396"/>
          <a:stretch/>
        </p:blipFill>
        <p:spPr>
          <a:xfrm>
            <a:off x="5866363" y="1395063"/>
            <a:ext cx="8046721" cy="5867886"/>
          </a:xfrm>
          <a:prstGeom prst="rect">
            <a:avLst/>
          </a:prstGeom>
        </p:spPr>
      </p:pic>
    </p:spTree>
    <p:extLst>
      <p:ext uri="{BB962C8B-B14F-4D97-AF65-F5344CB8AC3E}">
        <p14:creationId xmlns:p14="http://schemas.microsoft.com/office/powerpoint/2010/main" val="3810419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BBA4B1-7E90-4342-8513-D72C15F64C6B}"/>
              </a:ext>
            </a:extLst>
          </p:cNvPr>
          <p:cNvSpPr>
            <a:spLocks noGrp="1"/>
          </p:cNvSpPr>
          <p:nvPr>
            <p:ph idx="1"/>
          </p:nvPr>
        </p:nvSpPr>
        <p:spPr/>
        <p:txBody>
          <a:bodyPr/>
          <a:lstStyle/>
          <a:p>
            <a:pPr>
              <a:lnSpc>
                <a:spcPct val="150000"/>
              </a:lnSpc>
            </a:pPr>
            <a:r>
              <a:rPr lang="en-US" dirty="0"/>
              <a:t>Role: Interacts with end-users.</a:t>
            </a:r>
          </a:p>
          <a:p>
            <a:pPr>
              <a:lnSpc>
                <a:spcPct val="150000"/>
              </a:lnSpc>
            </a:pPr>
            <a:r>
              <a:rPr lang="en-US" dirty="0"/>
              <a:t>Components: UI, API Gateway.</a:t>
            </a:r>
          </a:p>
          <a:p>
            <a:pPr>
              <a:lnSpc>
                <a:spcPct val="150000"/>
              </a:lnSpc>
            </a:pPr>
            <a:r>
              <a:rPr lang="en-US" dirty="0"/>
              <a:t>Function: Handles user inputs and displays data.</a:t>
            </a:r>
          </a:p>
        </p:txBody>
      </p:sp>
      <p:sp>
        <p:nvSpPr>
          <p:cNvPr id="3" name="Slide Number Placeholder 2">
            <a:extLst>
              <a:ext uri="{FF2B5EF4-FFF2-40B4-BE49-F238E27FC236}">
                <a16:creationId xmlns:a16="http://schemas.microsoft.com/office/drawing/2014/main" id="{4D0A45F0-1245-49BF-B257-4073987D262F}"/>
              </a:ext>
            </a:extLst>
          </p:cNvPr>
          <p:cNvSpPr>
            <a:spLocks noGrp="1"/>
          </p:cNvSpPr>
          <p:nvPr>
            <p:ph type="sldNum" sz="quarter" idx="4"/>
          </p:nvPr>
        </p:nvSpPr>
        <p:spPr/>
        <p:txBody>
          <a:bodyPr/>
          <a:lstStyle/>
          <a:p>
            <a:fld id="{31D26D55-0A22-487A-A687-61FB58A6F16A}" type="slidenum">
              <a:rPr lang="en-US" smtClean="0"/>
              <a:pPr/>
              <a:t>16</a:t>
            </a:fld>
            <a:endParaRPr lang="en-US" dirty="0"/>
          </a:p>
        </p:txBody>
      </p:sp>
      <p:sp>
        <p:nvSpPr>
          <p:cNvPr id="4" name="Title 3">
            <a:extLst>
              <a:ext uri="{FF2B5EF4-FFF2-40B4-BE49-F238E27FC236}">
                <a16:creationId xmlns:a16="http://schemas.microsoft.com/office/drawing/2014/main" id="{B886D44E-64F1-4494-A104-24BF8D9FF22B}"/>
              </a:ext>
            </a:extLst>
          </p:cNvPr>
          <p:cNvSpPr>
            <a:spLocks noGrp="1"/>
          </p:cNvSpPr>
          <p:nvPr>
            <p:ph type="title"/>
          </p:nvPr>
        </p:nvSpPr>
        <p:spPr/>
        <p:txBody>
          <a:bodyPr/>
          <a:lstStyle/>
          <a:p>
            <a:r>
              <a:rPr lang="en-US" dirty="0"/>
              <a:t>Presentation Layer</a:t>
            </a:r>
          </a:p>
        </p:txBody>
      </p:sp>
    </p:spTree>
    <p:extLst>
      <p:ext uri="{BB962C8B-B14F-4D97-AF65-F5344CB8AC3E}">
        <p14:creationId xmlns:p14="http://schemas.microsoft.com/office/powerpoint/2010/main" val="2992779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0BB523-3734-45FB-A708-18EE400DD43C}"/>
              </a:ext>
            </a:extLst>
          </p:cNvPr>
          <p:cNvSpPr>
            <a:spLocks noGrp="1"/>
          </p:cNvSpPr>
          <p:nvPr>
            <p:ph idx="1"/>
          </p:nvPr>
        </p:nvSpPr>
        <p:spPr/>
        <p:txBody>
          <a:bodyPr/>
          <a:lstStyle/>
          <a:p>
            <a:pPr>
              <a:lnSpc>
                <a:spcPct val="150000"/>
              </a:lnSpc>
            </a:pPr>
            <a:r>
              <a:rPr lang="en-US" dirty="0"/>
              <a:t>Role: Coordinates business logic flow.</a:t>
            </a:r>
          </a:p>
          <a:p>
            <a:pPr>
              <a:lnSpc>
                <a:spcPct val="150000"/>
              </a:lnSpc>
            </a:pPr>
            <a:r>
              <a:rPr lang="en-US" dirty="0"/>
              <a:t>Components: Services, Use Cases.</a:t>
            </a:r>
          </a:p>
          <a:p>
            <a:pPr>
              <a:lnSpc>
                <a:spcPct val="150000"/>
              </a:lnSpc>
            </a:pPr>
            <a:r>
              <a:rPr lang="en-US" dirty="0"/>
              <a:t>Function: Processes business logic and communicates between layers.</a:t>
            </a:r>
          </a:p>
        </p:txBody>
      </p:sp>
      <p:sp>
        <p:nvSpPr>
          <p:cNvPr id="3" name="Slide Number Placeholder 2">
            <a:extLst>
              <a:ext uri="{FF2B5EF4-FFF2-40B4-BE49-F238E27FC236}">
                <a16:creationId xmlns:a16="http://schemas.microsoft.com/office/drawing/2014/main" id="{E61C62E6-031B-40D7-8E1C-8BD087FE3F5F}"/>
              </a:ext>
            </a:extLst>
          </p:cNvPr>
          <p:cNvSpPr>
            <a:spLocks noGrp="1"/>
          </p:cNvSpPr>
          <p:nvPr>
            <p:ph type="sldNum" sz="quarter" idx="4"/>
          </p:nvPr>
        </p:nvSpPr>
        <p:spPr/>
        <p:txBody>
          <a:bodyPr/>
          <a:lstStyle/>
          <a:p>
            <a:fld id="{31D26D55-0A22-487A-A687-61FB58A6F16A}" type="slidenum">
              <a:rPr lang="en-US" smtClean="0"/>
              <a:pPr/>
              <a:t>17</a:t>
            </a:fld>
            <a:endParaRPr lang="en-US" dirty="0"/>
          </a:p>
        </p:txBody>
      </p:sp>
      <p:sp>
        <p:nvSpPr>
          <p:cNvPr id="4" name="Title 3">
            <a:extLst>
              <a:ext uri="{FF2B5EF4-FFF2-40B4-BE49-F238E27FC236}">
                <a16:creationId xmlns:a16="http://schemas.microsoft.com/office/drawing/2014/main" id="{CCC1ADA3-46E5-4333-82D7-D2A82B91281B}"/>
              </a:ext>
            </a:extLst>
          </p:cNvPr>
          <p:cNvSpPr>
            <a:spLocks noGrp="1"/>
          </p:cNvSpPr>
          <p:nvPr>
            <p:ph type="title"/>
          </p:nvPr>
        </p:nvSpPr>
        <p:spPr/>
        <p:txBody>
          <a:bodyPr/>
          <a:lstStyle/>
          <a:p>
            <a:r>
              <a:rPr lang="en-US" dirty="0"/>
              <a:t>Application Layer</a:t>
            </a:r>
          </a:p>
        </p:txBody>
      </p:sp>
    </p:spTree>
    <p:extLst>
      <p:ext uri="{BB962C8B-B14F-4D97-AF65-F5344CB8AC3E}">
        <p14:creationId xmlns:p14="http://schemas.microsoft.com/office/powerpoint/2010/main" val="3301713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A969FF-1617-4EB3-8D3B-AFAEB59FAF3D}"/>
              </a:ext>
            </a:extLst>
          </p:cNvPr>
          <p:cNvSpPr>
            <a:spLocks noGrp="1"/>
          </p:cNvSpPr>
          <p:nvPr>
            <p:ph idx="1"/>
          </p:nvPr>
        </p:nvSpPr>
        <p:spPr/>
        <p:txBody>
          <a:bodyPr/>
          <a:lstStyle/>
          <a:p>
            <a:pPr>
              <a:lnSpc>
                <a:spcPct val="150000"/>
              </a:lnSpc>
            </a:pPr>
            <a:r>
              <a:rPr lang="en-US" dirty="0"/>
              <a:t>Role: Centralized processing of business rules.</a:t>
            </a:r>
          </a:p>
          <a:p>
            <a:pPr>
              <a:lnSpc>
                <a:spcPct val="150000"/>
              </a:lnSpc>
            </a:pPr>
            <a:r>
              <a:rPr lang="en-US" dirty="0"/>
              <a:t>Components: Entities, Business Rules.</a:t>
            </a:r>
          </a:p>
          <a:p>
            <a:pPr>
              <a:lnSpc>
                <a:spcPct val="150000"/>
              </a:lnSpc>
            </a:pPr>
            <a:r>
              <a:rPr lang="en-US" dirty="0"/>
              <a:t>Function: Executes operations and business calculations.</a:t>
            </a:r>
          </a:p>
        </p:txBody>
      </p:sp>
      <p:sp>
        <p:nvSpPr>
          <p:cNvPr id="3" name="Slide Number Placeholder 2">
            <a:extLst>
              <a:ext uri="{FF2B5EF4-FFF2-40B4-BE49-F238E27FC236}">
                <a16:creationId xmlns:a16="http://schemas.microsoft.com/office/drawing/2014/main" id="{1AABCDCC-65B8-40D0-A43E-C28A12A4231B}"/>
              </a:ext>
            </a:extLst>
          </p:cNvPr>
          <p:cNvSpPr>
            <a:spLocks noGrp="1"/>
          </p:cNvSpPr>
          <p:nvPr>
            <p:ph type="sldNum" sz="quarter" idx="4"/>
          </p:nvPr>
        </p:nvSpPr>
        <p:spPr/>
        <p:txBody>
          <a:bodyPr/>
          <a:lstStyle/>
          <a:p>
            <a:fld id="{31D26D55-0A22-487A-A687-61FB58A6F16A}" type="slidenum">
              <a:rPr lang="en-US" smtClean="0"/>
              <a:pPr/>
              <a:t>18</a:t>
            </a:fld>
            <a:endParaRPr lang="en-US" dirty="0"/>
          </a:p>
        </p:txBody>
      </p:sp>
      <p:sp>
        <p:nvSpPr>
          <p:cNvPr id="4" name="Title 3">
            <a:extLst>
              <a:ext uri="{FF2B5EF4-FFF2-40B4-BE49-F238E27FC236}">
                <a16:creationId xmlns:a16="http://schemas.microsoft.com/office/drawing/2014/main" id="{38EC9DCF-B190-44DD-A95D-9708E0A5635C}"/>
              </a:ext>
            </a:extLst>
          </p:cNvPr>
          <p:cNvSpPr>
            <a:spLocks noGrp="1"/>
          </p:cNvSpPr>
          <p:nvPr>
            <p:ph type="title"/>
          </p:nvPr>
        </p:nvSpPr>
        <p:spPr/>
        <p:txBody>
          <a:bodyPr/>
          <a:lstStyle/>
          <a:p>
            <a:r>
              <a:rPr lang="en-US" dirty="0"/>
              <a:t>Domain Layer (or Business Logic Layer)</a:t>
            </a:r>
          </a:p>
        </p:txBody>
      </p:sp>
    </p:spTree>
    <p:extLst>
      <p:ext uri="{BB962C8B-B14F-4D97-AF65-F5344CB8AC3E}">
        <p14:creationId xmlns:p14="http://schemas.microsoft.com/office/powerpoint/2010/main" val="17878690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F45BB7-9471-4E6E-9FFB-8CDB2D10FB59}"/>
              </a:ext>
            </a:extLst>
          </p:cNvPr>
          <p:cNvSpPr>
            <a:spLocks noGrp="1"/>
          </p:cNvSpPr>
          <p:nvPr>
            <p:ph idx="1"/>
          </p:nvPr>
        </p:nvSpPr>
        <p:spPr/>
        <p:txBody>
          <a:bodyPr/>
          <a:lstStyle/>
          <a:p>
            <a:pPr>
              <a:lnSpc>
                <a:spcPct val="150000"/>
              </a:lnSpc>
            </a:pPr>
            <a:r>
              <a:rPr lang="en-US" dirty="0"/>
              <a:t>Role: Manages the system's data.</a:t>
            </a:r>
          </a:p>
          <a:p>
            <a:pPr>
              <a:lnSpc>
                <a:spcPct val="150000"/>
              </a:lnSpc>
            </a:pPr>
            <a:r>
              <a:rPr lang="en-US" dirty="0"/>
              <a:t>Components: Repositories, Data Access Objects (DAO).</a:t>
            </a:r>
          </a:p>
          <a:p>
            <a:pPr>
              <a:lnSpc>
                <a:spcPct val="150000"/>
              </a:lnSpc>
            </a:pPr>
            <a:r>
              <a:rPr lang="en-US" dirty="0"/>
              <a:t>Function: Stores and retrieves data from databases or other sources.</a:t>
            </a:r>
          </a:p>
        </p:txBody>
      </p:sp>
      <p:sp>
        <p:nvSpPr>
          <p:cNvPr id="3" name="Slide Number Placeholder 2">
            <a:extLst>
              <a:ext uri="{FF2B5EF4-FFF2-40B4-BE49-F238E27FC236}">
                <a16:creationId xmlns:a16="http://schemas.microsoft.com/office/drawing/2014/main" id="{1D898CB3-EC7F-4B25-89CC-3DCEAB11A690}"/>
              </a:ext>
            </a:extLst>
          </p:cNvPr>
          <p:cNvSpPr>
            <a:spLocks noGrp="1"/>
          </p:cNvSpPr>
          <p:nvPr>
            <p:ph type="sldNum" sz="quarter" idx="4"/>
          </p:nvPr>
        </p:nvSpPr>
        <p:spPr/>
        <p:txBody>
          <a:bodyPr/>
          <a:lstStyle/>
          <a:p>
            <a:fld id="{31D26D55-0A22-487A-A687-61FB58A6F16A}" type="slidenum">
              <a:rPr lang="en-US" smtClean="0"/>
              <a:pPr/>
              <a:t>19</a:t>
            </a:fld>
            <a:endParaRPr lang="en-US" dirty="0"/>
          </a:p>
        </p:txBody>
      </p:sp>
      <p:sp>
        <p:nvSpPr>
          <p:cNvPr id="4" name="Title 3">
            <a:extLst>
              <a:ext uri="{FF2B5EF4-FFF2-40B4-BE49-F238E27FC236}">
                <a16:creationId xmlns:a16="http://schemas.microsoft.com/office/drawing/2014/main" id="{154EA2DA-6397-463B-8CAF-463941B10C14}"/>
              </a:ext>
            </a:extLst>
          </p:cNvPr>
          <p:cNvSpPr>
            <a:spLocks noGrp="1"/>
          </p:cNvSpPr>
          <p:nvPr>
            <p:ph type="title"/>
          </p:nvPr>
        </p:nvSpPr>
        <p:spPr/>
        <p:txBody>
          <a:bodyPr/>
          <a:lstStyle/>
          <a:p>
            <a:r>
              <a:rPr lang="en-US" dirty="0"/>
              <a:t>Data Layer</a:t>
            </a:r>
          </a:p>
        </p:txBody>
      </p:sp>
    </p:spTree>
    <p:extLst>
      <p:ext uri="{BB962C8B-B14F-4D97-AF65-F5344CB8AC3E}">
        <p14:creationId xmlns:p14="http://schemas.microsoft.com/office/powerpoint/2010/main" val="3615945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61E736-846F-443D-A598-92EE60CA8E5C}"/>
              </a:ext>
            </a:extLst>
          </p:cNvPr>
          <p:cNvSpPr>
            <a:spLocks noGrp="1"/>
          </p:cNvSpPr>
          <p:nvPr>
            <p:ph sz="half" idx="1"/>
          </p:nvPr>
        </p:nvSpPr>
        <p:spPr/>
        <p:txBody>
          <a:bodyPr/>
          <a:lstStyle/>
          <a:p>
            <a:pPr>
              <a:lnSpc>
                <a:spcPct val="150000"/>
              </a:lnSpc>
            </a:pPr>
            <a:r>
              <a:rPr lang="en-US" dirty="0"/>
              <a:t>Enhances maintainability and scalability.</a:t>
            </a:r>
          </a:p>
          <a:p>
            <a:pPr>
              <a:lnSpc>
                <a:spcPct val="150000"/>
              </a:lnSpc>
            </a:pPr>
            <a:r>
              <a:rPr lang="en-US" dirty="0"/>
              <a:t>Clearly separates concerns between layers.</a:t>
            </a:r>
          </a:p>
          <a:p>
            <a:pPr>
              <a:lnSpc>
                <a:spcPct val="150000"/>
              </a:lnSpc>
            </a:pPr>
            <a:r>
              <a:rPr lang="en-US" dirty="0"/>
              <a:t>Facilitates testing and modification.</a:t>
            </a:r>
          </a:p>
        </p:txBody>
      </p:sp>
      <p:sp>
        <p:nvSpPr>
          <p:cNvPr id="3" name="Content Placeholder 2">
            <a:extLst>
              <a:ext uri="{FF2B5EF4-FFF2-40B4-BE49-F238E27FC236}">
                <a16:creationId xmlns:a16="http://schemas.microsoft.com/office/drawing/2014/main" id="{0141172F-F939-4ECE-8DEE-EEFC2FADFB63}"/>
              </a:ext>
            </a:extLst>
          </p:cNvPr>
          <p:cNvSpPr>
            <a:spLocks noGrp="1"/>
          </p:cNvSpPr>
          <p:nvPr>
            <p:ph sz="half" idx="2"/>
          </p:nvPr>
        </p:nvSpPr>
        <p:spPr/>
        <p:txBody>
          <a:bodyPr/>
          <a:lstStyle/>
          <a:p>
            <a:pPr>
              <a:lnSpc>
                <a:spcPct val="150000"/>
              </a:lnSpc>
            </a:pPr>
            <a:r>
              <a:rPr lang="en-US" dirty="0"/>
              <a:t>Communication between layers.</a:t>
            </a:r>
          </a:p>
          <a:p>
            <a:pPr>
              <a:lnSpc>
                <a:spcPct val="150000"/>
              </a:lnSpc>
            </a:pPr>
            <a:r>
              <a:rPr lang="en-US" dirty="0"/>
              <a:t>Additional layers add complexity to the system.</a:t>
            </a:r>
          </a:p>
          <a:p>
            <a:pPr>
              <a:lnSpc>
                <a:spcPct val="150000"/>
              </a:lnSpc>
            </a:pPr>
            <a:r>
              <a:rPr lang="en-US" dirty="0"/>
              <a:t>Difficult Optimization due to the structured flow between layers.</a:t>
            </a:r>
          </a:p>
        </p:txBody>
      </p:sp>
      <p:sp>
        <p:nvSpPr>
          <p:cNvPr id="4" name="Slide Number Placeholder 3">
            <a:extLst>
              <a:ext uri="{FF2B5EF4-FFF2-40B4-BE49-F238E27FC236}">
                <a16:creationId xmlns:a16="http://schemas.microsoft.com/office/drawing/2014/main" id="{16307DB4-0D5A-4309-96F8-CC578091E582}"/>
              </a:ext>
            </a:extLst>
          </p:cNvPr>
          <p:cNvSpPr>
            <a:spLocks noGrp="1"/>
          </p:cNvSpPr>
          <p:nvPr>
            <p:ph type="sldNum" sz="quarter" idx="4"/>
          </p:nvPr>
        </p:nvSpPr>
        <p:spPr/>
        <p:txBody>
          <a:bodyPr/>
          <a:lstStyle/>
          <a:p>
            <a:fld id="{31D26D55-0A22-487A-A687-61FB58A6F16A}" type="slidenum">
              <a:rPr lang="en-US" smtClean="0"/>
              <a:pPr/>
              <a:t>20</a:t>
            </a:fld>
            <a:endParaRPr lang="en-US" dirty="0"/>
          </a:p>
        </p:txBody>
      </p:sp>
      <p:sp>
        <p:nvSpPr>
          <p:cNvPr id="5" name="Title 4">
            <a:extLst>
              <a:ext uri="{FF2B5EF4-FFF2-40B4-BE49-F238E27FC236}">
                <a16:creationId xmlns:a16="http://schemas.microsoft.com/office/drawing/2014/main" id="{FBFAF314-0302-4910-903B-8CD3B809F6F3}"/>
              </a:ext>
            </a:extLst>
          </p:cNvPr>
          <p:cNvSpPr>
            <a:spLocks noGrp="1"/>
          </p:cNvSpPr>
          <p:nvPr>
            <p:ph type="title"/>
          </p:nvPr>
        </p:nvSpPr>
        <p:spPr/>
        <p:txBody>
          <a:bodyPr/>
          <a:lstStyle/>
          <a:p>
            <a:r>
              <a:rPr lang="en-US" dirty="0"/>
              <a:t>Advantages and Disadvantages</a:t>
            </a:r>
          </a:p>
        </p:txBody>
      </p:sp>
    </p:spTree>
    <p:extLst>
      <p:ext uri="{BB962C8B-B14F-4D97-AF65-F5344CB8AC3E}">
        <p14:creationId xmlns:p14="http://schemas.microsoft.com/office/powerpoint/2010/main" val="1619718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4697544B-1542-4DF6-9CF7-6A57587915D0}"/>
              </a:ext>
            </a:extLst>
          </p:cNvPr>
          <p:cNvPicPr>
            <a:picLocks noGrp="1" noChangeAspect="1"/>
          </p:cNvPicPr>
          <p:nvPr>
            <p:ph idx="1"/>
          </p:nvPr>
        </p:nvPicPr>
        <p:blipFill>
          <a:blip r:embed="rId3"/>
          <a:stretch>
            <a:fillRect/>
          </a:stretch>
        </p:blipFill>
        <p:spPr>
          <a:xfrm>
            <a:off x="629085" y="2048329"/>
            <a:ext cx="8326938" cy="4430848"/>
          </a:xfrm>
        </p:spPr>
      </p:pic>
      <p:sp>
        <p:nvSpPr>
          <p:cNvPr id="3" name="Slide Number Placeholder 2">
            <a:extLst>
              <a:ext uri="{FF2B5EF4-FFF2-40B4-BE49-F238E27FC236}">
                <a16:creationId xmlns:a16="http://schemas.microsoft.com/office/drawing/2014/main" id="{42C019DB-AB59-45BD-9451-751312EB5D53}"/>
              </a:ext>
            </a:extLst>
          </p:cNvPr>
          <p:cNvSpPr>
            <a:spLocks noGrp="1"/>
          </p:cNvSpPr>
          <p:nvPr>
            <p:ph type="sldNum" sz="quarter" idx="4"/>
          </p:nvPr>
        </p:nvSpPr>
        <p:spPr/>
        <p:txBody>
          <a:bodyPr/>
          <a:lstStyle/>
          <a:p>
            <a:fld id="{31D26D55-0A22-487A-A687-61FB58A6F16A}" type="slidenum">
              <a:rPr lang="en-US" smtClean="0"/>
              <a:pPr/>
              <a:t>21</a:t>
            </a:fld>
            <a:endParaRPr lang="en-US" dirty="0"/>
          </a:p>
        </p:txBody>
      </p:sp>
      <p:sp>
        <p:nvSpPr>
          <p:cNvPr id="4" name="Title 3">
            <a:extLst>
              <a:ext uri="{FF2B5EF4-FFF2-40B4-BE49-F238E27FC236}">
                <a16:creationId xmlns:a16="http://schemas.microsoft.com/office/drawing/2014/main" id="{DC346E45-19F9-4EC4-900B-DBED704C92D6}"/>
              </a:ext>
            </a:extLst>
          </p:cNvPr>
          <p:cNvSpPr>
            <a:spLocks noGrp="1"/>
          </p:cNvSpPr>
          <p:nvPr>
            <p:ph type="title"/>
          </p:nvPr>
        </p:nvSpPr>
        <p:spPr/>
        <p:txBody>
          <a:bodyPr/>
          <a:lstStyle/>
          <a:p>
            <a:r>
              <a:rPr lang="en-US" dirty="0"/>
              <a:t>Event-Driven Architecture (EDA)</a:t>
            </a:r>
          </a:p>
        </p:txBody>
      </p:sp>
      <p:sp>
        <p:nvSpPr>
          <p:cNvPr id="7" name="Content Placeholder 1">
            <a:extLst>
              <a:ext uri="{FF2B5EF4-FFF2-40B4-BE49-F238E27FC236}">
                <a16:creationId xmlns:a16="http://schemas.microsoft.com/office/drawing/2014/main" id="{ACA1C3D9-9CB2-4119-991C-6183E1DCFD74}"/>
              </a:ext>
            </a:extLst>
          </p:cNvPr>
          <p:cNvSpPr txBox="1">
            <a:spLocks/>
          </p:cNvSpPr>
          <p:nvPr/>
        </p:nvSpPr>
        <p:spPr>
          <a:xfrm>
            <a:off x="9117874" y="1917577"/>
            <a:ext cx="4795210" cy="5494778"/>
          </a:xfrm>
          <a:prstGeom prst="rect">
            <a:avLst/>
          </a:prstGeom>
        </p:spPr>
        <p:txBody>
          <a:bodyPr vert="horz" lIns="91440" tIns="45720" rIns="91440" bIns="45720" rtlCol="0">
            <a:normAutofit fontScale="85000" lnSpcReduction="10000"/>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j-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j-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j-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j-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j-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nSpc>
                <a:spcPct val="150000"/>
              </a:lnSpc>
            </a:pPr>
            <a:r>
              <a:rPr lang="en-US" dirty="0"/>
              <a:t>Flow of a system is driven by events.</a:t>
            </a:r>
          </a:p>
          <a:p>
            <a:pPr>
              <a:lnSpc>
                <a:spcPct val="150000"/>
              </a:lnSpc>
            </a:pPr>
            <a:r>
              <a:rPr lang="en-US" dirty="0"/>
              <a:t>Focuses on the </a:t>
            </a:r>
            <a:r>
              <a:rPr lang="en-US" b="1" dirty="0"/>
              <a:t>production</a:t>
            </a:r>
            <a:r>
              <a:rPr lang="en-US" dirty="0"/>
              <a:t>, detection, and </a:t>
            </a:r>
            <a:r>
              <a:rPr lang="en-US" b="1" dirty="0"/>
              <a:t>reaction to events.</a:t>
            </a:r>
          </a:p>
          <a:p>
            <a:pPr>
              <a:lnSpc>
                <a:spcPct val="150000"/>
              </a:lnSpc>
            </a:pPr>
            <a:r>
              <a:rPr lang="en-US" dirty="0"/>
              <a:t>Highly adaptable for asynchronous, distributed, and real-time systems.</a:t>
            </a:r>
          </a:p>
        </p:txBody>
      </p:sp>
    </p:spTree>
    <p:extLst>
      <p:ext uri="{BB962C8B-B14F-4D97-AF65-F5344CB8AC3E}">
        <p14:creationId xmlns:p14="http://schemas.microsoft.com/office/powerpoint/2010/main" val="2948207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ED8763-2080-4CFC-B1FF-035238F99CCF}"/>
              </a:ext>
            </a:extLst>
          </p:cNvPr>
          <p:cNvSpPr>
            <a:spLocks noGrp="1"/>
          </p:cNvSpPr>
          <p:nvPr>
            <p:ph idx="1"/>
          </p:nvPr>
        </p:nvSpPr>
        <p:spPr/>
        <p:txBody>
          <a:bodyPr>
            <a:normAutofit/>
          </a:bodyPr>
          <a:lstStyle/>
          <a:p>
            <a:r>
              <a:rPr lang="en-US" b="1" dirty="0"/>
              <a:t>Producers:</a:t>
            </a:r>
            <a:endParaRPr lang="en-US" dirty="0"/>
          </a:p>
          <a:p>
            <a:pPr lvl="1"/>
            <a:r>
              <a:rPr lang="en-US" dirty="0"/>
              <a:t>Generate events</a:t>
            </a:r>
          </a:p>
          <a:p>
            <a:pPr lvl="1"/>
            <a:r>
              <a:rPr lang="en-US" dirty="0"/>
              <a:t>Event represent specific occurrences or state changes in the application (e.g., an order placed or a sensor triggered).</a:t>
            </a:r>
          </a:p>
          <a:p>
            <a:pPr>
              <a:buFont typeface="Arial" panose="020B0604020202020204" pitchFamily="34" charset="0"/>
              <a:buChar char="•"/>
            </a:pPr>
            <a:r>
              <a:rPr lang="en-US" dirty="0"/>
              <a:t>The events are published to the </a:t>
            </a:r>
            <a:r>
              <a:rPr lang="en-US" b="1" dirty="0"/>
              <a:t>Event Broker</a:t>
            </a:r>
            <a:r>
              <a:rPr lang="en-US" dirty="0"/>
              <a:t>.</a:t>
            </a:r>
          </a:p>
          <a:p>
            <a:r>
              <a:rPr lang="en-US" b="1" dirty="0"/>
              <a:t>Consumers:</a:t>
            </a:r>
            <a:endParaRPr lang="en-US" dirty="0"/>
          </a:p>
          <a:p>
            <a:pPr lvl="1"/>
            <a:r>
              <a:rPr lang="en-US" dirty="0"/>
              <a:t>Subscribe to specific event types they are interested in.</a:t>
            </a:r>
          </a:p>
          <a:p>
            <a:pPr lvl="1"/>
            <a:r>
              <a:rPr lang="en-US" dirty="0"/>
              <a:t>They consume (listen) the events from the Event Broker </a:t>
            </a:r>
          </a:p>
          <a:p>
            <a:pPr lvl="1"/>
            <a:r>
              <a:rPr lang="en-US" dirty="0"/>
              <a:t>Perform corresponding actions (e.g., sending notifications, processing transactions).</a:t>
            </a:r>
          </a:p>
          <a:p>
            <a:endParaRPr lang="en-US" dirty="0"/>
          </a:p>
        </p:txBody>
      </p:sp>
      <p:sp>
        <p:nvSpPr>
          <p:cNvPr id="3" name="Slide Number Placeholder 2">
            <a:extLst>
              <a:ext uri="{FF2B5EF4-FFF2-40B4-BE49-F238E27FC236}">
                <a16:creationId xmlns:a16="http://schemas.microsoft.com/office/drawing/2014/main" id="{FA142300-F15A-496E-A730-CDCA3DFBE072}"/>
              </a:ext>
            </a:extLst>
          </p:cNvPr>
          <p:cNvSpPr>
            <a:spLocks noGrp="1"/>
          </p:cNvSpPr>
          <p:nvPr>
            <p:ph type="sldNum" sz="quarter" idx="4"/>
          </p:nvPr>
        </p:nvSpPr>
        <p:spPr/>
        <p:txBody>
          <a:bodyPr/>
          <a:lstStyle/>
          <a:p>
            <a:fld id="{31D26D55-0A22-487A-A687-61FB58A6F16A}" type="slidenum">
              <a:rPr lang="en-US" smtClean="0"/>
              <a:pPr/>
              <a:t>22</a:t>
            </a:fld>
            <a:endParaRPr lang="en-US" dirty="0"/>
          </a:p>
        </p:txBody>
      </p:sp>
      <p:sp>
        <p:nvSpPr>
          <p:cNvPr id="4" name="Title 3">
            <a:extLst>
              <a:ext uri="{FF2B5EF4-FFF2-40B4-BE49-F238E27FC236}">
                <a16:creationId xmlns:a16="http://schemas.microsoft.com/office/drawing/2014/main" id="{12F9C10C-069F-40C7-8371-FF6FD7B60216}"/>
              </a:ext>
            </a:extLst>
          </p:cNvPr>
          <p:cNvSpPr>
            <a:spLocks noGrp="1"/>
          </p:cNvSpPr>
          <p:nvPr>
            <p:ph type="title"/>
          </p:nvPr>
        </p:nvSpPr>
        <p:spPr/>
        <p:txBody>
          <a:bodyPr>
            <a:normAutofit/>
          </a:bodyPr>
          <a:lstStyle/>
          <a:p>
            <a:r>
              <a:rPr lang="en-US" dirty="0"/>
              <a:t>Event Producers &amp; Consumers</a:t>
            </a:r>
          </a:p>
        </p:txBody>
      </p:sp>
    </p:spTree>
    <p:extLst>
      <p:ext uri="{BB962C8B-B14F-4D97-AF65-F5344CB8AC3E}">
        <p14:creationId xmlns:p14="http://schemas.microsoft.com/office/powerpoint/2010/main" val="1307411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D1B0C9-E1B7-4635-968B-4B8D7EB47C81}"/>
              </a:ext>
            </a:extLst>
          </p:cNvPr>
          <p:cNvSpPr>
            <a:spLocks noGrp="1"/>
          </p:cNvSpPr>
          <p:nvPr>
            <p:ph idx="1"/>
          </p:nvPr>
        </p:nvSpPr>
        <p:spPr/>
        <p:txBody>
          <a:bodyPr/>
          <a:lstStyle/>
          <a:p>
            <a:pPr>
              <a:lnSpc>
                <a:spcPct val="150000"/>
              </a:lnSpc>
            </a:pPr>
            <a:r>
              <a:rPr lang="en-US" dirty="0"/>
              <a:t>A </a:t>
            </a:r>
            <a:r>
              <a:rPr lang="en-US" b="1" dirty="0"/>
              <a:t>central hub</a:t>
            </a:r>
            <a:r>
              <a:rPr lang="en-US" dirty="0"/>
              <a:t> that manages events, acting as a mediator between producers and consumers.</a:t>
            </a:r>
          </a:p>
          <a:p>
            <a:pPr>
              <a:lnSpc>
                <a:spcPct val="150000"/>
              </a:lnSpc>
            </a:pPr>
            <a:r>
              <a:rPr lang="en-US" dirty="0"/>
              <a:t>It ensures events are </a:t>
            </a:r>
            <a:r>
              <a:rPr lang="en-US" b="1" dirty="0"/>
              <a:t>delivered</a:t>
            </a:r>
            <a:r>
              <a:rPr lang="en-US" dirty="0"/>
              <a:t> to all interested consumers based on their subscriptions.</a:t>
            </a:r>
          </a:p>
          <a:p>
            <a:pPr>
              <a:lnSpc>
                <a:spcPct val="150000"/>
              </a:lnSpc>
            </a:pPr>
            <a:r>
              <a:rPr lang="en-US" dirty="0"/>
              <a:t>Examples of event brokers include </a:t>
            </a:r>
            <a:r>
              <a:rPr lang="en-US" b="1" dirty="0"/>
              <a:t>Apache Kafka</a:t>
            </a:r>
            <a:r>
              <a:rPr lang="en-US" dirty="0"/>
              <a:t>, </a:t>
            </a:r>
            <a:r>
              <a:rPr lang="en-US" b="1" dirty="0"/>
              <a:t>RabbitMQ</a:t>
            </a:r>
            <a:r>
              <a:rPr lang="en-US" dirty="0"/>
              <a:t>, or </a:t>
            </a:r>
            <a:r>
              <a:rPr lang="en-US" b="1" dirty="0"/>
              <a:t>Amazon SNS/SQS</a:t>
            </a:r>
            <a:r>
              <a:rPr lang="en-US" dirty="0"/>
              <a:t>.</a:t>
            </a:r>
          </a:p>
        </p:txBody>
      </p:sp>
      <p:sp>
        <p:nvSpPr>
          <p:cNvPr id="3" name="Slide Number Placeholder 2">
            <a:extLst>
              <a:ext uri="{FF2B5EF4-FFF2-40B4-BE49-F238E27FC236}">
                <a16:creationId xmlns:a16="http://schemas.microsoft.com/office/drawing/2014/main" id="{7536273A-50C4-4E22-893A-968D197E334E}"/>
              </a:ext>
            </a:extLst>
          </p:cNvPr>
          <p:cNvSpPr>
            <a:spLocks noGrp="1"/>
          </p:cNvSpPr>
          <p:nvPr>
            <p:ph type="sldNum" sz="quarter" idx="4"/>
          </p:nvPr>
        </p:nvSpPr>
        <p:spPr/>
        <p:txBody>
          <a:bodyPr/>
          <a:lstStyle/>
          <a:p>
            <a:fld id="{31D26D55-0A22-487A-A687-61FB58A6F16A}" type="slidenum">
              <a:rPr lang="en-US" smtClean="0"/>
              <a:pPr/>
              <a:t>23</a:t>
            </a:fld>
            <a:endParaRPr lang="en-US" dirty="0"/>
          </a:p>
        </p:txBody>
      </p:sp>
      <p:sp>
        <p:nvSpPr>
          <p:cNvPr id="4" name="Title 3">
            <a:extLst>
              <a:ext uri="{FF2B5EF4-FFF2-40B4-BE49-F238E27FC236}">
                <a16:creationId xmlns:a16="http://schemas.microsoft.com/office/drawing/2014/main" id="{DA3FB7F6-5EA3-4B31-964E-8C716C0EEA81}"/>
              </a:ext>
            </a:extLst>
          </p:cNvPr>
          <p:cNvSpPr>
            <a:spLocks noGrp="1"/>
          </p:cNvSpPr>
          <p:nvPr>
            <p:ph type="title"/>
          </p:nvPr>
        </p:nvSpPr>
        <p:spPr/>
        <p:txBody>
          <a:bodyPr/>
          <a:lstStyle/>
          <a:p>
            <a:r>
              <a:rPr lang="en-US" dirty="0"/>
              <a:t>Event Broker</a:t>
            </a:r>
          </a:p>
        </p:txBody>
      </p:sp>
    </p:spTree>
    <p:extLst>
      <p:ext uri="{BB962C8B-B14F-4D97-AF65-F5344CB8AC3E}">
        <p14:creationId xmlns:p14="http://schemas.microsoft.com/office/powerpoint/2010/main" val="170672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61E736-846F-443D-A598-92EE60CA8E5C}"/>
              </a:ext>
            </a:extLst>
          </p:cNvPr>
          <p:cNvSpPr>
            <a:spLocks noGrp="1"/>
          </p:cNvSpPr>
          <p:nvPr>
            <p:ph sz="half" idx="1"/>
          </p:nvPr>
        </p:nvSpPr>
        <p:spPr/>
        <p:txBody>
          <a:bodyPr/>
          <a:lstStyle/>
          <a:p>
            <a:pPr>
              <a:lnSpc>
                <a:spcPct val="150000"/>
              </a:lnSpc>
            </a:pPr>
            <a:r>
              <a:rPr lang="en-US" dirty="0"/>
              <a:t>Asynchronous Communication</a:t>
            </a:r>
          </a:p>
          <a:p>
            <a:pPr>
              <a:lnSpc>
                <a:spcPct val="150000"/>
              </a:lnSpc>
            </a:pPr>
            <a:r>
              <a:rPr lang="en-US" dirty="0"/>
              <a:t>Loose Coupling</a:t>
            </a:r>
          </a:p>
          <a:p>
            <a:pPr>
              <a:lnSpc>
                <a:spcPct val="150000"/>
              </a:lnSpc>
            </a:pPr>
            <a:r>
              <a:rPr lang="en-US" dirty="0"/>
              <a:t>Scalability</a:t>
            </a:r>
          </a:p>
          <a:p>
            <a:pPr>
              <a:lnSpc>
                <a:spcPct val="150000"/>
              </a:lnSpc>
            </a:pPr>
            <a:r>
              <a:rPr lang="en-US" dirty="0"/>
              <a:t>Flexibility</a:t>
            </a:r>
          </a:p>
          <a:p>
            <a:pPr>
              <a:lnSpc>
                <a:spcPct val="150000"/>
              </a:lnSpc>
            </a:pPr>
            <a:r>
              <a:rPr lang="en-US" dirty="0"/>
              <a:t>Real-Time Processing</a:t>
            </a:r>
          </a:p>
        </p:txBody>
      </p:sp>
      <p:sp>
        <p:nvSpPr>
          <p:cNvPr id="3" name="Content Placeholder 2">
            <a:extLst>
              <a:ext uri="{FF2B5EF4-FFF2-40B4-BE49-F238E27FC236}">
                <a16:creationId xmlns:a16="http://schemas.microsoft.com/office/drawing/2014/main" id="{0141172F-F939-4ECE-8DEE-EEFC2FADFB63}"/>
              </a:ext>
            </a:extLst>
          </p:cNvPr>
          <p:cNvSpPr>
            <a:spLocks noGrp="1"/>
          </p:cNvSpPr>
          <p:nvPr>
            <p:ph sz="half" idx="2"/>
          </p:nvPr>
        </p:nvSpPr>
        <p:spPr/>
        <p:txBody>
          <a:bodyPr/>
          <a:lstStyle/>
          <a:p>
            <a:pPr>
              <a:lnSpc>
                <a:spcPct val="150000"/>
              </a:lnSpc>
            </a:pPr>
            <a:r>
              <a:rPr lang="en-US" dirty="0"/>
              <a:t>Increased Complexity when managing the flow of events</a:t>
            </a:r>
          </a:p>
          <a:p>
            <a:pPr>
              <a:lnSpc>
                <a:spcPct val="150000"/>
              </a:lnSpc>
            </a:pPr>
            <a:r>
              <a:rPr lang="en-US" dirty="0"/>
              <a:t>Debugging asynchronous flows</a:t>
            </a:r>
          </a:p>
          <a:p>
            <a:pPr>
              <a:lnSpc>
                <a:spcPct val="150000"/>
              </a:lnSpc>
            </a:pPr>
            <a:r>
              <a:rPr lang="en-US" dirty="0"/>
              <a:t>Event Ordering Issues</a:t>
            </a:r>
          </a:p>
          <a:p>
            <a:pPr>
              <a:lnSpc>
                <a:spcPct val="150000"/>
              </a:lnSpc>
            </a:pPr>
            <a:r>
              <a:rPr lang="en-US" dirty="0"/>
              <a:t>Requires robust middleware (e.g., Kafka, RabbitMQ)</a:t>
            </a:r>
          </a:p>
        </p:txBody>
      </p:sp>
      <p:sp>
        <p:nvSpPr>
          <p:cNvPr id="4" name="Slide Number Placeholder 3">
            <a:extLst>
              <a:ext uri="{FF2B5EF4-FFF2-40B4-BE49-F238E27FC236}">
                <a16:creationId xmlns:a16="http://schemas.microsoft.com/office/drawing/2014/main" id="{16307DB4-0D5A-4309-96F8-CC578091E582}"/>
              </a:ext>
            </a:extLst>
          </p:cNvPr>
          <p:cNvSpPr>
            <a:spLocks noGrp="1"/>
          </p:cNvSpPr>
          <p:nvPr>
            <p:ph type="sldNum" sz="quarter" idx="4"/>
          </p:nvPr>
        </p:nvSpPr>
        <p:spPr/>
        <p:txBody>
          <a:bodyPr/>
          <a:lstStyle/>
          <a:p>
            <a:fld id="{31D26D55-0A22-487A-A687-61FB58A6F16A}" type="slidenum">
              <a:rPr lang="en-US" smtClean="0"/>
              <a:pPr/>
              <a:t>24</a:t>
            </a:fld>
            <a:endParaRPr lang="en-US" dirty="0"/>
          </a:p>
        </p:txBody>
      </p:sp>
      <p:sp>
        <p:nvSpPr>
          <p:cNvPr id="5" name="Title 4">
            <a:extLst>
              <a:ext uri="{FF2B5EF4-FFF2-40B4-BE49-F238E27FC236}">
                <a16:creationId xmlns:a16="http://schemas.microsoft.com/office/drawing/2014/main" id="{FBFAF314-0302-4910-903B-8CD3B809F6F3}"/>
              </a:ext>
            </a:extLst>
          </p:cNvPr>
          <p:cNvSpPr>
            <a:spLocks noGrp="1"/>
          </p:cNvSpPr>
          <p:nvPr>
            <p:ph type="title"/>
          </p:nvPr>
        </p:nvSpPr>
        <p:spPr/>
        <p:txBody>
          <a:bodyPr/>
          <a:lstStyle/>
          <a:p>
            <a:r>
              <a:rPr lang="en-US" dirty="0"/>
              <a:t>Advantages and Disadvantages</a:t>
            </a:r>
          </a:p>
        </p:txBody>
      </p:sp>
    </p:spTree>
    <p:extLst>
      <p:ext uri="{BB962C8B-B14F-4D97-AF65-F5344CB8AC3E}">
        <p14:creationId xmlns:p14="http://schemas.microsoft.com/office/powerpoint/2010/main" val="36315232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2C019DB-AB59-45BD-9451-751312EB5D53}"/>
              </a:ext>
            </a:extLst>
          </p:cNvPr>
          <p:cNvSpPr>
            <a:spLocks noGrp="1"/>
          </p:cNvSpPr>
          <p:nvPr>
            <p:ph type="sldNum" sz="quarter" idx="4"/>
          </p:nvPr>
        </p:nvSpPr>
        <p:spPr/>
        <p:txBody>
          <a:bodyPr/>
          <a:lstStyle/>
          <a:p>
            <a:fld id="{31D26D55-0A22-487A-A687-61FB58A6F16A}" type="slidenum">
              <a:rPr lang="en-US" smtClean="0"/>
              <a:pPr/>
              <a:t>25</a:t>
            </a:fld>
            <a:endParaRPr lang="en-US" dirty="0"/>
          </a:p>
        </p:txBody>
      </p:sp>
      <p:sp>
        <p:nvSpPr>
          <p:cNvPr id="4" name="Title 3">
            <a:extLst>
              <a:ext uri="{FF2B5EF4-FFF2-40B4-BE49-F238E27FC236}">
                <a16:creationId xmlns:a16="http://schemas.microsoft.com/office/drawing/2014/main" id="{DC346E45-19F9-4EC4-900B-DBED704C92D6}"/>
              </a:ext>
            </a:extLst>
          </p:cNvPr>
          <p:cNvSpPr>
            <a:spLocks noGrp="1"/>
          </p:cNvSpPr>
          <p:nvPr>
            <p:ph type="title"/>
          </p:nvPr>
        </p:nvSpPr>
        <p:spPr/>
        <p:txBody>
          <a:bodyPr/>
          <a:lstStyle/>
          <a:p>
            <a:r>
              <a:rPr lang="en-US" dirty="0"/>
              <a:t>Microservices Architecture</a:t>
            </a:r>
          </a:p>
        </p:txBody>
      </p:sp>
      <p:pic>
        <p:nvPicPr>
          <p:cNvPr id="15364" name="Picture 4">
            <a:extLst>
              <a:ext uri="{FF2B5EF4-FFF2-40B4-BE49-F238E27FC236}">
                <a16:creationId xmlns:a16="http://schemas.microsoft.com/office/drawing/2014/main" id="{5E6BD283-AC6A-4754-B2B1-0871E31C1155}"/>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6817" r="6310"/>
          <a:stretch/>
        </p:blipFill>
        <p:spPr bwMode="auto">
          <a:xfrm>
            <a:off x="5852160" y="1787072"/>
            <a:ext cx="8229600" cy="5494338"/>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1">
            <a:extLst>
              <a:ext uri="{FF2B5EF4-FFF2-40B4-BE49-F238E27FC236}">
                <a16:creationId xmlns:a16="http://schemas.microsoft.com/office/drawing/2014/main" id="{D10C8B42-C97A-443F-A29C-10BB185213A8}"/>
              </a:ext>
            </a:extLst>
          </p:cNvPr>
          <p:cNvSpPr txBox="1">
            <a:spLocks/>
          </p:cNvSpPr>
          <p:nvPr/>
        </p:nvSpPr>
        <p:spPr>
          <a:xfrm>
            <a:off x="747000" y="1917577"/>
            <a:ext cx="5105160" cy="5494778"/>
          </a:xfrm>
          <a:prstGeom prst="rect">
            <a:avLst/>
          </a:prstGeom>
        </p:spPr>
        <p:txBody>
          <a:bodyPr vert="horz" lIns="91440" tIns="45720" rIns="91440" bIns="45720" rtlCol="0">
            <a:normAutofit fontScale="85000" lnSpcReduction="20000"/>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j-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j-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j-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j-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j-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nSpc>
                <a:spcPct val="150000"/>
              </a:lnSpc>
            </a:pPr>
            <a:r>
              <a:rPr lang="en-US" dirty="0"/>
              <a:t>Application is developed as a collection of </a:t>
            </a:r>
            <a:r>
              <a:rPr lang="en-US" b="1" dirty="0"/>
              <a:t>small</a:t>
            </a:r>
            <a:r>
              <a:rPr lang="en-US" dirty="0"/>
              <a:t>, independent, and loosely coupled </a:t>
            </a:r>
            <a:r>
              <a:rPr lang="en-US" b="1" dirty="0"/>
              <a:t>services</a:t>
            </a:r>
            <a:r>
              <a:rPr lang="en-US" dirty="0"/>
              <a:t>.</a:t>
            </a:r>
          </a:p>
          <a:p>
            <a:pPr>
              <a:lnSpc>
                <a:spcPct val="150000"/>
              </a:lnSpc>
            </a:pPr>
            <a:r>
              <a:rPr lang="en-US" dirty="0"/>
              <a:t>Each service is responsible for a specific business capability and can be developed, deployed, and scaled </a:t>
            </a:r>
            <a:r>
              <a:rPr lang="en-US" b="1" dirty="0"/>
              <a:t>independently</a:t>
            </a:r>
            <a:r>
              <a:rPr lang="en-US" dirty="0"/>
              <a:t>.</a:t>
            </a:r>
          </a:p>
        </p:txBody>
      </p:sp>
    </p:spTree>
    <p:extLst>
      <p:ext uri="{BB962C8B-B14F-4D97-AF65-F5344CB8AC3E}">
        <p14:creationId xmlns:p14="http://schemas.microsoft.com/office/powerpoint/2010/main" val="31509113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60CF264-1690-45C2-ACFC-A9A6F110622F}"/>
              </a:ext>
            </a:extLst>
          </p:cNvPr>
          <p:cNvSpPr>
            <a:spLocks noGrp="1"/>
          </p:cNvSpPr>
          <p:nvPr>
            <p:ph idx="1"/>
          </p:nvPr>
        </p:nvSpPr>
        <p:spPr/>
        <p:txBody>
          <a:bodyPr>
            <a:normAutofit fontScale="55000" lnSpcReduction="20000"/>
          </a:bodyPr>
          <a:lstStyle/>
          <a:p>
            <a:pPr>
              <a:lnSpc>
                <a:spcPct val="170000"/>
              </a:lnSpc>
            </a:pPr>
            <a:r>
              <a:rPr lang="en-US" b="1" dirty="0"/>
              <a:t>Independence</a:t>
            </a:r>
            <a:r>
              <a:rPr lang="en-US" dirty="0"/>
              <a:t>: Each microservice is an independent unit that can be developed, deployed, and maintained separately.</a:t>
            </a:r>
          </a:p>
          <a:p>
            <a:pPr>
              <a:lnSpc>
                <a:spcPct val="170000"/>
              </a:lnSpc>
            </a:pPr>
            <a:r>
              <a:rPr lang="en-US" b="1" dirty="0"/>
              <a:t>Bounded Context</a:t>
            </a:r>
            <a:r>
              <a:rPr lang="en-US" dirty="0"/>
              <a:t>: Each microservice is responsible for a single business function (e.g., user management, payment processing) and has its own domain.</a:t>
            </a:r>
          </a:p>
          <a:p>
            <a:pPr>
              <a:lnSpc>
                <a:spcPct val="170000"/>
              </a:lnSpc>
            </a:pPr>
            <a:r>
              <a:rPr lang="en-US" b="1" dirty="0"/>
              <a:t>Decentralized Data Management</a:t>
            </a:r>
            <a:r>
              <a:rPr lang="en-US" dirty="0"/>
              <a:t>: Microservices typically manage their own database, ensuring data isolation.</a:t>
            </a:r>
          </a:p>
          <a:p>
            <a:pPr>
              <a:lnSpc>
                <a:spcPct val="170000"/>
              </a:lnSpc>
            </a:pPr>
            <a:r>
              <a:rPr lang="en-US" dirty="0"/>
              <a:t>APIs for </a:t>
            </a:r>
            <a:r>
              <a:rPr lang="en-US" b="1" dirty="0"/>
              <a:t>Communication</a:t>
            </a:r>
            <a:r>
              <a:rPr lang="en-US" dirty="0"/>
              <a:t>: Microservices communicate with each other using lightweight APIs, often REST, </a:t>
            </a:r>
            <a:r>
              <a:rPr lang="en-US" dirty="0" err="1"/>
              <a:t>gRPC</a:t>
            </a:r>
            <a:r>
              <a:rPr lang="en-US" dirty="0"/>
              <a:t>, or messaging protocols like Kafka.</a:t>
            </a:r>
          </a:p>
          <a:p>
            <a:pPr>
              <a:lnSpc>
                <a:spcPct val="170000"/>
              </a:lnSpc>
            </a:pPr>
            <a:r>
              <a:rPr lang="en-US" b="1" dirty="0"/>
              <a:t>Polyglot Development</a:t>
            </a:r>
            <a:r>
              <a:rPr lang="en-US" dirty="0"/>
              <a:t>: Different microservices can be built using different programming languages or frameworks, depending on the requirements.</a:t>
            </a:r>
          </a:p>
          <a:p>
            <a:pPr>
              <a:lnSpc>
                <a:spcPct val="170000"/>
              </a:lnSpc>
            </a:pPr>
            <a:r>
              <a:rPr lang="en-US" b="1" dirty="0"/>
              <a:t>Resilience</a:t>
            </a:r>
            <a:r>
              <a:rPr lang="en-US" dirty="0"/>
              <a:t>: Failures in one service do not directly impact others. Services can be designed to handle faults gracefully.</a:t>
            </a:r>
          </a:p>
          <a:p>
            <a:pPr>
              <a:lnSpc>
                <a:spcPct val="170000"/>
              </a:lnSpc>
            </a:pPr>
            <a:r>
              <a:rPr lang="en-US" b="1" dirty="0"/>
              <a:t>Scalability</a:t>
            </a:r>
            <a:r>
              <a:rPr lang="en-US" dirty="0"/>
              <a:t>: Individual services can be scaled independently based on demand.</a:t>
            </a:r>
          </a:p>
        </p:txBody>
      </p:sp>
      <p:sp>
        <p:nvSpPr>
          <p:cNvPr id="3" name="Slide Number Placeholder 2">
            <a:extLst>
              <a:ext uri="{FF2B5EF4-FFF2-40B4-BE49-F238E27FC236}">
                <a16:creationId xmlns:a16="http://schemas.microsoft.com/office/drawing/2014/main" id="{C60B1B48-D87B-4B9F-A188-0C40407A27BC}"/>
              </a:ext>
            </a:extLst>
          </p:cNvPr>
          <p:cNvSpPr>
            <a:spLocks noGrp="1"/>
          </p:cNvSpPr>
          <p:nvPr>
            <p:ph type="sldNum" sz="quarter" idx="4"/>
          </p:nvPr>
        </p:nvSpPr>
        <p:spPr/>
        <p:txBody>
          <a:bodyPr/>
          <a:lstStyle/>
          <a:p>
            <a:fld id="{31D26D55-0A22-487A-A687-61FB58A6F16A}" type="slidenum">
              <a:rPr lang="en-US" smtClean="0"/>
              <a:pPr/>
              <a:t>26</a:t>
            </a:fld>
            <a:endParaRPr lang="en-US" dirty="0"/>
          </a:p>
        </p:txBody>
      </p:sp>
      <p:sp>
        <p:nvSpPr>
          <p:cNvPr id="4" name="Title 3">
            <a:extLst>
              <a:ext uri="{FF2B5EF4-FFF2-40B4-BE49-F238E27FC236}">
                <a16:creationId xmlns:a16="http://schemas.microsoft.com/office/drawing/2014/main" id="{0AB3DF86-852F-4F9D-B003-BE3D4533436C}"/>
              </a:ext>
            </a:extLst>
          </p:cNvPr>
          <p:cNvSpPr>
            <a:spLocks noGrp="1"/>
          </p:cNvSpPr>
          <p:nvPr>
            <p:ph type="title"/>
          </p:nvPr>
        </p:nvSpPr>
        <p:spPr/>
        <p:txBody>
          <a:bodyPr/>
          <a:lstStyle/>
          <a:p>
            <a:r>
              <a:rPr lang="en-US" dirty="0"/>
              <a:t>Key Characteristics of Microservices Architecture</a:t>
            </a:r>
          </a:p>
        </p:txBody>
      </p:sp>
    </p:spTree>
    <p:extLst>
      <p:ext uri="{BB962C8B-B14F-4D97-AF65-F5344CB8AC3E}">
        <p14:creationId xmlns:p14="http://schemas.microsoft.com/office/powerpoint/2010/main" val="23585346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61E736-846F-443D-A598-92EE60CA8E5C}"/>
              </a:ext>
            </a:extLst>
          </p:cNvPr>
          <p:cNvSpPr>
            <a:spLocks noGrp="1"/>
          </p:cNvSpPr>
          <p:nvPr>
            <p:ph sz="half" idx="1"/>
          </p:nvPr>
        </p:nvSpPr>
        <p:spPr/>
        <p:txBody>
          <a:bodyPr/>
          <a:lstStyle/>
          <a:p>
            <a:pPr>
              <a:lnSpc>
                <a:spcPct val="150000"/>
              </a:lnSpc>
            </a:pPr>
            <a:r>
              <a:rPr lang="en-US" dirty="0"/>
              <a:t>Scalability</a:t>
            </a:r>
          </a:p>
          <a:p>
            <a:pPr>
              <a:lnSpc>
                <a:spcPct val="150000"/>
              </a:lnSpc>
            </a:pPr>
            <a:r>
              <a:rPr lang="en-US" dirty="0"/>
              <a:t>Flexibility in Technology</a:t>
            </a:r>
          </a:p>
          <a:p>
            <a:pPr>
              <a:lnSpc>
                <a:spcPct val="150000"/>
              </a:lnSpc>
            </a:pPr>
            <a:r>
              <a:rPr lang="en-US" dirty="0"/>
              <a:t>Faster Development and Deployment</a:t>
            </a:r>
          </a:p>
          <a:p>
            <a:pPr>
              <a:lnSpc>
                <a:spcPct val="150000"/>
              </a:lnSpc>
            </a:pPr>
            <a:r>
              <a:rPr lang="en-US" dirty="0"/>
              <a:t>Improved Fault Isolation</a:t>
            </a:r>
          </a:p>
          <a:p>
            <a:pPr>
              <a:lnSpc>
                <a:spcPct val="150000"/>
              </a:lnSpc>
            </a:pPr>
            <a:r>
              <a:rPr lang="en-US" dirty="0"/>
              <a:t>Easier Maintenance</a:t>
            </a:r>
          </a:p>
        </p:txBody>
      </p:sp>
      <p:sp>
        <p:nvSpPr>
          <p:cNvPr id="3" name="Content Placeholder 2">
            <a:extLst>
              <a:ext uri="{FF2B5EF4-FFF2-40B4-BE49-F238E27FC236}">
                <a16:creationId xmlns:a16="http://schemas.microsoft.com/office/drawing/2014/main" id="{0141172F-F939-4ECE-8DEE-EEFC2FADFB63}"/>
              </a:ext>
            </a:extLst>
          </p:cNvPr>
          <p:cNvSpPr>
            <a:spLocks noGrp="1"/>
          </p:cNvSpPr>
          <p:nvPr>
            <p:ph sz="half" idx="2"/>
          </p:nvPr>
        </p:nvSpPr>
        <p:spPr/>
        <p:txBody>
          <a:bodyPr>
            <a:normAutofit fontScale="92500" lnSpcReduction="20000"/>
          </a:bodyPr>
          <a:lstStyle/>
          <a:p>
            <a:pPr>
              <a:lnSpc>
                <a:spcPct val="150000"/>
              </a:lnSpc>
            </a:pPr>
            <a:r>
              <a:rPr lang="en-US" dirty="0"/>
              <a:t>Increased Complexity when managing many services</a:t>
            </a:r>
          </a:p>
          <a:p>
            <a:pPr>
              <a:lnSpc>
                <a:spcPct val="150000"/>
              </a:lnSpc>
            </a:pPr>
            <a:r>
              <a:rPr lang="en-US" dirty="0"/>
              <a:t>Increased Communication Overhead</a:t>
            </a:r>
          </a:p>
          <a:p>
            <a:pPr>
              <a:lnSpc>
                <a:spcPct val="150000"/>
              </a:lnSpc>
            </a:pPr>
            <a:r>
              <a:rPr lang="en-US" dirty="0"/>
              <a:t>Maintaining data consistency across services</a:t>
            </a:r>
          </a:p>
          <a:p>
            <a:pPr>
              <a:lnSpc>
                <a:spcPct val="150000"/>
              </a:lnSpc>
            </a:pPr>
            <a:r>
              <a:rPr lang="en-US" dirty="0"/>
              <a:t>Requires robust DevOps practices and tools</a:t>
            </a:r>
          </a:p>
        </p:txBody>
      </p:sp>
      <p:sp>
        <p:nvSpPr>
          <p:cNvPr id="4" name="Slide Number Placeholder 3">
            <a:extLst>
              <a:ext uri="{FF2B5EF4-FFF2-40B4-BE49-F238E27FC236}">
                <a16:creationId xmlns:a16="http://schemas.microsoft.com/office/drawing/2014/main" id="{16307DB4-0D5A-4309-96F8-CC578091E582}"/>
              </a:ext>
            </a:extLst>
          </p:cNvPr>
          <p:cNvSpPr>
            <a:spLocks noGrp="1"/>
          </p:cNvSpPr>
          <p:nvPr>
            <p:ph type="sldNum" sz="quarter" idx="4"/>
          </p:nvPr>
        </p:nvSpPr>
        <p:spPr/>
        <p:txBody>
          <a:bodyPr/>
          <a:lstStyle/>
          <a:p>
            <a:fld id="{31D26D55-0A22-487A-A687-61FB58A6F16A}" type="slidenum">
              <a:rPr lang="en-US" smtClean="0"/>
              <a:pPr/>
              <a:t>27</a:t>
            </a:fld>
            <a:endParaRPr lang="en-US" dirty="0"/>
          </a:p>
        </p:txBody>
      </p:sp>
      <p:sp>
        <p:nvSpPr>
          <p:cNvPr id="5" name="Title 4">
            <a:extLst>
              <a:ext uri="{FF2B5EF4-FFF2-40B4-BE49-F238E27FC236}">
                <a16:creationId xmlns:a16="http://schemas.microsoft.com/office/drawing/2014/main" id="{FBFAF314-0302-4910-903B-8CD3B809F6F3}"/>
              </a:ext>
            </a:extLst>
          </p:cNvPr>
          <p:cNvSpPr>
            <a:spLocks noGrp="1"/>
          </p:cNvSpPr>
          <p:nvPr>
            <p:ph type="title"/>
          </p:nvPr>
        </p:nvSpPr>
        <p:spPr/>
        <p:txBody>
          <a:bodyPr/>
          <a:lstStyle/>
          <a:p>
            <a:r>
              <a:rPr lang="en-US" dirty="0"/>
              <a:t>Advantages and Disadvantages</a:t>
            </a:r>
          </a:p>
        </p:txBody>
      </p:sp>
    </p:spTree>
    <p:extLst>
      <p:ext uri="{BB962C8B-B14F-4D97-AF65-F5344CB8AC3E}">
        <p14:creationId xmlns:p14="http://schemas.microsoft.com/office/powerpoint/2010/main" val="20838145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846194E-727B-4D57-A545-D4583DC184BD}"/>
              </a:ext>
            </a:extLst>
          </p:cNvPr>
          <p:cNvPicPr>
            <a:picLocks noGrp="1" noChangeAspect="1"/>
          </p:cNvPicPr>
          <p:nvPr>
            <p:ph idx="1"/>
          </p:nvPr>
        </p:nvPicPr>
        <p:blipFill rotWithShape="1">
          <a:blip r:embed="rId3"/>
          <a:srcRect t="21207" b="7943"/>
          <a:stretch/>
        </p:blipFill>
        <p:spPr>
          <a:xfrm>
            <a:off x="356367" y="2462348"/>
            <a:ext cx="8292721" cy="3304903"/>
          </a:xfrm>
        </p:spPr>
      </p:pic>
      <p:sp>
        <p:nvSpPr>
          <p:cNvPr id="3" name="Slide Number Placeholder 2">
            <a:extLst>
              <a:ext uri="{FF2B5EF4-FFF2-40B4-BE49-F238E27FC236}">
                <a16:creationId xmlns:a16="http://schemas.microsoft.com/office/drawing/2014/main" id="{42C019DB-AB59-45BD-9451-751312EB5D53}"/>
              </a:ext>
            </a:extLst>
          </p:cNvPr>
          <p:cNvSpPr>
            <a:spLocks noGrp="1"/>
          </p:cNvSpPr>
          <p:nvPr>
            <p:ph type="sldNum" sz="quarter" idx="4"/>
          </p:nvPr>
        </p:nvSpPr>
        <p:spPr/>
        <p:txBody>
          <a:bodyPr/>
          <a:lstStyle/>
          <a:p>
            <a:fld id="{31D26D55-0A22-487A-A687-61FB58A6F16A}" type="slidenum">
              <a:rPr lang="en-US" smtClean="0"/>
              <a:pPr/>
              <a:t>28</a:t>
            </a:fld>
            <a:endParaRPr lang="en-US" dirty="0"/>
          </a:p>
        </p:txBody>
      </p:sp>
      <p:sp>
        <p:nvSpPr>
          <p:cNvPr id="4" name="Title 3">
            <a:extLst>
              <a:ext uri="{FF2B5EF4-FFF2-40B4-BE49-F238E27FC236}">
                <a16:creationId xmlns:a16="http://schemas.microsoft.com/office/drawing/2014/main" id="{DC346E45-19F9-4EC4-900B-DBED704C92D6}"/>
              </a:ext>
            </a:extLst>
          </p:cNvPr>
          <p:cNvSpPr>
            <a:spLocks noGrp="1"/>
          </p:cNvSpPr>
          <p:nvPr>
            <p:ph type="title"/>
          </p:nvPr>
        </p:nvSpPr>
        <p:spPr/>
        <p:txBody>
          <a:bodyPr/>
          <a:lstStyle/>
          <a:p>
            <a:r>
              <a:rPr lang="en-US" dirty="0"/>
              <a:t>Monolithic Architecture</a:t>
            </a:r>
          </a:p>
        </p:txBody>
      </p:sp>
      <p:sp>
        <p:nvSpPr>
          <p:cNvPr id="7" name="Content Placeholder 1">
            <a:extLst>
              <a:ext uri="{FF2B5EF4-FFF2-40B4-BE49-F238E27FC236}">
                <a16:creationId xmlns:a16="http://schemas.microsoft.com/office/drawing/2014/main" id="{50622ECB-6E54-4892-B0E5-6CF292AC5B9D}"/>
              </a:ext>
            </a:extLst>
          </p:cNvPr>
          <p:cNvSpPr txBox="1">
            <a:spLocks/>
          </p:cNvSpPr>
          <p:nvPr/>
        </p:nvSpPr>
        <p:spPr>
          <a:xfrm>
            <a:off x="8649088" y="1917577"/>
            <a:ext cx="5263996" cy="5494778"/>
          </a:xfrm>
          <a:prstGeom prst="rect">
            <a:avLst/>
          </a:prstGeom>
        </p:spPr>
        <p:txBody>
          <a:bodyPr vert="horz" lIns="91440" tIns="45720" rIns="91440" bIns="45720" rtlCol="0">
            <a:normAutofit fontScale="77500" lnSpcReduction="20000"/>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j-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j-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j-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j-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j-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nSpc>
                <a:spcPct val="170000"/>
              </a:lnSpc>
            </a:pPr>
            <a:r>
              <a:rPr lang="en-US" dirty="0"/>
              <a:t>Entire application is built as a single, unified unit.</a:t>
            </a:r>
          </a:p>
          <a:p>
            <a:pPr>
              <a:lnSpc>
                <a:spcPct val="170000"/>
              </a:lnSpc>
            </a:pPr>
            <a:r>
              <a:rPr lang="en-US" dirty="0"/>
              <a:t> All components of the application (e.g., user interface, business logic, and data access) are tightly coupled and operate as one executable or deployable unit.</a:t>
            </a:r>
          </a:p>
        </p:txBody>
      </p:sp>
    </p:spTree>
    <p:extLst>
      <p:ext uri="{BB962C8B-B14F-4D97-AF65-F5344CB8AC3E}">
        <p14:creationId xmlns:p14="http://schemas.microsoft.com/office/powerpoint/2010/main" val="9048563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20002C-F1C4-434F-AE7D-615E1AA5ECA2}"/>
              </a:ext>
            </a:extLst>
          </p:cNvPr>
          <p:cNvSpPr>
            <a:spLocks noGrp="1"/>
          </p:cNvSpPr>
          <p:nvPr>
            <p:ph idx="1"/>
          </p:nvPr>
        </p:nvSpPr>
        <p:spPr/>
        <p:txBody>
          <a:bodyPr>
            <a:normAutofit fontScale="92500" lnSpcReduction="10000"/>
          </a:bodyPr>
          <a:lstStyle/>
          <a:p>
            <a:r>
              <a:rPr lang="en-US" b="1" dirty="0"/>
              <a:t>Unified Codebase</a:t>
            </a:r>
            <a:r>
              <a:rPr lang="en-US" dirty="0"/>
              <a:t>: The entire application resides in a single codebase, making it easier to develop initially.</a:t>
            </a:r>
          </a:p>
          <a:p>
            <a:r>
              <a:rPr lang="en-US" b="1" dirty="0"/>
              <a:t>Tight Coupling</a:t>
            </a:r>
            <a:r>
              <a:rPr lang="en-US" dirty="0"/>
              <a:t>: All modules are tightly integrated, leading to dependencies among components.</a:t>
            </a:r>
          </a:p>
          <a:p>
            <a:r>
              <a:rPr lang="en-US" b="1" dirty="0"/>
              <a:t>Single Deployment</a:t>
            </a:r>
            <a:r>
              <a:rPr lang="en-US" dirty="0"/>
              <a:t>: The application is packaged and deployed as one entity, typically as a single file (e.g., a .jar, .war, or .exe file).</a:t>
            </a:r>
          </a:p>
          <a:p>
            <a:r>
              <a:rPr lang="en-US" b="1" dirty="0"/>
              <a:t>Shared Database</a:t>
            </a:r>
            <a:r>
              <a:rPr lang="en-US" dirty="0"/>
              <a:t>: Typically uses a centralized database shared by all modules.</a:t>
            </a:r>
          </a:p>
          <a:p>
            <a:r>
              <a:rPr lang="en-US" b="1" dirty="0"/>
              <a:t>Centralized Management</a:t>
            </a:r>
            <a:r>
              <a:rPr lang="en-US" dirty="0"/>
              <a:t>: Configuration, logging, and monitoring are managed centrally.</a:t>
            </a:r>
          </a:p>
          <a:p>
            <a:r>
              <a:rPr lang="en-US" b="1" dirty="0"/>
              <a:t>Homogeneous Technology Stack</a:t>
            </a:r>
            <a:r>
              <a:rPr lang="en-US" dirty="0"/>
              <a:t>: The entire application is built using a single technology stack or framework.</a:t>
            </a:r>
          </a:p>
        </p:txBody>
      </p:sp>
      <p:sp>
        <p:nvSpPr>
          <p:cNvPr id="3" name="Slide Number Placeholder 2">
            <a:extLst>
              <a:ext uri="{FF2B5EF4-FFF2-40B4-BE49-F238E27FC236}">
                <a16:creationId xmlns:a16="http://schemas.microsoft.com/office/drawing/2014/main" id="{DD909F86-DCE1-4EC1-846B-1D0285911113}"/>
              </a:ext>
            </a:extLst>
          </p:cNvPr>
          <p:cNvSpPr>
            <a:spLocks noGrp="1"/>
          </p:cNvSpPr>
          <p:nvPr>
            <p:ph type="sldNum" sz="quarter" idx="4"/>
          </p:nvPr>
        </p:nvSpPr>
        <p:spPr/>
        <p:txBody>
          <a:bodyPr/>
          <a:lstStyle/>
          <a:p>
            <a:fld id="{31D26D55-0A22-487A-A687-61FB58A6F16A}" type="slidenum">
              <a:rPr lang="en-US" smtClean="0"/>
              <a:pPr/>
              <a:t>29</a:t>
            </a:fld>
            <a:endParaRPr lang="en-US" dirty="0"/>
          </a:p>
        </p:txBody>
      </p:sp>
      <p:sp>
        <p:nvSpPr>
          <p:cNvPr id="4" name="Title 3">
            <a:extLst>
              <a:ext uri="{FF2B5EF4-FFF2-40B4-BE49-F238E27FC236}">
                <a16:creationId xmlns:a16="http://schemas.microsoft.com/office/drawing/2014/main" id="{1C013F5C-A293-425E-894A-878465CB411E}"/>
              </a:ext>
            </a:extLst>
          </p:cNvPr>
          <p:cNvSpPr>
            <a:spLocks noGrp="1"/>
          </p:cNvSpPr>
          <p:nvPr>
            <p:ph type="title"/>
          </p:nvPr>
        </p:nvSpPr>
        <p:spPr/>
        <p:txBody>
          <a:bodyPr/>
          <a:lstStyle/>
          <a:p>
            <a:r>
              <a:rPr lang="en-US" dirty="0"/>
              <a:t>Key Characteristics of Monolithic Architecture</a:t>
            </a:r>
          </a:p>
        </p:txBody>
      </p:sp>
    </p:spTree>
    <p:extLst>
      <p:ext uri="{BB962C8B-B14F-4D97-AF65-F5344CB8AC3E}">
        <p14:creationId xmlns:p14="http://schemas.microsoft.com/office/powerpoint/2010/main" val="36638236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61E736-846F-443D-A598-92EE60CA8E5C}"/>
              </a:ext>
            </a:extLst>
          </p:cNvPr>
          <p:cNvSpPr>
            <a:spLocks noGrp="1"/>
          </p:cNvSpPr>
          <p:nvPr>
            <p:ph sz="half" idx="1"/>
          </p:nvPr>
        </p:nvSpPr>
        <p:spPr/>
        <p:txBody>
          <a:bodyPr/>
          <a:lstStyle/>
          <a:p>
            <a:pPr>
              <a:lnSpc>
                <a:spcPct val="150000"/>
              </a:lnSpc>
            </a:pPr>
            <a:r>
              <a:rPr lang="en-US" dirty="0"/>
              <a:t>Simplified Development</a:t>
            </a:r>
          </a:p>
          <a:p>
            <a:pPr>
              <a:lnSpc>
                <a:spcPct val="150000"/>
              </a:lnSpc>
            </a:pPr>
            <a:r>
              <a:rPr lang="en-US" dirty="0"/>
              <a:t>Direct communication between components =&gt; high performance</a:t>
            </a:r>
          </a:p>
          <a:p>
            <a:pPr>
              <a:lnSpc>
                <a:spcPct val="150000"/>
              </a:lnSpc>
            </a:pPr>
            <a:r>
              <a:rPr lang="en-US" dirty="0"/>
              <a:t>Easier Debugging and Testing</a:t>
            </a:r>
          </a:p>
        </p:txBody>
      </p:sp>
      <p:sp>
        <p:nvSpPr>
          <p:cNvPr id="3" name="Content Placeholder 2">
            <a:extLst>
              <a:ext uri="{FF2B5EF4-FFF2-40B4-BE49-F238E27FC236}">
                <a16:creationId xmlns:a16="http://schemas.microsoft.com/office/drawing/2014/main" id="{0141172F-F939-4ECE-8DEE-EEFC2FADFB63}"/>
              </a:ext>
            </a:extLst>
          </p:cNvPr>
          <p:cNvSpPr>
            <a:spLocks noGrp="1"/>
          </p:cNvSpPr>
          <p:nvPr>
            <p:ph sz="half" idx="2"/>
          </p:nvPr>
        </p:nvSpPr>
        <p:spPr/>
        <p:txBody>
          <a:bodyPr>
            <a:normAutofit/>
          </a:bodyPr>
          <a:lstStyle/>
          <a:p>
            <a:pPr>
              <a:lnSpc>
                <a:spcPct val="150000"/>
              </a:lnSpc>
            </a:pPr>
            <a:r>
              <a:rPr lang="en-US" dirty="0"/>
              <a:t>Scalability &amp; Flexibility</a:t>
            </a:r>
          </a:p>
          <a:p>
            <a:pPr>
              <a:lnSpc>
                <a:spcPct val="150000"/>
              </a:lnSpc>
            </a:pPr>
            <a:r>
              <a:rPr lang="en-US" dirty="0"/>
              <a:t>Deployment Bottlenecks</a:t>
            </a:r>
          </a:p>
          <a:p>
            <a:pPr>
              <a:lnSpc>
                <a:spcPct val="150000"/>
              </a:lnSpc>
            </a:pPr>
            <a:r>
              <a:rPr lang="en-US" dirty="0"/>
              <a:t>Limited Fault Isolation</a:t>
            </a:r>
          </a:p>
          <a:p>
            <a:pPr>
              <a:lnSpc>
                <a:spcPct val="150000"/>
              </a:lnSpc>
            </a:pPr>
            <a:r>
              <a:rPr lang="en-US" dirty="0"/>
              <a:t>Not Cloud-Native Friendly</a:t>
            </a:r>
          </a:p>
        </p:txBody>
      </p:sp>
      <p:sp>
        <p:nvSpPr>
          <p:cNvPr id="4" name="Slide Number Placeholder 3">
            <a:extLst>
              <a:ext uri="{FF2B5EF4-FFF2-40B4-BE49-F238E27FC236}">
                <a16:creationId xmlns:a16="http://schemas.microsoft.com/office/drawing/2014/main" id="{16307DB4-0D5A-4309-96F8-CC578091E582}"/>
              </a:ext>
            </a:extLst>
          </p:cNvPr>
          <p:cNvSpPr>
            <a:spLocks noGrp="1"/>
          </p:cNvSpPr>
          <p:nvPr>
            <p:ph type="sldNum" sz="quarter" idx="4"/>
          </p:nvPr>
        </p:nvSpPr>
        <p:spPr/>
        <p:txBody>
          <a:bodyPr/>
          <a:lstStyle/>
          <a:p>
            <a:fld id="{31D26D55-0A22-487A-A687-61FB58A6F16A}" type="slidenum">
              <a:rPr lang="en-US" smtClean="0"/>
              <a:pPr/>
              <a:t>30</a:t>
            </a:fld>
            <a:endParaRPr lang="en-US" dirty="0"/>
          </a:p>
        </p:txBody>
      </p:sp>
      <p:sp>
        <p:nvSpPr>
          <p:cNvPr id="5" name="Title 4">
            <a:extLst>
              <a:ext uri="{FF2B5EF4-FFF2-40B4-BE49-F238E27FC236}">
                <a16:creationId xmlns:a16="http://schemas.microsoft.com/office/drawing/2014/main" id="{FBFAF314-0302-4910-903B-8CD3B809F6F3}"/>
              </a:ext>
            </a:extLst>
          </p:cNvPr>
          <p:cNvSpPr>
            <a:spLocks noGrp="1"/>
          </p:cNvSpPr>
          <p:nvPr>
            <p:ph type="title"/>
          </p:nvPr>
        </p:nvSpPr>
        <p:spPr/>
        <p:txBody>
          <a:bodyPr/>
          <a:lstStyle/>
          <a:p>
            <a:r>
              <a:rPr lang="en-US" dirty="0"/>
              <a:t>Advantages and Disadvantages</a:t>
            </a:r>
          </a:p>
        </p:txBody>
      </p:sp>
    </p:spTree>
    <p:extLst>
      <p:ext uri="{BB962C8B-B14F-4D97-AF65-F5344CB8AC3E}">
        <p14:creationId xmlns:p14="http://schemas.microsoft.com/office/powerpoint/2010/main" val="23193464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CB73C5-D1A3-43A3-BD3A-C20FB023F034}"/>
              </a:ext>
            </a:extLst>
          </p:cNvPr>
          <p:cNvSpPr>
            <a:spLocks noGrp="1"/>
          </p:cNvSpPr>
          <p:nvPr>
            <p:ph idx="1"/>
          </p:nvPr>
        </p:nvSpPr>
        <p:spPr/>
        <p:txBody>
          <a:bodyPr>
            <a:normAutofit fontScale="70000" lnSpcReduction="20000"/>
          </a:bodyPr>
          <a:lstStyle/>
          <a:p>
            <a:r>
              <a:rPr lang="en-US" b="1" dirty="0"/>
              <a:t>Layered Architecture:</a:t>
            </a:r>
          </a:p>
          <a:p>
            <a:pPr lvl="1"/>
            <a:r>
              <a:rPr lang="en-US" dirty="0"/>
              <a:t>Web applications (using frameworks like Java Spring Boot, .NET, etc.).</a:t>
            </a:r>
          </a:p>
          <a:p>
            <a:pPr lvl="1"/>
            <a:r>
              <a:rPr lang="fr-FR" dirty="0"/>
              <a:t>Large Enterprise applications (ERP, CRM).</a:t>
            </a:r>
            <a:endParaRPr lang="en-US" b="1" dirty="0"/>
          </a:p>
          <a:p>
            <a:r>
              <a:rPr lang="en-US" b="1" dirty="0"/>
              <a:t>EDA:</a:t>
            </a:r>
          </a:p>
          <a:p>
            <a:pPr lvl="1"/>
            <a:r>
              <a:rPr lang="en-US" dirty="0"/>
              <a:t>Real-time systems: IoT, financial trading platforms, live notifications.</a:t>
            </a:r>
          </a:p>
          <a:p>
            <a:pPr lvl="1"/>
            <a:r>
              <a:rPr lang="en-US" dirty="0"/>
              <a:t>Microservices Integration: Decoupling microservices in large distributed applications.</a:t>
            </a:r>
          </a:p>
          <a:p>
            <a:pPr lvl="1"/>
            <a:r>
              <a:rPr lang="en-US" dirty="0"/>
              <a:t>Event Sourcing: Systems where the full history of changes (event log) is required.</a:t>
            </a:r>
          </a:p>
          <a:p>
            <a:pPr lvl="1"/>
            <a:r>
              <a:rPr lang="en-US" dirty="0"/>
              <a:t>Data Pipelines: Streaming platforms that process large amounts of data in near real-time.</a:t>
            </a:r>
          </a:p>
          <a:p>
            <a:r>
              <a:rPr lang="en-US" b="1" dirty="0"/>
              <a:t>Microservices Architecture:</a:t>
            </a:r>
          </a:p>
          <a:p>
            <a:pPr lvl="1"/>
            <a:r>
              <a:rPr lang="en-US" dirty="0"/>
              <a:t>Large-Scale Applications: E-commerce platforms, online marketplaces, and social media applications.</a:t>
            </a:r>
          </a:p>
          <a:p>
            <a:pPr lvl="1"/>
            <a:r>
              <a:rPr lang="en-US" dirty="0"/>
              <a:t>Real-Time Applications: Streaming services, gaming platforms.</a:t>
            </a:r>
          </a:p>
          <a:p>
            <a:pPr lvl="1"/>
            <a:r>
              <a:rPr lang="en-US" dirty="0"/>
              <a:t>Systems Requiring Scalability: Applications with fluctuating workloads (e.g., during sales events).</a:t>
            </a:r>
          </a:p>
          <a:p>
            <a:pPr lvl="1"/>
            <a:r>
              <a:rPr lang="en-US" dirty="0"/>
              <a:t>Complex Systems: Applications with diverse business functionalities that need to evolve independently.</a:t>
            </a:r>
          </a:p>
          <a:p>
            <a:r>
              <a:rPr lang="en-US" b="1" dirty="0"/>
              <a:t>Monolithic Architecture</a:t>
            </a:r>
          </a:p>
          <a:p>
            <a:pPr lvl="1"/>
            <a:r>
              <a:rPr lang="en-US" dirty="0"/>
              <a:t>Small to Medium Applications</a:t>
            </a:r>
          </a:p>
          <a:p>
            <a:pPr lvl="1"/>
            <a:r>
              <a:rPr lang="en-US" dirty="0"/>
              <a:t>Startups or MVPs:</a:t>
            </a:r>
          </a:p>
          <a:p>
            <a:pPr lvl="1"/>
            <a:r>
              <a:rPr lang="en-US" dirty="0"/>
              <a:t>Applications with Low Scalability Requirements:</a:t>
            </a:r>
          </a:p>
          <a:p>
            <a:endParaRPr lang="en-US" dirty="0"/>
          </a:p>
        </p:txBody>
      </p:sp>
      <p:sp>
        <p:nvSpPr>
          <p:cNvPr id="3" name="Slide Number Placeholder 2">
            <a:extLst>
              <a:ext uri="{FF2B5EF4-FFF2-40B4-BE49-F238E27FC236}">
                <a16:creationId xmlns:a16="http://schemas.microsoft.com/office/drawing/2014/main" id="{33D5BCE1-742B-49EB-AB76-E6D1A8BD0F76}"/>
              </a:ext>
            </a:extLst>
          </p:cNvPr>
          <p:cNvSpPr>
            <a:spLocks noGrp="1"/>
          </p:cNvSpPr>
          <p:nvPr>
            <p:ph type="sldNum" sz="quarter" idx="4"/>
          </p:nvPr>
        </p:nvSpPr>
        <p:spPr/>
        <p:txBody>
          <a:bodyPr/>
          <a:lstStyle/>
          <a:p>
            <a:fld id="{31D26D55-0A22-487A-A687-61FB58A6F16A}" type="slidenum">
              <a:rPr lang="en-US" smtClean="0"/>
              <a:pPr/>
              <a:t>31</a:t>
            </a:fld>
            <a:endParaRPr lang="en-US" dirty="0"/>
          </a:p>
        </p:txBody>
      </p:sp>
      <p:sp>
        <p:nvSpPr>
          <p:cNvPr id="4" name="Title 3">
            <a:extLst>
              <a:ext uri="{FF2B5EF4-FFF2-40B4-BE49-F238E27FC236}">
                <a16:creationId xmlns:a16="http://schemas.microsoft.com/office/drawing/2014/main" id="{FD47DED6-268E-4617-95DA-4AF8FE6BCB41}"/>
              </a:ext>
            </a:extLst>
          </p:cNvPr>
          <p:cNvSpPr>
            <a:spLocks noGrp="1"/>
          </p:cNvSpPr>
          <p:nvPr>
            <p:ph type="title"/>
          </p:nvPr>
        </p:nvSpPr>
        <p:spPr/>
        <p:txBody>
          <a:bodyPr/>
          <a:lstStyle/>
          <a:p>
            <a:r>
              <a:rPr lang="en-US" dirty="0"/>
              <a:t>Choosing Architecture</a:t>
            </a:r>
          </a:p>
        </p:txBody>
      </p:sp>
    </p:spTree>
    <p:extLst>
      <p:ext uri="{BB962C8B-B14F-4D97-AF65-F5344CB8AC3E}">
        <p14:creationId xmlns:p14="http://schemas.microsoft.com/office/powerpoint/2010/main" val="6124822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521CC8-6AFB-40F2-BA4D-E59E797F1A05}"/>
              </a:ext>
            </a:extLst>
          </p:cNvPr>
          <p:cNvSpPr>
            <a:spLocks noGrp="1"/>
          </p:cNvSpPr>
          <p:nvPr>
            <p:ph type="body" sz="quarter" idx="10"/>
          </p:nvPr>
        </p:nvSpPr>
        <p:spPr/>
        <p:txBody>
          <a:bodyPr/>
          <a:lstStyle/>
          <a:p>
            <a:endParaRPr lang="en-US"/>
          </a:p>
        </p:txBody>
      </p:sp>
      <p:sp>
        <p:nvSpPr>
          <p:cNvPr id="3" name="Slide Number Placeholder 2">
            <a:extLst>
              <a:ext uri="{FF2B5EF4-FFF2-40B4-BE49-F238E27FC236}">
                <a16:creationId xmlns:a16="http://schemas.microsoft.com/office/drawing/2014/main" id="{ED53F442-82F2-4F8B-AAE4-41782D9CF6B7}"/>
              </a:ext>
            </a:extLst>
          </p:cNvPr>
          <p:cNvSpPr>
            <a:spLocks noGrp="1"/>
          </p:cNvSpPr>
          <p:nvPr>
            <p:ph type="sldNum" sz="quarter" idx="4"/>
          </p:nvPr>
        </p:nvSpPr>
        <p:spPr/>
        <p:txBody>
          <a:bodyPr/>
          <a:lstStyle/>
          <a:p>
            <a:fld id="{31D26D55-0A22-487A-A687-61FB58A6F16A}" type="slidenum">
              <a:rPr lang="en-US" smtClean="0"/>
              <a:pPr/>
              <a:t>32</a:t>
            </a:fld>
            <a:endParaRPr lang="en-US" dirty="0"/>
          </a:p>
        </p:txBody>
      </p:sp>
    </p:spTree>
    <p:extLst>
      <p:ext uri="{BB962C8B-B14F-4D97-AF65-F5344CB8AC3E}">
        <p14:creationId xmlns:p14="http://schemas.microsoft.com/office/powerpoint/2010/main" val="1711510086"/>
      </p:ext>
    </p:extLst>
  </p:cSld>
  <p:clrMapOvr>
    <a:masterClrMapping/>
  </p:clrMapOvr>
</p:sld>
</file>

<file path=ppt/theme/theme1.xml><?xml version="1.0" encoding="utf-8"?>
<a:theme xmlns:a="http://schemas.openxmlformats.org/drawingml/2006/main" name="Open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A1FCA969-387E-4DB4-9551-88DE0367AE2C}"/>
    </a:ext>
  </a:extLst>
</a:theme>
</file>

<file path=ppt/theme/theme2.xml><?xml version="1.0" encoding="utf-8"?>
<a:theme xmlns:a="http://schemas.openxmlformats.org/drawingml/2006/main" name="Body slide">
  <a:themeElements>
    <a:clrScheme name="pptx template 1">
      <a:dk1>
        <a:srgbClr val="0070C0"/>
      </a:dk1>
      <a:lt1>
        <a:sysClr val="window" lastClr="FFFFFF"/>
      </a:lt1>
      <a:dk2>
        <a:srgbClr val="0070C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40093B85-BF9A-493F-85B6-14614628567D}"/>
    </a:ext>
  </a:extLst>
</a:theme>
</file>

<file path=ppt/theme/theme3.xml><?xml version="1.0" encoding="utf-8"?>
<a:theme xmlns:a="http://schemas.openxmlformats.org/drawingml/2006/main" name="End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271355E2-C430-4D72-871F-A29EDD8FE0B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307973FBAC0FD44AFF67A0CF8CAB7ED" ma:contentTypeVersion="15" ma:contentTypeDescription="Create a new document." ma:contentTypeScope="" ma:versionID="74905d119c205581eaedd23186ce405f">
  <xsd:schema xmlns:xsd="http://www.w3.org/2001/XMLSchema" xmlns:xs="http://www.w3.org/2001/XMLSchema" xmlns:p="http://schemas.microsoft.com/office/2006/metadata/properties" xmlns:ns2="6e9c558a-331c-4b2a-9422-cc1872e64aa6" xmlns:ns3="0daeb402-9d2e-4002-a65f-37a660ceb8fd" targetNamespace="http://schemas.microsoft.com/office/2006/metadata/properties" ma:root="true" ma:fieldsID="708587739f1abd74a42e448662f10547" ns2:_="" ns3:_="">
    <xsd:import namespace="6e9c558a-331c-4b2a-9422-cc1872e64aa6"/>
    <xsd:import namespace="0daeb402-9d2e-4002-a65f-37a660ceb8f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9c558a-331c-4b2a-9422-cc1872e64a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aa48d64-e0f2-481a-8596-878e2f0ebd5d"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aeb402-9d2e-4002-a65f-37a660ceb8f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dc41332e-9ceb-47bb-9b4b-dcfc7eb8757e}" ma:internalName="TaxCatchAll" ma:showField="CatchAllData" ma:web="0daeb402-9d2e-4002-a65f-37a660ceb8f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e9c558a-331c-4b2a-9422-cc1872e64aa6">
      <Terms xmlns="http://schemas.microsoft.com/office/infopath/2007/PartnerControls"/>
    </lcf76f155ced4ddcb4097134ff3c332f>
    <TaxCatchAll xmlns="0daeb402-9d2e-4002-a65f-37a660ceb8fd" xsi:nil="true"/>
  </documentManagement>
</p:properties>
</file>

<file path=customXml/itemProps1.xml><?xml version="1.0" encoding="utf-8"?>
<ds:datastoreItem xmlns:ds="http://schemas.openxmlformats.org/officeDocument/2006/customXml" ds:itemID="{069CB3DA-56A6-4A00-AFAF-0E35BA48D483}">
  <ds:schemaRefs>
    <ds:schemaRef ds:uri="http://schemas.microsoft.com/sharepoint/v3/contenttype/forms"/>
  </ds:schemaRefs>
</ds:datastoreItem>
</file>

<file path=customXml/itemProps2.xml><?xml version="1.0" encoding="utf-8"?>
<ds:datastoreItem xmlns:ds="http://schemas.openxmlformats.org/officeDocument/2006/customXml" ds:itemID="{F2CFA61E-0D6B-47C1-BE85-63CF37DF18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9c558a-331c-4b2a-9422-cc1872e64aa6"/>
    <ds:schemaRef ds:uri="0daeb402-9d2e-4002-a65f-37a660ceb8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C30ACF-3EB6-49B0-A5EC-73C01D202739}">
  <ds:schemaRefs>
    <ds:schemaRef ds:uri="http://purl.org/dc/terms/"/>
    <ds:schemaRef ds:uri="http://schemas.microsoft.com/office/2006/metadata/properties"/>
    <ds:schemaRef ds:uri="http://purl.org/dc/dcmitype/"/>
    <ds:schemaRef ds:uri="http://schemas.microsoft.com/office/2006/documentManagement/types"/>
    <ds:schemaRef ds:uri="http://purl.org/dc/elements/1.1/"/>
    <ds:schemaRef ds:uri="6e9c558a-331c-4b2a-9422-cc1872e64aa6"/>
    <ds:schemaRef ds:uri="0daeb402-9d2e-4002-a65f-37a660ceb8fd"/>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cmc-uni-slide-template</Template>
  <TotalTime>7142</TotalTime>
  <Words>4249</Words>
  <Application>Microsoft Office PowerPoint</Application>
  <PresentationFormat>Custom</PresentationFormat>
  <Paragraphs>352</Paragraphs>
  <Slides>32</Slides>
  <Notes>21</Notes>
  <HiddenSlides>0</HiddenSlides>
  <MMClips>0</MMClips>
  <ScaleCrop>false</ScaleCrop>
  <HeadingPairs>
    <vt:vector size="6" baseType="variant">
      <vt:variant>
        <vt:lpstr>Fonts Used</vt:lpstr>
      </vt:variant>
      <vt:variant>
        <vt:i4>2</vt:i4>
      </vt:variant>
      <vt:variant>
        <vt:lpstr>Theme</vt:lpstr>
      </vt:variant>
      <vt:variant>
        <vt:i4>3</vt:i4>
      </vt:variant>
      <vt:variant>
        <vt:lpstr>Slide Titles</vt:lpstr>
      </vt:variant>
      <vt:variant>
        <vt:i4>32</vt:i4>
      </vt:variant>
    </vt:vector>
  </HeadingPairs>
  <TitlesOfParts>
    <vt:vector size="37" baseType="lpstr">
      <vt:lpstr>Arial</vt:lpstr>
      <vt:lpstr>Times New Roman</vt:lpstr>
      <vt:lpstr>Opening slide</vt:lpstr>
      <vt:lpstr>Body slide</vt:lpstr>
      <vt:lpstr>Ending slide</vt:lpstr>
      <vt:lpstr>PowerPoint Presentation</vt:lpstr>
      <vt:lpstr>Contents</vt:lpstr>
      <vt:lpstr>Understand the SRS</vt:lpstr>
      <vt:lpstr>Functional vs Non-Functional Requirements</vt:lpstr>
      <vt:lpstr>User Stories</vt:lpstr>
      <vt:lpstr>User Story Prioritization</vt:lpstr>
      <vt:lpstr>Use Case</vt:lpstr>
      <vt:lpstr>Actor</vt:lpstr>
      <vt:lpstr>Actor Samples</vt:lpstr>
      <vt:lpstr>Identifying actors</vt:lpstr>
      <vt:lpstr>Identifying Goals and Steps</vt:lpstr>
      <vt:lpstr>Use Case Conditions</vt:lpstr>
      <vt:lpstr>Documenting Use Cases</vt:lpstr>
      <vt:lpstr>Architectural Decisions</vt:lpstr>
      <vt:lpstr>Layered Architecture</vt:lpstr>
      <vt:lpstr>Presentation Layer</vt:lpstr>
      <vt:lpstr>Application Layer</vt:lpstr>
      <vt:lpstr>Domain Layer (or Business Logic Layer)</vt:lpstr>
      <vt:lpstr>Data Layer</vt:lpstr>
      <vt:lpstr>Advantages and Disadvantages</vt:lpstr>
      <vt:lpstr>Event-Driven Architecture (EDA)</vt:lpstr>
      <vt:lpstr>Event Producers &amp; Consumers</vt:lpstr>
      <vt:lpstr>Event Broker</vt:lpstr>
      <vt:lpstr>Advantages and Disadvantages</vt:lpstr>
      <vt:lpstr>Microservices Architecture</vt:lpstr>
      <vt:lpstr>Key Characteristics of Microservices Architecture</vt:lpstr>
      <vt:lpstr>Advantages and Disadvantages</vt:lpstr>
      <vt:lpstr>Monolithic Architecture</vt:lpstr>
      <vt:lpstr>Key Characteristics of Monolithic Architecture</vt:lpstr>
      <vt:lpstr>Advantages and Disadvantages</vt:lpstr>
      <vt:lpstr>Choosing Architecture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Hung. Nguyen Viet - CMCU</cp:lastModifiedBy>
  <cp:revision>31</cp:revision>
  <dcterms:created xsi:type="dcterms:W3CDTF">2024-12-09T10:47:32Z</dcterms:created>
  <dcterms:modified xsi:type="dcterms:W3CDTF">2025-06-05T02:21:30Z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0x010100B307973FBAC0FD44AFF67A0CF8CAB7ED</vt:lpwstr>
  </property>
</Properties>
</file>