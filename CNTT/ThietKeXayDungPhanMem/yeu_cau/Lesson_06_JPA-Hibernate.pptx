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34"/>
  </p:notesMasterIdLst>
  <p:sldIdLst>
    <p:sldId id="267" r:id="rId7"/>
    <p:sldId id="271" r:id="rId8"/>
    <p:sldId id="272" r:id="rId9"/>
    <p:sldId id="273" r:id="rId10"/>
    <p:sldId id="274" r:id="rId11"/>
    <p:sldId id="270" r:id="rId12"/>
    <p:sldId id="275" r:id="rId13"/>
    <p:sldId id="277" r:id="rId14"/>
    <p:sldId id="279" r:id="rId15"/>
    <p:sldId id="280" r:id="rId16"/>
    <p:sldId id="278" r:id="rId17"/>
    <p:sldId id="281" r:id="rId18"/>
    <p:sldId id="282" r:id="rId19"/>
    <p:sldId id="283" r:id="rId20"/>
    <p:sldId id="276" r:id="rId21"/>
    <p:sldId id="284" r:id="rId22"/>
    <p:sldId id="286" r:id="rId23"/>
    <p:sldId id="287" r:id="rId24"/>
    <p:sldId id="290" r:id="rId25"/>
    <p:sldId id="293" r:id="rId26"/>
    <p:sldId id="291" r:id="rId27"/>
    <p:sldId id="294" r:id="rId28"/>
    <p:sldId id="289" r:id="rId29"/>
    <p:sldId id="292" r:id="rId30"/>
    <p:sldId id="295" r:id="rId31"/>
    <p:sldId id="296" r:id="rId32"/>
    <p:sldId id="269" r:id="rId33"/>
  </p:sldIdLst>
  <p:sldSz cx="14630400" cy="8229600"/>
  <p:notesSz cx="8229600" cy="14630400"/>
  <p:embeddedFontLst>
    <p:embeddedFont>
      <p:font typeface="Consolas" panose="020B0609020204030204" pitchFamily="49"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7B1A43-F16A-4175-A28C-6EA17110B356}">
          <p14:sldIdLst>
            <p14:sldId id="267"/>
          </p14:sldIdLst>
        </p14:section>
        <p14:section name="intro" id="{22A98A5A-2DB2-44D3-BB00-38BB0765FFE6}">
          <p14:sldIdLst>
            <p14:sldId id="271"/>
            <p14:sldId id="272"/>
            <p14:sldId id="273"/>
            <p14:sldId id="274"/>
            <p14:sldId id="270"/>
            <p14:sldId id="275"/>
            <p14:sldId id="277"/>
            <p14:sldId id="279"/>
            <p14:sldId id="280"/>
          </p14:sldIdLst>
        </p14:section>
        <p14:section name="conect DB" id="{6252B358-D88C-400D-85D7-09BE4B9E0CD7}">
          <p14:sldIdLst>
            <p14:sldId id="278"/>
            <p14:sldId id="281"/>
            <p14:sldId id="282"/>
            <p14:sldId id="283"/>
          </p14:sldIdLst>
        </p14:section>
        <p14:section name="mapping" id="{26B40F75-5483-4A26-B643-E921D33E5AAF}">
          <p14:sldIdLst>
            <p14:sldId id="276"/>
            <p14:sldId id="284"/>
            <p14:sldId id="286"/>
            <p14:sldId id="287"/>
            <p14:sldId id="290"/>
            <p14:sldId id="293"/>
            <p14:sldId id="291"/>
            <p14:sldId id="294"/>
            <p14:sldId id="289"/>
            <p14:sldId id="292"/>
            <p14:sldId id="295"/>
            <p14:sldId id="296"/>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1" autoAdjust="0"/>
    <p:restoredTop sz="77699" autoAdjust="0"/>
  </p:normalViewPr>
  <p:slideViewPr>
    <p:cSldViewPr snapToGrid="0" snapToObjects="1">
      <p:cViewPr>
        <p:scale>
          <a:sx n="48" d="100"/>
          <a:sy n="48" d="100"/>
        </p:scale>
        <p:origin x="3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2.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1.fntdata"/><Relationship Id="rId43"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userId="8b74393f-d80c-47bd-a370-5373c0174c23" providerId="ADAL" clId="{7129ACEF-98C3-471F-8616-A9AA9239E1FF}"/>
    <pc:docChg chg="undo custSel addSld delSld modSld sldOrd addMainMaster delMainMaster modMainMaster">
      <pc:chgData name="Viet." userId="8b74393f-d80c-47bd-a370-5373c0174c23" providerId="ADAL" clId="{7129ACEF-98C3-471F-8616-A9AA9239E1FF}" dt="2024-12-10T09:05:03.966" v="1958" actId="1076"/>
      <pc:docMkLst>
        <pc:docMk/>
      </pc:docMkLst>
      <pc:sldChg chg="delSp add del mod">
        <pc:chgData name="Viet." userId="8b74393f-d80c-47bd-a370-5373c0174c23" providerId="ADAL" clId="{7129ACEF-98C3-471F-8616-A9AA9239E1FF}" dt="2024-12-09T11:00:07.392" v="72" actId="47"/>
        <pc:sldMkLst>
          <pc:docMk/>
          <pc:sldMk cId="0" sldId="256"/>
        </pc:sldMkLst>
      </pc:sldChg>
      <pc:sldChg chg="del">
        <pc:chgData name="Viet." userId="8b74393f-d80c-47bd-a370-5373c0174c23" providerId="ADAL" clId="{7129ACEF-98C3-471F-8616-A9AA9239E1FF}" dt="2024-12-10T06:52:50.497" v="357" actId="47"/>
        <pc:sldMkLst>
          <pc:docMk/>
          <pc:sldMk cId="0" sldId="257"/>
        </pc:sldMkLst>
      </pc:sldChg>
      <pc:sldChg chg="modSp del mod">
        <pc:chgData name="Viet." userId="8b74393f-d80c-47bd-a370-5373c0174c23" providerId="ADAL" clId="{7129ACEF-98C3-471F-8616-A9AA9239E1FF}" dt="2024-12-10T06:59:51.758" v="411" actId="47"/>
        <pc:sldMkLst>
          <pc:docMk/>
          <pc:sldMk cId="0" sldId="258"/>
        </pc:sldMkLst>
      </pc:sldChg>
      <pc:sldChg chg="del">
        <pc:chgData name="Viet." userId="8b74393f-d80c-47bd-a370-5373c0174c23" providerId="ADAL" clId="{7129ACEF-98C3-471F-8616-A9AA9239E1FF}" dt="2024-12-10T07:11:18.277" v="585" actId="47"/>
        <pc:sldMkLst>
          <pc:docMk/>
          <pc:sldMk cId="0" sldId="259"/>
        </pc:sldMkLst>
      </pc:sldChg>
      <pc:sldChg chg="add del">
        <pc:chgData name="Viet." userId="8b74393f-d80c-47bd-a370-5373c0174c23" providerId="ADAL" clId="{7129ACEF-98C3-471F-8616-A9AA9239E1FF}" dt="2024-12-10T07:57:15.414" v="1142" actId="47"/>
        <pc:sldMkLst>
          <pc:docMk/>
          <pc:sldMk cId="0" sldId="260"/>
        </pc:sldMkLst>
      </pc:sldChg>
      <pc:sldChg chg="del">
        <pc:chgData name="Viet." userId="8b74393f-d80c-47bd-a370-5373c0174c23" providerId="ADAL" clId="{7129ACEF-98C3-471F-8616-A9AA9239E1FF}" dt="2024-12-10T08:38:39.018" v="1513" actId="47"/>
        <pc:sldMkLst>
          <pc:docMk/>
          <pc:sldMk cId="0" sldId="261"/>
        </pc:sldMkLst>
      </pc:sldChg>
      <pc:sldChg chg="del">
        <pc:chgData name="Viet." userId="8b74393f-d80c-47bd-a370-5373c0174c23" providerId="ADAL" clId="{7129ACEF-98C3-471F-8616-A9AA9239E1FF}" dt="2024-12-10T08:51:36.583" v="1647" actId="47"/>
        <pc:sldMkLst>
          <pc:docMk/>
          <pc:sldMk cId="0" sldId="262"/>
        </pc:sldMkLst>
      </pc:sldChg>
      <pc:sldChg chg="del">
        <pc:chgData name="Viet." userId="8b74393f-d80c-47bd-a370-5373c0174c23" providerId="ADAL" clId="{7129ACEF-98C3-471F-8616-A9AA9239E1FF}" dt="2024-12-10T09:04:52.598" v="1954" actId="47"/>
        <pc:sldMkLst>
          <pc:docMk/>
          <pc:sldMk cId="0" sldId="263"/>
        </pc:sldMkLst>
      </pc:sldChg>
      <pc:sldChg chg="del">
        <pc:chgData name="Viet." userId="8b74393f-d80c-47bd-a370-5373c0174c23" providerId="ADAL" clId="{7129ACEF-98C3-471F-8616-A9AA9239E1FF}" dt="2024-12-10T08:56:05.701" v="1661" actId="47"/>
        <pc:sldMkLst>
          <pc:docMk/>
          <pc:sldMk cId="0" sldId="264"/>
        </pc:sldMkLst>
      </pc:sldChg>
      <pc:sldChg chg="del">
        <pc:chgData name="Viet." userId="8b74393f-d80c-47bd-a370-5373c0174c23" providerId="ADAL" clId="{7129ACEF-98C3-471F-8616-A9AA9239E1FF}" dt="2024-12-10T08:56:05.701" v="1661" actId="47"/>
        <pc:sldMkLst>
          <pc:docMk/>
          <pc:sldMk cId="0" sldId="265"/>
        </pc:sldMkLst>
      </pc:sldChg>
      <pc:sldChg chg="new del">
        <pc:chgData name="Viet." userId="8b74393f-d80c-47bd-a370-5373c0174c23" providerId="ADAL" clId="{7129ACEF-98C3-471F-8616-A9AA9239E1FF}" dt="2024-12-09T11:00:10.724" v="73" actId="47"/>
        <pc:sldMkLst>
          <pc:docMk/>
          <pc:sldMk cId="3499633506" sldId="266"/>
        </pc:sldMkLst>
      </pc:sldChg>
      <pc:sldChg chg="modSp new mod">
        <pc:chgData name="Viet." userId="8b74393f-d80c-47bd-a370-5373c0174c23" providerId="ADAL" clId="{7129ACEF-98C3-471F-8616-A9AA9239E1FF}" dt="2024-12-09T11:00:04.448" v="71" actId="20577"/>
        <pc:sldMkLst>
          <pc:docMk/>
          <pc:sldMk cId="1253848682" sldId="267"/>
        </pc:sldMkLst>
        <pc:spChg chg="mod">
          <ac:chgData name="Viet." userId="8b74393f-d80c-47bd-a370-5373c0174c23" providerId="ADAL" clId="{7129ACEF-98C3-471F-8616-A9AA9239E1FF}" dt="2024-12-09T11:00:04.448" v="71" actId="20577"/>
          <ac:spMkLst>
            <pc:docMk/>
            <pc:sldMk cId="1253848682" sldId="267"/>
            <ac:spMk id="2" creationId="{78EACC5C-4747-42C2-9BF5-D1B4A984743F}"/>
          </ac:spMkLst>
        </pc:spChg>
      </pc:sldChg>
      <pc:sldChg chg="new del">
        <pc:chgData name="Viet." userId="8b74393f-d80c-47bd-a370-5373c0174c23" providerId="ADAL" clId="{7129ACEF-98C3-471F-8616-A9AA9239E1FF}" dt="2024-12-09T11:02:35.678" v="79" actId="47"/>
        <pc:sldMkLst>
          <pc:docMk/>
          <pc:sldMk cId="1869708415" sldId="268"/>
        </pc:sldMkLst>
      </pc:sldChg>
      <pc:sldChg chg="new ord">
        <pc:chgData name="Viet." userId="8b74393f-d80c-47bd-a370-5373c0174c23" providerId="ADAL" clId="{7129ACEF-98C3-471F-8616-A9AA9239E1FF}" dt="2024-12-09T11:02:01.158" v="77"/>
        <pc:sldMkLst>
          <pc:docMk/>
          <pc:sldMk cId="1711510086" sldId="269"/>
        </pc:sldMkLst>
      </pc:sldChg>
      <pc:sldChg chg="modSp new del mod">
        <pc:chgData name="Viet." userId="8b74393f-d80c-47bd-a370-5373c0174c23" providerId="ADAL" clId="{7129ACEF-98C3-471F-8616-A9AA9239E1FF}" dt="2024-12-10T06:52:49.585" v="356" actId="47"/>
        <pc:sldMkLst>
          <pc:docMk/>
          <pc:sldMk cId="1908451913" sldId="270"/>
        </pc:sldMkLst>
      </pc:sldChg>
      <pc:sldChg chg="addSp delSp modSp new mod modNotesTx">
        <pc:chgData name="Viet." userId="8b74393f-d80c-47bd-a370-5373c0174c23" providerId="ADAL" clId="{7129ACEF-98C3-471F-8616-A9AA9239E1FF}" dt="2024-12-10T08:46:04.652" v="1596" actId="2711"/>
        <pc:sldMkLst>
          <pc:docMk/>
          <pc:sldMk cId="376706786" sldId="271"/>
        </pc:sldMkLst>
      </pc:sldChg>
      <pc:sldChg chg="addSp delSp modSp new mod ord modNotesTx">
        <pc:chgData name="Viet." userId="8b74393f-d80c-47bd-a370-5373c0174c23" providerId="ADAL" clId="{7129ACEF-98C3-471F-8616-A9AA9239E1FF}" dt="2024-12-10T07:28:51.707" v="625" actId="1076"/>
        <pc:sldMkLst>
          <pc:docMk/>
          <pc:sldMk cId="2094170688" sldId="272"/>
        </pc:sldMkLst>
      </pc:sldChg>
      <pc:sldChg chg="new del">
        <pc:chgData name="Viet." userId="8b74393f-d80c-47bd-a370-5373c0174c23" providerId="ADAL" clId="{7129ACEF-98C3-471F-8616-A9AA9239E1FF}" dt="2024-12-09T11:10:13.355" v="311" actId="47"/>
        <pc:sldMkLst>
          <pc:docMk/>
          <pc:sldMk cId="2805904570" sldId="272"/>
        </pc:sldMkLst>
      </pc:sldChg>
      <pc:sldChg chg="addSp delSp modSp new mod ord modNotesTx">
        <pc:chgData name="Viet." userId="8b74393f-d80c-47bd-a370-5373c0174c23" providerId="ADAL" clId="{7129ACEF-98C3-471F-8616-A9AA9239E1FF}" dt="2024-12-10T08:48:29.266" v="1615" actId="14100"/>
        <pc:sldMkLst>
          <pc:docMk/>
          <pc:sldMk cId="1315415549" sldId="273"/>
        </pc:sldMkLst>
      </pc:sldChg>
      <pc:sldChg chg="modSp new del mod modNotesTx">
        <pc:chgData name="Viet." userId="8b74393f-d80c-47bd-a370-5373c0174c23" providerId="ADAL" clId="{7129ACEF-98C3-471F-8616-A9AA9239E1FF}" dt="2024-12-10T07:31:48.277" v="646" actId="47"/>
        <pc:sldMkLst>
          <pc:docMk/>
          <pc:sldMk cId="3728142168" sldId="274"/>
        </pc:sldMkLst>
      </pc:sldChg>
      <pc:sldChg chg="addSp delSp modSp new del">
        <pc:chgData name="Viet." userId="8b74393f-d80c-47bd-a370-5373c0174c23" providerId="ADAL" clId="{7129ACEF-98C3-471F-8616-A9AA9239E1FF}" dt="2024-12-10T07:28:45.143" v="623" actId="680"/>
        <pc:sldMkLst>
          <pc:docMk/>
          <pc:sldMk cId="116348834" sldId="275"/>
        </pc:sldMkLst>
      </pc:sldChg>
      <pc:sldChg chg="addSp delSp modSp new mod modNotesTx">
        <pc:chgData name="Viet." userId="8b74393f-d80c-47bd-a370-5373c0174c23" providerId="ADAL" clId="{7129ACEF-98C3-471F-8616-A9AA9239E1FF}" dt="2024-12-10T07:33:27.816" v="680" actId="113"/>
        <pc:sldMkLst>
          <pc:docMk/>
          <pc:sldMk cId="3890155460" sldId="275"/>
        </pc:sldMkLst>
      </pc:sldChg>
      <pc:sldChg chg="addSp delSp modSp add del mod modNotesTx">
        <pc:chgData name="Viet." userId="8b74393f-d80c-47bd-a370-5373c0174c23" providerId="ADAL" clId="{7129ACEF-98C3-471F-8616-A9AA9239E1FF}" dt="2024-12-10T07:58:45.150" v="1154" actId="47"/>
        <pc:sldMkLst>
          <pc:docMk/>
          <pc:sldMk cId="254460079" sldId="276"/>
        </pc:sldMkLst>
      </pc:sldChg>
      <pc:sldChg chg="modSp new del mod">
        <pc:chgData name="Viet." userId="8b74393f-d80c-47bd-a370-5373c0174c23" providerId="ADAL" clId="{7129ACEF-98C3-471F-8616-A9AA9239E1FF}" dt="2024-12-10T07:51:11.655" v="755" actId="680"/>
        <pc:sldMkLst>
          <pc:docMk/>
          <pc:sldMk cId="435752016" sldId="277"/>
        </pc:sldMkLst>
      </pc:sldChg>
      <pc:sldChg chg="addSp delSp modSp new mod modNotesTx">
        <pc:chgData name="Viet." userId="8b74393f-d80c-47bd-a370-5373c0174c23" providerId="ADAL" clId="{7129ACEF-98C3-471F-8616-A9AA9239E1FF}" dt="2024-12-10T08:49:14.174" v="1622" actId="2711"/>
        <pc:sldMkLst>
          <pc:docMk/>
          <pc:sldMk cId="3765456993" sldId="277"/>
        </pc:sldMkLst>
      </pc:sldChg>
      <pc:sldChg chg="addSp delSp modSp new mod modNotesTx">
        <pc:chgData name="Viet." userId="8b74393f-d80c-47bd-a370-5373c0174c23" providerId="ADAL" clId="{7129ACEF-98C3-471F-8616-A9AA9239E1FF}" dt="2024-12-10T08:50:01.530" v="1626" actId="108"/>
        <pc:sldMkLst>
          <pc:docMk/>
          <pc:sldMk cId="1487775499" sldId="278"/>
        </pc:sldMkLst>
      </pc:sldChg>
      <pc:sldChg chg="new del">
        <pc:chgData name="Viet." userId="8b74393f-d80c-47bd-a370-5373c0174c23" providerId="ADAL" clId="{7129ACEF-98C3-471F-8616-A9AA9239E1FF}" dt="2024-12-10T07:51:09.724" v="752" actId="680"/>
        <pc:sldMkLst>
          <pc:docMk/>
          <pc:sldMk cId="2875191694" sldId="278"/>
        </pc:sldMkLst>
      </pc:sldChg>
      <pc:sldChg chg="addSp delSp modSp new mod modNotesTx">
        <pc:chgData name="Viet." userId="8b74393f-d80c-47bd-a370-5373c0174c23" providerId="ADAL" clId="{7129ACEF-98C3-471F-8616-A9AA9239E1FF}" dt="2024-12-10T08:51:21.429" v="1646" actId="255"/>
        <pc:sldMkLst>
          <pc:docMk/>
          <pc:sldMk cId="585384535" sldId="279"/>
        </pc:sldMkLst>
      </pc:sldChg>
      <pc:sldChg chg="addSp delSp modSp new del mod modNotesTx">
        <pc:chgData name="Viet." userId="8b74393f-d80c-47bd-a370-5373c0174c23" providerId="ADAL" clId="{7129ACEF-98C3-471F-8616-A9AA9239E1FF}" dt="2024-12-10T08:22:02.048" v="1322" actId="47"/>
        <pc:sldMkLst>
          <pc:docMk/>
          <pc:sldMk cId="2718066502" sldId="279"/>
        </pc:sldMkLst>
      </pc:sldChg>
      <pc:sldChg chg="add del">
        <pc:chgData name="Viet." userId="8b74393f-d80c-47bd-a370-5373c0174c23" providerId="ADAL" clId="{7129ACEF-98C3-471F-8616-A9AA9239E1FF}" dt="2024-12-10T08:41:19.423" v="1535"/>
        <pc:sldMkLst>
          <pc:docMk/>
          <pc:sldMk cId="1219419968" sldId="280"/>
        </pc:sldMkLst>
      </pc:sldChg>
      <pc:sldChg chg="new del">
        <pc:chgData name="Viet." userId="8b74393f-d80c-47bd-a370-5373c0174c23" providerId="ADAL" clId="{7129ACEF-98C3-471F-8616-A9AA9239E1FF}" dt="2024-12-10T08:41:14.968" v="1533" actId="680"/>
        <pc:sldMkLst>
          <pc:docMk/>
          <pc:sldMk cId="2132293585" sldId="280"/>
        </pc:sldMkLst>
      </pc:sldChg>
      <pc:sldChg chg="addSp delSp modSp add del mod modNotesTx">
        <pc:chgData name="Viet." userId="8b74393f-d80c-47bd-a370-5373c0174c23" providerId="ADAL" clId="{7129ACEF-98C3-471F-8616-A9AA9239E1FF}" dt="2024-12-10T09:04:57.354" v="1955" actId="47"/>
        <pc:sldMkLst>
          <pc:docMk/>
          <pc:sldMk cId="4285762558" sldId="280"/>
        </pc:sldMkLst>
      </pc:sldChg>
      <pc:sldChg chg="addSp delSp modSp new mod modNotesTx">
        <pc:chgData name="Viet." userId="8b74393f-d80c-47bd-a370-5373c0174c23" providerId="ADAL" clId="{7129ACEF-98C3-471F-8616-A9AA9239E1FF}" dt="2024-12-10T09:05:03.966" v="1958" actId="1076"/>
        <pc:sldMkLst>
          <pc:docMk/>
          <pc:sldMk cId="1872650155" sldId="281"/>
        </pc:sldMkLst>
      </pc:sldChg>
      <pc:sldMasterChg chg="modSldLayout">
        <pc:chgData name="Viet." userId="8b74393f-d80c-47bd-a370-5373c0174c23" providerId="ADAL" clId="{7129ACEF-98C3-471F-8616-A9AA9239E1FF}" dt="2024-12-09T10:51:04.436" v="9" actId="478"/>
        <pc:sldMasterMkLst>
          <pc:docMk/>
          <pc:sldMasterMk cId="0" sldId="2147483648"/>
        </pc:sldMasterMkLst>
        <pc:sldLayoutChg chg="delSp mod">
          <pc:chgData name="Viet." userId="8b74393f-d80c-47bd-a370-5373c0174c23" providerId="ADAL" clId="{7129ACEF-98C3-471F-8616-A9AA9239E1FF}" dt="2024-12-09T10:50:30.017" v="0" actId="478"/>
          <pc:sldLayoutMkLst>
            <pc:docMk/>
            <pc:sldMasterMk cId="0" sldId="2147483648"/>
            <pc:sldLayoutMk cId="0" sldId="2147483650"/>
          </pc:sldLayoutMkLst>
        </pc:sldLayoutChg>
        <pc:sldLayoutChg chg="delSp mod">
          <pc:chgData name="Viet." userId="8b74393f-d80c-47bd-a370-5373c0174c23" providerId="ADAL" clId="{7129ACEF-98C3-471F-8616-A9AA9239E1FF}" dt="2024-12-09T10:50:47.695" v="1" actId="478"/>
          <pc:sldLayoutMkLst>
            <pc:docMk/>
            <pc:sldMasterMk cId="0" sldId="2147483648"/>
            <pc:sldLayoutMk cId="0" sldId="2147483651"/>
          </pc:sldLayoutMkLst>
        </pc:sldLayoutChg>
        <pc:sldLayoutChg chg="delSp mod">
          <pc:chgData name="Viet." userId="8b74393f-d80c-47bd-a370-5373c0174c23" providerId="ADAL" clId="{7129ACEF-98C3-471F-8616-A9AA9239E1FF}" dt="2024-12-09T10:50:49.887" v="2" actId="478"/>
          <pc:sldLayoutMkLst>
            <pc:docMk/>
            <pc:sldMasterMk cId="0" sldId="2147483648"/>
            <pc:sldLayoutMk cId="0" sldId="2147483652"/>
          </pc:sldLayoutMkLst>
        </pc:sldLayoutChg>
        <pc:sldLayoutChg chg="delSp mod">
          <pc:chgData name="Viet." userId="8b74393f-d80c-47bd-a370-5373c0174c23" providerId="ADAL" clId="{7129ACEF-98C3-471F-8616-A9AA9239E1FF}" dt="2024-12-09T10:50:52.255" v="3" actId="478"/>
          <pc:sldLayoutMkLst>
            <pc:docMk/>
            <pc:sldMasterMk cId="0" sldId="2147483648"/>
            <pc:sldLayoutMk cId="0" sldId="2147483653"/>
          </pc:sldLayoutMkLst>
        </pc:sldLayoutChg>
        <pc:sldLayoutChg chg="delSp mod">
          <pc:chgData name="Viet." userId="8b74393f-d80c-47bd-a370-5373c0174c23" providerId="ADAL" clId="{7129ACEF-98C3-471F-8616-A9AA9239E1FF}" dt="2024-12-09T10:50:53.697" v="4" actId="478"/>
          <pc:sldLayoutMkLst>
            <pc:docMk/>
            <pc:sldMasterMk cId="0" sldId="2147483648"/>
            <pc:sldLayoutMk cId="0" sldId="2147483654"/>
          </pc:sldLayoutMkLst>
        </pc:sldLayoutChg>
        <pc:sldLayoutChg chg="delSp mod">
          <pc:chgData name="Viet." userId="8b74393f-d80c-47bd-a370-5373c0174c23" providerId="ADAL" clId="{7129ACEF-98C3-471F-8616-A9AA9239E1FF}" dt="2024-12-09T10:50:55.646" v="5" actId="478"/>
          <pc:sldLayoutMkLst>
            <pc:docMk/>
            <pc:sldMasterMk cId="0" sldId="2147483648"/>
            <pc:sldLayoutMk cId="0" sldId="2147483655"/>
          </pc:sldLayoutMkLst>
        </pc:sldLayoutChg>
        <pc:sldLayoutChg chg="delSp mod">
          <pc:chgData name="Viet." userId="8b74393f-d80c-47bd-a370-5373c0174c23" providerId="ADAL" clId="{7129ACEF-98C3-471F-8616-A9AA9239E1FF}" dt="2024-12-09T10:50:58.193" v="6" actId="478"/>
          <pc:sldLayoutMkLst>
            <pc:docMk/>
            <pc:sldMasterMk cId="0" sldId="2147483648"/>
            <pc:sldLayoutMk cId="0" sldId="2147483656"/>
          </pc:sldLayoutMkLst>
        </pc:sldLayoutChg>
        <pc:sldLayoutChg chg="delSp mod">
          <pc:chgData name="Viet." userId="8b74393f-d80c-47bd-a370-5373c0174c23" providerId="ADAL" clId="{7129ACEF-98C3-471F-8616-A9AA9239E1FF}" dt="2024-12-09T10:51:00.626" v="7" actId="478"/>
          <pc:sldLayoutMkLst>
            <pc:docMk/>
            <pc:sldMasterMk cId="0" sldId="2147483648"/>
            <pc:sldLayoutMk cId="0" sldId="2147483657"/>
          </pc:sldLayoutMkLst>
        </pc:sldLayoutChg>
        <pc:sldLayoutChg chg="delSp mod">
          <pc:chgData name="Viet." userId="8b74393f-d80c-47bd-a370-5373c0174c23" providerId="ADAL" clId="{7129ACEF-98C3-471F-8616-A9AA9239E1FF}" dt="2024-12-09T10:51:02.453" v="8" actId="478"/>
          <pc:sldLayoutMkLst>
            <pc:docMk/>
            <pc:sldMasterMk cId="0" sldId="2147483648"/>
            <pc:sldLayoutMk cId="0" sldId="2147483658"/>
          </pc:sldLayoutMkLst>
        </pc:sldLayoutChg>
        <pc:sldLayoutChg chg="delSp mod">
          <pc:chgData name="Viet." userId="8b74393f-d80c-47bd-a370-5373c0174c23" providerId="ADAL" clId="{7129ACEF-98C3-471F-8616-A9AA9239E1FF}" dt="2024-12-09T10:51:04.436" v="9" actId="478"/>
          <pc:sldLayoutMkLst>
            <pc:docMk/>
            <pc:sldMasterMk cId="0" sldId="2147483648"/>
            <pc:sldLayoutMk cId="0" sldId="2147483659"/>
          </pc:sldLayoutMkLst>
        </pc:sldLayoutChg>
      </pc:sldMasterChg>
      <pc:sldMasterChg chg="new del mod addSldLayout delSldLayout">
        <pc:chgData name="Viet." userId="8b74393f-d80c-47bd-a370-5373c0174c23" providerId="ADAL" clId="{7129ACEF-98C3-471F-8616-A9AA9239E1FF}" dt="2024-12-09T10:57:18.136" v="11" actId="6938"/>
        <pc:sldMasterMkLst>
          <pc:docMk/>
          <pc:sldMasterMk cId="1439247525" sldId="2147483660"/>
        </pc:sldMasterMkLst>
        <pc:sldLayoutChg chg="new del replId">
          <pc:chgData name="Viet." userId="8b74393f-d80c-47bd-a370-5373c0174c23" providerId="ADAL" clId="{7129ACEF-98C3-471F-8616-A9AA9239E1FF}" dt="2024-12-09T10:57:18.136" v="11" actId="6938"/>
          <pc:sldLayoutMkLst>
            <pc:docMk/>
            <pc:sldMasterMk cId="1439247525" sldId="2147483660"/>
            <pc:sldLayoutMk cId="2728143525" sldId="2147483661"/>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404810335" sldId="2147483662"/>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38689306" sldId="2147483663"/>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54126678" sldId="2147483664"/>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21991256" sldId="2147483665"/>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77245018" sldId="2147483666"/>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4075743013" sldId="2147483667"/>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28535063" sldId="2147483668"/>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675548457" sldId="2147483669"/>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132275311" sldId="2147483670"/>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832895233" sldId="2147483671"/>
          </pc:sldLayoutMkLst>
        </pc:sldLayoutChg>
      </pc:sldMasterChg>
      <pc:sldMasterChg chg="addSldLayout delSldLayout modSldLayout">
        <pc:chgData name="Viet." userId="8b74393f-d80c-47bd-a370-5373c0174c23" providerId="ADAL" clId="{7129ACEF-98C3-471F-8616-A9AA9239E1FF}" dt="2024-12-10T09:04:52.598" v="1954" actId="47"/>
        <pc:sldMasterMkLst>
          <pc:docMk/>
          <pc:sldMasterMk cId="2690241652" sldId="2147483660"/>
        </pc:sldMasterMkLst>
        <pc:sldLayoutChg chg="delSp del">
          <pc:chgData name="Viet." userId="8b74393f-d80c-47bd-a370-5373c0174c23" providerId="ADAL" clId="{7129ACEF-98C3-471F-8616-A9AA9239E1FF}" dt="2024-12-09T11:00:10.724" v="73" actId="47"/>
          <pc:sldLayoutMkLst>
            <pc:docMk/>
            <pc:sldMasterMk cId="2690241652" sldId="2147483660"/>
            <pc:sldLayoutMk cId="705716621" sldId="2147483662"/>
          </pc:sldLayoutMkLst>
        </pc:sldLayoutChg>
        <pc:sldLayoutChg chg="delSp del">
          <pc:chgData name="Viet." userId="8b74393f-d80c-47bd-a370-5373c0174c23" providerId="ADAL" clId="{7129ACEF-98C3-471F-8616-A9AA9239E1FF}" dt="2024-12-10T06:52:50.497" v="357" actId="47"/>
          <pc:sldLayoutMkLst>
            <pc:docMk/>
            <pc:sldMasterMk cId="2690241652" sldId="2147483660"/>
            <pc:sldLayoutMk cId="2956946794" sldId="2147483663"/>
          </pc:sldLayoutMkLst>
        </pc:sldLayoutChg>
        <pc:sldLayoutChg chg="delSp del">
          <pc:chgData name="Viet." userId="8b74393f-d80c-47bd-a370-5373c0174c23" providerId="ADAL" clId="{7129ACEF-98C3-471F-8616-A9AA9239E1FF}" dt="2024-12-10T06:59:51.758" v="411" actId="47"/>
          <pc:sldLayoutMkLst>
            <pc:docMk/>
            <pc:sldMasterMk cId="2690241652" sldId="2147483660"/>
            <pc:sldLayoutMk cId="4060029973" sldId="2147483664"/>
          </pc:sldLayoutMkLst>
        </pc:sldLayoutChg>
        <pc:sldLayoutChg chg="delSp del">
          <pc:chgData name="Viet." userId="8b74393f-d80c-47bd-a370-5373c0174c23" providerId="ADAL" clId="{7129ACEF-98C3-471F-8616-A9AA9239E1FF}" dt="2024-12-10T07:11:18.277" v="585" actId="47"/>
          <pc:sldLayoutMkLst>
            <pc:docMk/>
            <pc:sldMasterMk cId="2690241652" sldId="2147483660"/>
            <pc:sldLayoutMk cId="2042662761" sldId="2147483665"/>
          </pc:sldLayoutMkLst>
        </pc:sldLayoutChg>
        <pc:sldLayoutChg chg="delSp add del">
          <pc:chgData name="Viet." userId="8b74393f-d80c-47bd-a370-5373c0174c23" providerId="ADAL" clId="{7129ACEF-98C3-471F-8616-A9AA9239E1FF}" dt="2024-12-10T07:57:15.414" v="1142" actId="47"/>
          <pc:sldLayoutMkLst>
            <pc:docMk/>
            <pc:sldMasterMk cId="2690241652" sldId="2147483660"/>
            <pc:sldLayoutMk cId="2041314985" sldId="2147483666"/>
          </pc:sldLayoutMkLst>
        </pc:sldLayoutChg>
        <pc:sldLayoutChg chg="delSp del">
          <pc:chgData name="Viet." userId="8b74393f-d80c-47bd-a370-5373c0174c23" providerId="ADAL" clId="{7129ACEF-98C3-471F-8616-A9AA9239E1FF}" dt="2024-12-10T08:38:39.018" v="1513" actId="47"/>
          <pc:sldLayoutMkLst>
            <pc:docMk/>
            <pc:sldMasterMk cId="2690241652" sldId="2147483660"/>
            <pc:sldLayoutMk cId="4143961693" sldId="2147483667"/>
          </pc:sldLayoutMkLst>
        </pc:sldLayoutChg>
        <pc:sldLayoutChg chg="delSp del">
          <pc:chgData name="Viet." userId="8b74393f-d80c-47bd-a370-5373c0174c23" providerId="ADAL" clId="{7129ACEF-98C3-471F-8616-A9AA9239E1FF}" dt="2024-12-10T08:51:36.583" v="1647" actId="47"/>
          <pc:sldLayoutMkLst>
            <pc:docMk/>
            <pc:sldMasterMk cId="2690241652" sldId="2147483660"/>
            <pc:sldLayoutMk cId="736576801" sldId="2147483668"/>
          </pc:sldLayoutMkLst>
        </pc:sldLayoutChg>
        <pc:sldLayoutChg chg="delSp del">
          <pc:chgData name="Viet." userId="8b74393f-d80c-47bd-a370-5373c0174c23" providerId="ADAL" clId="{7129ACEF-98C3-471F-8616-A9AA9239E1FF}" dt="2024-12-10T09:04:52.598" v="1954" actId="47"/>
          <pc:sldLayoutMkLst>
            <pc:docMk/>
            <pc:sldMasterMk cId="2690241652" sldId="2147483660"/>
            <pc:sldLayoutMk cId="2127915954" sldId="2147483669"/>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564935939" sldId="2147483670"/>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1938895808" sldId="2147483671"/>
          </pc:sldLayoutMkLst>
        </pc:sldLayoutChg>
      </pc:sldMasterChg>
      <pc:sldMasterChg chg="modSp mod modSldLayout">
        <pc:chgData name="Viet." userId="8b74393f-d80c-47bd-a370-5373c0174c23" providerId="ADAL" clId="{7129ACEF-98C3-471F-8616-A9AA9239E1FF}" dt="2024-12-10T08:47:19.001" v="1607" actId="2711"/>
        <pc:sldMasterMkLst>
          <pc:docMk/>
          <pc:sldMasterMk cId="2016598143" sldId="2147483672"/>
        </pc:sldMasterMkLst>
        <pc:spChg chg="mod">
          <ac:chgData name="Viet." userId="8b74393f-d80c-47bd-a370-5373c0174c23" providerId="ADAL" clId="{7129ACEF-98C3-471F-8616-A9AA9239E1FF}" dt="2024-12-09T11:16:36.270" v="343" actId="1076"/>
          <ac:spMkLst>
            <pc:docMk/>
            <pc:sldMasterMk cId="2016598143" sldId="2147483672"/>
            <ac:spMk id="2" creationId="{2316BAF0-010B-4DE2-BDEA-F2879C620864}"/>
          </ac:spMkLst>
        </pc:spChg>
        <pc:spChg chg="mod">
          <ac:chgData name="Viet." userId="8b74393f-d80c-47bd-a370-5373c0174c23" providerId="ADAL" clId="{7129ACEF-98C3-471F-8616-A9AA9239E1FF}" dt="2024-12-10T08:46:33.233" v="1599" actId="2711"/>
          <ac:spMkLst>
            <pc:docMk/>
            <pc:sldMasterMk cId="2016598143" sldId="2147483672"/>
            <ac:spMk id="3" creationId="{73FBB290-2494-4607-B867-D433D7531872}"/>
          </ac:spMkLst>
        </pc:spChg>
        <pc:sldLayoutChg chg="modSp mod">
          <pc:chgData name="Viet." userId="8b74393f-d80c-47bd-a370-5373c0174c23" providerId="ADAL" clId="{7129ACEF-98C3-471F-8616-A9AA9239E1FF}" dt="2024-12-09T11:16:55.128" v="346" actId="1076"/>
          <pc:sldLayoutMkLst>
            <pc:docMk/>
            <pc:sldMasterMk cId="2016598143" sldId="2147483672"/>
            <pc:sldLayoutMk cId="1451884" sldId="2147483673"/>
          </pc:sldLayoutMkLst>
          <pc:spChg chg="mod">
            <ac:chgData name="Viet." userId="8b74393f-d80c-47bd-a370-5373c0174c23" providerId="ADAL" clId="{7129ACEF-98C3-471F-8616-A9AA9239E1FF}" dt="2024-12-09T11:16:55.128" v="346" actId="1076"/>
            <ac:spMkLst>
              <pc:docMk/>
              <pc:sldMasterMk cId="2016598143" sldId="2147483672"/>
              <pc:sldLayoutMk cId="1451884" sldId="2147483673"/>
              <ac:spMk id="9" creationId="{7DA09F63-7F7A-4F6B-8B0F-50384B0193BD}"/>
            </ac:spMkLst>
          </pc:spChg>
        </pc:sldLayoutChg>
        <pc:sldLayoutChg chg="modSp mod">
          <pc:chgData name="Viet." userId="8b74393f-d80c-47bd-a370-5373c0174c23" providerId="ADAL" clId="{7129ACEF-98C3-471F-8616-A9AA9239E1FF}" dt="2024-12-10T08:46:42.145" v="1600" actId="2711"/>
          <pc:sldLayoutMkLst>
            <pc:docMk/>
            <pc:sldMasterMk cId="2016598143" sldId="2147483672"/>
            <pc:sldLayoutMk cId="1405949028" sldId="2147483674"/>
          </pc:sldLayoutMkLst>
          <pc:spChg chg="mod">
            <ac:chgData name="Viet." userId="8b74393f-d80c-47bd-a370-5373c0174c23" providerId="ADAL" clId="{7129ACEF-98C3-471F-8616-A9AA9239E1FF}" dt="2024-12-10T08:46:42.145" v="1600" actId="2711"/>
            <ac:spMkLst>
              <pc:docMk/>
              <pc:sldMasterMk cId="2016598143" sldId="2147483672"/>
              <pc:sldLayoutMk cId="1405949028" sldId="2147483674"/>
              <ac:spMk id="3" creationId="{601F51A7-6B22-4874-8FC5-ED388E5D187B}"/>
            </ac:spMkLst>
          </pc:spChg>
          <pc:spChg chg="mod">
            <ac:chgData name="Viet." userId="8b74393f-d80c-47bd-a370-5373c0174c23" providerId="ADAL" clId="{7129ACEF-98C3-471F-8616-A9AA9239E1FF}" dt="2024-12-09T11:17:02.174" v="347" actId="1076"/>
            <ac:spMkLst>
              <pc:docMk/>
              <pc:sldMasterMk cId="2016598143" sldId="2147483672"/>
              <pc:sldLayoutMk cId="1405949028" sldId="2147483674"/>
              <ac:spMk id="8" creationId="{22B04073-83B8-47CB-9F12-D7CD4B660F09}"/>
            </ac:spMkLst>
          </pc:spChg>
        </pc:sldLayoutChg>
        <pc:sldLayoutChg chg="modSp mod">
          <pc:chgData name="Viet." userId="8b74393f-d80c-47bd-a370-5373c0174c23" providerId="ADAL" clId="{7129ACEF-98C3-471F-8616-A9AA9239E1FF}" dt="2024-12-09T11:17:10.510" v="348" actId="1076"/>
          <pc:sldLayoutMkLst>
            <pc:docMk/>
            <pc:sldMasterMk cId="2016598143" sldId="2147483672"/>
            <pc:sldLayoutMk cId="2107828609" sldId="2147483675"/>
          </pc:sldLayoutMkLst>
          <pc:spChg chg="mod">
            <ac:chgData name="Viet." userId="8b74393f-d80c-47bd-a370-5373c0174c23" providerId="ADAL" clId="{7129ACEF-98C3-471F-8616-A9AA9239E1FF}" dt="2024-12-09T11:17:10.510" v="348" actId="1076"/>
            <ac:spMkLst>
              <pc:docMk/>
              <pc:sldMasterMk cId="2016598143" sldId="2147483672"/>
              <pc:sldLayoutMk cId="2107828609" sldId="2147483675"/>
              <ac:spMk id="8" creationId="{040D9B5B-D231-4612-89E6-B4776226BA7C}"/>
            </ac:spMkLst>
          </pc:spChg>
        </pc:sldLayoutChg>
        <pc:sldLayoutChg chg="modSp mod">
          <pc:chgData name="Viet." userId="8b74393f-d80c-47bd-a370-5373c0174c23" providerId="ADAL" clId="{7129ACEF-98C3-471F-8616-A9AA9239E1FF}" dt="2024-12-10T08:46:53.348" v="1602" actId="2711"/>
          <pc:sldLayoutMkLst>
            <pc:docMk/>
            <pc:sldMasterMk cId="2016598143" sldId="2147483672"/>
            <pc:sldLayoutMk cId="1041146034" sldId="2147483676"/>
          </pc:sldLayoutMkLst>
          <pc:spChg chg="mod">
            <ac:chgData name="Viet." userId="8b74393f-d80c-47bd-a370-5373c0174c23" providerId="ADAL" clId="{7129ACEF-98C3-471F-8616-A9AA9239E1FF}" dt="2024-12-10T08:46:50.633" v="1601" actId="2711"/>
            <ac:spMkLst>
              <pc:docMk/>
              <pc:sldMasterMk cId="2016598143" sldId="2147483672"/>
              <pc:sldLayoutMk cId="1041146034" sldId="2147483676"/>
              <ac:spMk id="3" creationId="{575F5726-7887-4ED4-A172-AF9307881508}"/>
            </ac:spMkLst>
          </pc:spChg>
          <pc:spChg chg="mod">
            <ac:chgData name="Viet." userId="8b74393f-d80c-47bd-a370-5373c0174c23" providerId="ADAL" clId="{7129ACEF-98C3-471F-8616-A9AA9239E1FF}" dt="2024-12-10T08:46:53.348" v="1602" actId="2711"/>
            <ac:spMkLst>
              <pc:docMk/>
              <pc:sldMasterMk cId="2016598143" sldId="2147483672"/>
              <pc:sldLayoutMk cId="1041146034" sldId="2147483676"/>
              <ac:spMk id="4" creationId="{7CA0F843-3E9A-4C49-A1AC-A3FA71EF7350}"/>
            </ac:spMkLst>
          </pc:spChg>
          <pc:spChg chg="mod">
            <ac:chgData name="Viet." userId="8b74393f-d80c-47bd-a370-5373c0174c23" providerId="ADAL" clId="{7129ACEF-98C3-471F-8616-A9AA9239E1FF}" dt="2024-12-09T11:17:14.526" v="349" actId="1076"/>
            <ac:spMkLst>
              <pc:docMk/>
              <pc:sldMasterMk cId="2016598143" sldId="2147483672"/>
              <pc:sldLayoutMk cId="1041146034" sldId="2147483676"/>
              <ac:spMk id="9" creationId="{3FB126F2-FBF5-4556-AAF5-1ECB22E17B0D}"/>
            </ac:spMkLst>
          </pc:spChg>
        </pc:sldLayoutChg>
        <pc:sldLayoutChg chg="modSp mod">
          <pc:chgData name="Viet." userId="8b74393f-d80c-47bd-a370-5373c0174c23" providerId="ADAL" clId="{7129ACEF-98C3-471F-8616-A9AA9239E1FF}" dt="2024-12-10T08:47:10.633" v="1606" actId="2711"/>
          <pc:sldLayoutMkLst>
            <pc:docMk/>
            <pc:sldMasterMk cId="2016598143" sldId="2147483672"/>
            <pc:sldLayoutMk cId="3072891960" sldId="2147483677"/>
          </pc:sldLayoutMkLst>
          <pc:spChg chg="mod">
            <ac:chgData name="Viet." userId="8b74393f-d80c-47bd-a370-5373c0174c23" providerId="ADAL" clId="{7129ACEF-98C3-471F-8616-A9AA9239E1FF}" dt="2024-12-10T08:47:03.220" v="1605" actId="2711"/>
            <ac:spMkLst>
              <pc:docMk/>
              <pc:sldMasterMk cId="2016598143" sldId="2147483672"/>
              <pc:sldLayoutMk cId="3072891960" sldId="2147483677"/>
              <ac:spMk id="3" creationId="{8241CF06-6B06-4E7F-82EA-7C5047EA60A1}"/>
            </ac:spMkLst>
          </pc:spChg>
          <pc:spChg chg="mod">
            <ac:chgData name="Viet." userId="8b74393f-d80c-47bd-a370-5373c0174c23" providerId="ADAL" clId="{7129ACEF-98C3-471F-8616-A9AA9239E1FF}" dt="2024-12-10T08:46:58.647" v="1603" actId="2711"/>
            <ac:spMkLst>
              <pc:docMk/>
              <pc:sldMasterMk cId="2016598143" sldId="2147483672"/>
              <pc:sldLayoutMk cId="3072891960" sldId="2147483677"/>
              <ac:spMk id="4" creationId="{4FD9E841-81B0-403F-B4A9-7ACB7AAF8E75}"/>
            </ac:spMkLst>
          </pc:spChg>
          <pc:spChg chg="mod">
            <ac:chgData name="Viet." userId="8b74393f-d80c-47bd-a370-5373c0174c23" providerId="ADAL" clId="{7129ACEF-98C3-471F-8616-A9AA9239E1FF}" dt="2024-12-10T08:47:10.633" v="1606" actId="2711"/>
            <ac:spMkLst>
              <pc:docMk/>
              <pc:sldMasterMk cId="2016598143" sldId="2147483672"/>
              <pc:sldLayoutMk cId="3072891960" sldId="2147483677"/>
              <ac:spMk id="6" creationId="{34F1E4C2-CBB6-4430-BE56-3BF9E9AA8B7D}"/>
            </ac:spMkLst>
          </pc:spChg>
          <pc:spChg chg="mod">
            <ac:chgData name="Viet." userId="8b74393f-d80c-47bd-a370-5373c0174c23" providerId="ADAL" clId="{7129ACEF-98C3-471F-8616-A9AA9239E1FF}" dt="2024-12-09T11:17:29.784" v="350" actId="1076"/>
            <ac:spMkLst>
              <pc:docMk/>
              <pc:sldMasterMk cId="2016598143" sldId="2147483672"/>
              <pc:sldLayoutMk cId="3072891960" sldId="2147483677"/>
              <ac:spMk id="11" creationId="{401B562F-EFD8-422F-B98E-C48C0F73AC49}"/>
            </ac:spMkLst>
          </pc:spChg>
        </pc:sldLayoutChg>
        <pc:sldLayoutChg chg="modSp mod">
          <pc:chgData name="Viet." userId="8b74393f-d80c-47bd-a370-5373c0174c23" providerId="ADAL" clId="{7129ACEF-98C3-471F-8616-A9AA9239E1FF}" dt="2024-12-09T11:17:38.478" v="351" actId="1076"/>
          <pc:sldLayoutMkLst>
            <pc:docMk/>
            <pc:sldMasterMk cId="2016598143" sldId="2147483672"/>
            <pc:sldLayoutMk cId="1950097033" sldId="2147483678"/>
          </pc:sldLayoutMkLst>
          <pc:spChg chg="mod">
            <ac:chgData name="Viet." userId="8b74393f-d80c-47bd-a370-5373c0174c23" providerId="ADAL" clId="{7129ACEF-98C3-471F-8616-A9AA9239E1FF}" dt="2024-12-09T11:17:38.478" v="351" actId="1076"/>
            <ac:spMkLst>
              <pc:docMk/>
              <pc:sldMasterMk cId="2016598143" sldId="2147483672"/>
              <pc:sldLayoutMk cId="1950097033" sldId="2147483678"/>
              <ac:spMk id="7" creationId="{70797FE1-3F5B-4DD2-B196-B7AAF6628D62}"/>
            </ac:spMkLst>
          </pc:spChg>
        </pc:sldLayoutChg>
        <pc:sldLayoutChg chg="modSp mod">
          <pc:chgData name="Viet." userId="8b74393f-d80c-47bd-a370-5373c0174c23" providerId="ADAL" clId="{7129ACEF-98C3-471F-8616-A9AA9239E1FF}" dt="2024-12-10T08:47:19.001" v="1607" actId="2711"/>
          <pc:sldLayoutMkLst>
            <pc:docMk/>
            <pc:sldMasterMk cId="2016598143" sldId="2147483672"/>
            <pc:sldLayoutMk cId="2072529199" sldId="2147483679"/>
          </pc:sldLayoutMkLst>
          <pc:spChg chg="mod">
            <ac:chgData name="Viet." userId="8b74393f-d80c-47bd-a370-5373c0174c23" providerId="ADAL" clId="{7129ACEF-98C3-471F-8616-A9AA9239E1FF}" dt="2024-12-10T08:47:19.001" v="1607" actId="2711"/>
            <ac:spMkLst>
              <pc:docMk/>
              <pc:sldMasterMk cId="2016598143" sldId="2147483672"/>
              <pc:sldLayoutMk cId="2072529199" sldId="2147483679"/>
              <ac:spMk id="3" creationId="{E0BB3D6C-BEF2-4E06-A9B0-9A309DB3444E}"/>
            </ac:spMkLst>
          </pc:spChg>
          <pc:spChg chg="mod">
            <ac:chgData name="Viet." userId="8b74393f-d80c-47bd-a370-5373c0174c23" providerId="ADAL" clId="{7129ACEF-98C3-471F-8616-A9AA9239E1FF}" dt="2024-12-09T11:17:43.190" v="352" actId="1076"/>
            <ac:spMkLst>
              <pc:docMk/>
              <pc:sldMasterMk cId="2016598143" sldId="2147483672"/>
              <pc:sldLayoutMk cId="2072529199" sldId="2147483679"/>
              <ac:spMk id="9" creationId="{479BEDD5-9D69-4F36-BBA7-2ED62B0AD6F3}"/>
            </ac:spMkLst>
          </pc:spChg>
        </pc:sldLayoutChg>
        <pc:sldLayoutChg chg="modSp mod">
          <pc:chgData name="Viet." userId="8b74393f-d80c-47bd-a370-5373c0174c23" providerId="ADAL" clId="{7129ACEF-98C3-471F-8616-A9AA9239E1FF}" dt="2024-12-09T11:17:48.775" v="353" actId="1076"/>
          <pc:sldLayoutMkLst>
            <pc:docMk/>
            <pc:sldMasterMk cId="2016598143" sldId="2147483672"/>
            <pc:sldLayoutMk cId="2360645422" sldId="2147483680"/>
          </pc:sldLayoutMkLst>
          <pc:spChg chg="mod">
            <ac:chgData name="Viet." userId="8b74393f-d80c-47bd-a370-5373c0174c23" providerId="ADAL" clId="{7129ACEF-98C3-471F-8616-A9AA9239E1FF}" dt="2024-12-09T11:17:48.775" v="353" actId="1076"/>
            <ac:spMkLst>
              <pc:docMk/>
              <pc:sldMasterMk cId="2016598143" sldId="2147483672"/>
              <pc:sldLayoutMk cId="2360645422" sldId="2147483680"/>
              <ac:spMk id="9" creationId="{7BED9312-A7F8-456D-9D54-D034D097842E}"/>
            </ac:spMkLst>
          </pc:spChg>
        </pc:sldLayoutChg>
        <pc:sldLayoutChg chg="modSp mod">
          <pc:chgData name="Viet." userId="8b74393f-d80c-47bd-a370-5373c0174c23" providerId="ADAL" clId="{7129ACEF-98C3-471F-8616-A9AA9239E1FF}" dt="2024-12-09T11:17:51.606" v="354" actId="1076"/>
          <pc:sldLayoutMkLst>
            <pc:docMk/>
            <pc:sldMasterMk cId="2016598143" sldId="2147483672"/>
            <pc:sldLayoutMk cId="2226324170" sldId="2147483681"/>
          </pc:sldLayoutMkLst>
          <pc:spChg chg="mod">
            <ac:chgData name="Viet." userId="8b74393f-d80c-47bd-a370-5373c0174c23" providerId="ADAL" clId="{7129ACEF-98C3-471F-8616-A9AA9239E1FF}" dt="2024-12-09T11:17:51.606" v="354" actId="1076"/>
            <ac:spMkLst>
              <pc:docMk/>
              <pc:sldMasterMk cId="2016598143" sldId="2147483672"/>
              <pc:sldLayoutMk cId="2226324170" sldId="2147483681"/>
              <ac:spMk id="8" creationId="{5A661BC8-CBE6-40B1-BF65-3DDC3730BEA8}"/>
            </ac:spMkLst>
          </pc:spChg>
        </pc:sldLayoutChg>
        <pc:sldLayoutChg chg="modSp mod">
          <pc:chgData name="Viet." userId="8b74393f-d80c-47bd-a370-5373c0174c23" providerId="ADAL" clId="{7129ACEF-98C3-471F-8616-A9AA9239E1FF}" dt="2024-12-09T11:17:55.630" v="355" actId="1076"/>
          <pc:sldLayoutMkLst>
            <pc:docMk/>
            <pc:sldMasterMk cId="2016598143" sldId="2147483672"/>
            <pc:sldLayoutMk cId="3378322837" sldId="2147483682"/>
          </pc:sldLayoutMkLst>
          <pc:spChg chg="mod">
            <ac:chgData name="Viet." userId="8b74393f-d80c-47bd-a370-5373c0174c23" providerId="ADAL" clId="{7129ACEF-98C3-471F-8616-A9AA9239E1FF}" dt="2024-12-09T11:17:55.630" v="355" actId="1076"/>
            <ac:spMkLst>
              <pc:docMk/>
              <pc:sldMasterMk cId="2016598143" sldId="2147483672"/>
              <pc:sldLayoutMk cId="3378322837" sldId="2147483682"/>
              <ac:spMk id="5" creationId="{AF7114A3-57EF-412A-8AEB-90C1FF86B1F4}"/>
            </ac:spMkLst>
          </pc:spChg>
        </pc:sldLayoutChg>
      </pc:sldMasterChg>
    </pc:docChg>
  </pc:docChgLst>
  <pc:docChgLst>
    <pc:chgData name="Hung. Nguyen Viet - CMCU" userId="c51906a1-f569-4298-817a-9a14a5d7b82c" providerId="ADAL" clId="{E347383E-1421-4495-A1DA-6201E23E2A8F}"/>
    <pc:docChg chg="undo custSel modSld">
      <pc:chgData name="Hung. Nguyen Viet - CMCU" userId="c51906a1-f569-4298-817a-9a14a5d7b82c" providerId="ADAL" clId="{E347383E-1421-4495-A1DA-6201E23E2A8F}" dt="2025-02-24T01:35:47.861" v="47"/>
      <pc:docMkLst>
        <pc:docMk/>
      </pc:docMkLst>
      <pc:sldChg chg="modNotesTx">
        <pc:chgData name="Hung. Nguyen Viet - CMCU" userId="c51906a1-f569-4298-817a-9a14a5d7b82c" providerId="ADAL" clId="{E347383E-1421-4495-A1DA-6201E23E2A8F}" dt="2025-02-24T01:02:31.107" v="15"/>
        <pc:sldMkLst>
          <pc:docMk/>
          <pc:sldMk cId="4294721424" sldId="270"/>
        </pc:sldMkLst>
      </pc:sldChg>
      <pc:sldChg chg="modNotesTx">
        <pc:chgData name="Hung. Nguyen Viet - CMCU" userId="c51906a1-f569-4298-817a-9a14a5d7b82c" providerId="ADAL" clId="{E347383E-1421-4495-A1DA-6201E23E2A8F}" dt="2025-02-24T00:34:16.730" v="0"/>
        <pc:sldMkLst>
          <pc:docMk/>
          <pc:sldMk cId="2245949523" sldId="271"/>
        </pc:sldMkLst>
      </pc:sldChg>
      <pc:sldChg chg="modNotesTx">
        <pc:chgData name="Hung. Nguyen Viet - CMCU" userId="c51906a1-f569-4298-817a-9a14a5d7b82c" providerId="ADAL" clId="{E347383E-1421-4495-A1DA-6201E23E2A8F}" dt="2025-02-24T00:37:52.556" v="1"/>
        <pc:sldMkLst>
          <pc:docMk/>
          <pc:sldMk cId="615857666" sldId="272"/>
        </pc:sldMkLst>
      </pc:sldChg>
      <pc:sldChg chg="modNotesTx">
        <pc:chgData name="Hung. Nguyen Viet - CMCU" userId="c51906a1-f569-4298-817a-9a14a5d7b82c" providerId="ADAL" clId="{E347383E-1421-4495-A1DA-6201E23E2A8F}" dt="2025-02-24T00:44:36.074" v="2"/>
        <pc:sldMkLst>
          <pc:docMk/>
          <pc:sldMk cId="4249492277" sldId="273"/>
        </pc:sldMkLst>
      </pc:sldChg>
      <pc:sldChg chg="modNotesTx">
        <pc:chgData name="Hung. Nguyen Viet - CMCU" userId="c51906a1-f569-4298-817a-9a14a5d7b82c" providerId="ADAL" clId="{E347383E-1421-4495-A1DA-6201E23E2A8F}" dt="2025-02-24T00:45:48.593" v="3"/>
        <pc:sldMkLst>
          <pc:docMk/>
          <pc:sldMk cId="1150469067" sldId="274"/>
        </pc:sldMkLst>
      </pc:sldChg>
      <pc:sldChg chg="modNotesTx">
        <pc:chgData name="Hung. Nguyen Viet - CMCU" userId="c51906a1-f569-4298-817a-9a14a5d7b82c" providerId="ADAL" clId="{E347383E-1421-4495-A1DA-6201E23E2A8F}" dt="2025-02-24T01:02:52.768" v="16"/>
        <pc:sldMkLst>
          <pc:docMk/>
          <pc:sldMk cId="979989709" sldId="275"/>
        </pc:sldMkLst>
      </pc:sldChg>
      <pc:sldChg chg="modNotesTx">
        <pc:chgData name="Hung. Nguyen Viet - CMCU" userId="c51906a1-f569-4298-817a-9a14a5d7b82c" providerId="ADAL" clId="{E347383E-1421-4495-A1DA-6201E23E2A8F}" dt="2025-02-24T01:25:48.167" v="23"/>
        <pc:sldMkLst>
          <pc:docMk/>
          <pc:sldMk cId="3523622613" sldId="276"/>
        </pc:sldMkLst>
      </pc:sldChg>
      <pc:sldChg chg="modNotesTx">
        <pc:chgData name="Hung. Nguyen Viet - CMCU" userId="c51906a1-f569-4298-817a-9a14a5d7b82c" providerId="ADAL" clId="{E347383E-1421-4495-A1DA-6201E23E2A8F}" dt="2025-02-24T01:16:24.582" v="17"/>
        <pc:sldMkLst>
          <pc:docMk/>
          <pc:sldMk cId="1465469874" sldId="277"/>
        </pc:sldMkLst>
      </pc:sldChg>
      <pc:sldChg chg="modNotesTx">
        <pc:chgData name="Hung. Nguyen Viet - CMCU" userId="c51906a1-f569-4298-817a-9a14a5d7b82c" providerId="ADAL" clId="{E347383E-1421-4495-A1DA-6201E23E2A8F}" dt="2025-02-24T01:22:38.722" v="18"/>
        <pc:sldMkLst>
          <pc:docMk/>
          <pc:sldMk cId="3612276279" sldId="279"/>
        </pc:sldMkLst>
      </pc:sldChg>
      <pc:sldChg chg="modNotesTx">
        <pc:chgData name="Hung. Nguyen Viet - CMCU" userId="c51906a1-f569-4298-817a-9a14a5d7b82c" providerId="ADAL" clId="{E347383E-1421-4495-A1DA-6201E23E2A8F}" dt="2025-02-24T01:23:20.790" v="19"/>
        <pc:sldMkLst>
          <pc:docMk/>
          <pc:sldMk cId="312002104" sldId="280"/>
        </pc:sldMkLst>
      </pc:sldChg>
      <pc:sldChg chg="modSp mod">
        <pc:chgData name="Hung. Nguyen Viet - CMCU" userId="c51906a1-f569-4298-817a-9a14a5d7b82c" providerId="ADAL" clId="{E347383E-1421-4495-A1DA-6201E23E2A8F}" dt="2025-02-24T01:25:14.621" v="22" actId="20577"/>
        <pc:sldMkLst>
          <pc:docMk/>
          <pc:sldMk cId="2917708693" sldId="284"/>
        </pc:sldMkLst>
        <pc:spChg chg="mod">
          <ac:chgData name="Hung. Nguyen Viet - CMCU" userId="c51906a1-f569-4298-817a-9a14a5d7b82c" providerId="ADAL" clId="{E347383E-1421-4495-A1DA-6201E23E2A8F}" dt="2025-02-24T01:25:14.621" v="22" actId="20577"/>
          <ac:spMkLst>
            <pc:docMk/>
            <pc:sldMk cId="2917708693" sldId="284"/>
            <ac:spMk id="2" creationId="{BC30C3B5-4079-F843-8697-C614DBCA0F8D}"/>
          </ac:spMkLst>
        </pc:spChg>
      </pc:sldChg>
      <pc:sldChg chg="modNotesTx">
        <pc:chgData name="Hung. Nguyen Viet - CMCU" userId="c51906a1-f569-4298-817a-9a14a5d7b82c" providerId="ADAL" clId="{E347383E-1421-4495-A1DA-6201E23E2A8F}" dt="2025-02-24T01:28:06.270" v="32" actId="20577"/>
        <pc:sldMkLst>
          <pc:docMk/>
          <pc:sldMk cId="2807768493" sldId="287"/>
        </pc:sldMkLst>
      </pc:sldChg>
      <pc:sldChg chg="modNotesTx">
        <pc:chgData name="Hung. Nguyen Viet - CMCU" userId="c51906a1-f569-4298-817a-9a14a5d7b82c" providerId="ADAL" clId="{E347383E-1421-4495-A1DA-6201E23E2A8F}" dt="2025-02-24T01:32:58.731" v="45" actId="20577"/>
        <pc:sldMkLst>
          <pc:docMk/>
          <pc:sldMk cId="3164554146" sldId="293"/>
        </pc:sldMkLst>
      </pc:sldChg>
      <pc:sldChg chg="modNotesTx">
        <pc:chgData name="Hung. Nguyen Viet - CMCU" userId="c51906a1-f569-4298-817a-9a14a5d7b82c" providerId="ADAL" clId="{E347383E-1421-4495-A1DA-6201E23E2A8F}" dt="2025-02-24T01:35:30.799" v="46"/>
        <pc:sldMkLst>
          <pc:docMk/>
          <pc:sldMk cId="3584413626" sldId="295"/>
        </pc:sldMkLst>
      </pc:sldChg>
      <pc:sldChg chg="modNotesTx">
        <pc:chgData name="Hung. Nguyen Viet - CMCU" userId="c51906a1-f569-4298-817a-9a14a5d7b82c" providerId="ADAL" clId="{E347383E-1421-4495-A1DA-6201E23E2A8F}" dt="2025-02-24T01:35:47.861" v="47"/>
        <pc:sldMkLst>
          <pc:docMk/>
          <pc:sldMk cId="1926007102" sldId="296"/>
        </pc:sldMkLst>
      </pc:sldChg>
    </pc:docChg>
  </pc:docChgLst>
  <pc:docChgLst>
    <pc:chgData name="Viet. Nguyen Hoang - CMC ATI" userId="S::nhviet1@cmc.com.vn::8b74393f-d80c-47bd-a370-5373c0174c23" providerId="AD" clId="Web-{AD775653-9DE9-F626-2093-9465D45E727E}"/>
    <pc:docChg chg="addSld delSld modSld sldOrd addSection delSection modSection">
      <pc:chgData name="Viet. Nguyen Hoang - CMC ATI" userId="S::nhviet1@cmc.com.vn::8b74393f-d80c-47bd-a370-5373c0174c23" providerId="AD" clId="Web-{AD775653-9DE9-F626-2093-9465D45E727E}" dt="2024-12-30T07:31:57.520" v="1163"/>
      <pc:docMkLst>
        <pc:docMk/>
      </pc:docMkLst>
      <pc:sldChg chg="modSp">
        <pc:chgData name="Viet. Nguyen Hoang - CMC ATI" userId="S::nhviet1@cmc.com.vn::8b74393f-d80c-47bd-a370-5373c0174c23" providerId="AD" clId="Web-{AD775653-9DE9-F626-2093-9465D45E727E}" dt="2024-12-30T04:58:00.822" v="15" actId="20577"/>
        <pc:sldMkLst>
          <pc:docMk/>
          <pc:sldMk cId="1253848682" sldId="267"/>
        </pc:sldMkLst>
        <pc:spChg chg="mod">
          <ac:chgData name="Viet. Nguyen Hoang - CMC ATI" userId="S::nhviet1@cmc.com.vn::8b74393f-d80c-47bd-a370-5373c0174c23" providerId="AD" clId="Web-{AD775653-9DE9-F626-2093-9465D45E727E}" dt="2024-12-30T04:58:00.822" v="15" actId="20577"/>
          <ac:spMkLst>
            <pc:docMk/>
            <pc:sldMk cId="1253848682" sldId="267"/>
            <ac:spMk id="2" creationId="{78EACC5C-4747-42C2-9BF5-D1B4A984743F}"/>
          </ac:spMkLst>
        </pc:spChg>
      </pc:sldChg>
      <pc:sldChg chg="del">
        <pc:chgData name="Viet. Nguyen Hoang - CMC ATI" userId="S::nhviet1@cmc.com.vn::8b74393f-d80c-47bd-a370-5373c0174c23" providerId="AD" clId="Web-{AD775653-9DE9-F626-2093-9465D45E727E}" dt="2024-12-30T04:58:07.212" v="42"/>
        <pc:sldMkLst>
          <pc:docMk/>
          <pc:sldMk cId="1128137042" sldId="270"/>
        </pc:sldMkLst>
      </pc:sldChg>
      <pc:sldChg chg="addSp delSp modSp new">
        <pc:chgData name="Viet. Nguyen Hoang - CMC ATI" userId="S::nhviet1@cmc.com.vn::8b74393f-d80c-47bd-a370-5373c0174c23" providerId="AD" clId="Web-{AD775653-9DE9-F626-2093-9465D45E727E}" dt="2024-12-30T07:05:02.211" v="662" actId="1076"/>
        <pc:sldMkLst>
          <pc:docMk/>
          <pc:sldMk cId="4294721424" sldId="270"/>
        </pc:sldMkLst>
        <pc:spChg chg="mod">
          <ac:chgData name="Viet. Nguyen Hoang - CMC ATI" userId="S::nhviet1@cmc.com.vn::8b74393f-d80c-47bd-a370-5373c0174c23" providerId="AD" clId="Web-{AD775653-9DE9-F626-2093-9465D45E727E}" dt="2024-12-30T07:04:55.867" v="659" actId="14100"/>
          <ac:spMkLst>
            <pc:docMk/>
            <pc:sldMk cId="4294721424" sldId="270"/>
            <ac:spMk id="2" creationId="{F0BAB052-FA95-5DDE-E7FA-B4A2B6A9BB31}"/>
          </ac:spMkLst>
        </pc:spChg>
        <pc:spChg chg="mod">
          <ac:chgData name="Viet. Nguyen Hoang - CMC ATI" userId="S::nhviet1@cmc.com.vn::8b74393f-d80c-47bd-a370-5373c0174c23" providerId="AD" clId="Web-{AD775653-9DE9-F626-2093-9465D45E727E}" dt="2024-12-30T05:00:24.808" v="62" actId="20577"/>
          <ac:spMkLst>
            <pc:docMk/>
            <pc:sldMk cId="4294721424" sldId="270"/>
            <ac:spMk id="4" creationId="{9EBEA9D8-9DB8-416E-B368-4E8029600510}"/>
          </ac:spMkLst>
        </pc:spChg>
        <pc:picChg chg="add mod">
          <ac:chgData name="Viet. Nguyen Hoang - CMC ATI" userId="S::nhviet1@cmc.com.vn::8b74393f-d80c-47bd-a370-5373c0174c23" providerId="AD" clId="Web-{AD775653-9DE9-F626-2093-9465D45E727E}" dt="2024-12-30T07:05:02.211" v="662" actId="1076"/>
          <ac:picMkLst>
            <pc:docMk/>
            <pc:sldMk cId="4294721424" sldId="270"/>
            <ac:picMk id="5" creationId="{11124CA5-3285-5AD4-C3EB-7F9FCCCF7960}"/>
          </ac:picMkLst>
        </pc:picChg>
      </pc:sldChg>
      <pc:sldChg chg="modSp new ord">
        <pc:chgData name="Viet. Nguyen Hoang - CMC ATI" userId="S::nhviet1@cmc.com.vn::8b74393f-d80c-47bd-a370-5373c0174c23" providerId="AD" clId="Web-{AD775653-9DE9-F626-2093-9465D45E727E}" dt="2024-12-30T05:01:40.294" v="73" actId="20577"/>
        <pc:sldMkLst>
          <pc:docMk/>
          <pc:sldMk cId="2245949523" sldId="271"/>
        </pc:sldMkLst>
        <pc:spChg chg="mod">
          <ac:chgData name="Viet. Nguyen Hoang - CMC ATI" userId="S::nhviet1@cmc.com.vn::8b74393f-d80c-47bd-a370-5373c0174c23" providerId="AD" clId="Web-{AD775653-9DE9-F626-2093-9465D45E727E}" dt="2024-12-30T05:01:40.294" v="73" actId="20577"/>
          <ac:spMkLst>
            <pc:docMk/>
            <pc:sldMk cId="2245949523" sldId="271"/>
            <ac:spMk id="2" creationId="{612DF768-8D46-C364-70C5-1F9A8E39A49F}"/>
          </ac:spMkLst>
        </pc:spChg>
        <pc:spChg chg="mod">
          <ac:chgData name="Viet. Nguyen Hoang - CMC ATI" userId="S::nhviet1@cmc.com.vn::8b74393f-d80c-47bd-a370-5373c0174c23" providerId="AD" clId="Web-{AD775653-9DE9-F626-2093-9465D45E727E}" dt="2024-12-30T05:01:08.903" v="69" actId="20577"/>
          <ac:spMkLst>
            <pc:docMk/>
            <pc:sldMk cId="2245949523" sldId="271"/>
            <ac:spMk id="4" creationId="{70874654-D494-024D-6537-C6CD11A81E25}"/>
          </ac:spMkLst>
        </pc:spChg>
      </pc:sldChg>
      <pc:sldChg chg="del">
        <pc:chgData name="Viet. Nguyen Hoang - CMC ATI" userId="S::nhviet1@cmc.com.vn::8b74393f-d80c-47bd-a370-5373c0174c23" providerId="AD" clId="Web-{AD775653-9DE9-F626-2093-9465D45E727E}" dt="2024-12-30T04:58:07.212" v="41"/>
        <pc:sldMkLst>
          <pc:docMk/>
          <pc:sldMk cId="2315308487" sldId="271"/>
        </pc:sldMkLst>
      </pc:sldChg>
      <pc:sldChg chg="modSp new ord">
        <pc:chgData name="Viet. Nguyen Hoang - CMC ATI" userId="S::nhviet1@cmc.com.vn::8b74393f-d80c-47bd-a370-5373c0174c23" providerId="AD" clId="Web-{AD775653-9DE9-F626-2093-9465D45E727E}" dt="2024-12-30T07:04:36.382" v="653"/>
        <pc:sldMkLst>
          <pc:docMk/>
          <pc:sldMk cId="615857666" sldId="272"/>
        </pc:sldMkLst>
        <pc:spChg chg="mod">
          <ac:chgData name="Viet. Nguyen Hoang - CMC ATI" userId="S::nhviet1@cmc.com.vn::8b74393f-d80c-47bd-a370-5373c0174c23" providerId="AD" clId="Web-{AD775653-9DE9-F626-2093-9465D45E727E}" dt="2024-12-30T05:03:03.029" v="122" actId="20577"/>
          <ac:spMkLst>
            <pc:docMk/>
            <pc:sldMk cId="615857666" sldId="272"/>
            <ac:spMk id="2" creationId="{D02FF755-6D51-70BB-716C-8EE2C08E91E4}"/>
          </ac:spMkLst>
        </pc:spChg>
        <pc:spChg chg="mod">
          <ac:chgData name="Viet. Nguyen Hoang - CMC ATI" userId="S::nhviet1@cmc.com.vn::8b74393f-d80c-47bd-a370-5373c0174c23" providerId="AD" clId="Web-{AD775653-9DE9-F626-2093-9465D45E727E}" dt="2024-12-30T05:02:03.466" v="80" actId="20577"/>
          <ac:spMkLst>
            <pc:docMk/>
            <pc:sldMk cId="615857666" sldId="272"/>
            <ac:spMk id="4" creationId="{255F3C0E-6DAE-20EC-6D8D-FA0AFF068F4E}"/>
          </ac:spMkLst>
        </pc:spChg>
      </pc:sldChg>
      <pc:sldChg chg="del">
        <pc:chgData name="Viet. Nguyen Hoang - CMC ATI" userId="S::nhviet1@cmc.com.vn::8b74393f-d80c-47bd-a370-5373c0174c23" providerId="AD" clId="Web-{AD775653-9DE9-F626-2093-9465D45E727E}" dt="2024-12-30T04:58:07.212" v="40"/>
        <pc:sldMkLst>
          <pc:docMk/>
          <pc:sldMk cId="3533115284" sldId="272"/>
        </pc:sldMkLst>
      </pc:sldChg>
      <pc:sldChg chg="del">
        <pc:chgData name="Viet. Nguyen Hoang - CMC ATI" userId="S::nhviet1@cmc.com.vn::8b74393f-d80c-47bd-a370-5373c0174c23" providerId="AD" clId="Web-{AD775653-9DE9-F626-2093-9465D45E727E}" dt="2024-12-30T04:58:07.197" v="36"/>
        <pc:sldMkLst>
          <pc:docMk/>
          <pc:sldMk cId="2654672157" sldId="273"/>
        </pc:sldMkLst>
      </pc:sldChg>
      <pc:sldChg chg="modSp new">
        <pc:chgData name="Viet. Nguyen Hoang - CMC ATI" userId="S::nhviet1@cmc.com.vn::8b74393f-d80c-47bd-a370-5373c0174c23" providerId="AD" clId="Web-{AD775653-9DE9-F626-2093-9465D45E727E}" dt="2024-12-30T05:03:48.155" v="138" actId="20577"/>
        <pc:sldMkLst>
          <pc:docMk/>
          <pc:sldMk cId="4249492277" sldId="273"/>
        </pc:sldMkLst>
        <pc:spChg chg="mod">
          <ac:chgData name="Viet. Nguyen Hoang - CMC ATI" userId="S::nhviet1@cmc.com.vn::8b74393f-d80c-47bd-a370-5373c0174c23" providerId="AD" clId="Web-{AD775653-9DE9-F626-2093-9465D45E727E}" dt="2024-12-30T05:03:48.155" v="138" actId="20577"/>
          <ac:spMkLst>
            <pc:docMk/>
            <pc:sldMk cId="4249492277" sldId="273"/>
            <ac:spMk id="2" creationId="{4C577F87-E9C5-29B0-9BE1-B99B6DC72259}"/>
          </ac:spMkLst>
        </pc:spChg>
        <pc:spChg chg="mod">
          <ac:chgData name="Viet. Nguyen Hoang - CMC ATI" userId="S::nhviet1@cmc.com.vn::8b74393f-d80c-47bd-a370-5373c0174c23" providerId="AD" clId="Web-{AD775653-9DE9-F626-2093-9465D45E727E}" dt="2024-12-30T05:03:30.124" v="126" actId="20577"/>
          <ac:spMkLst>
            <pc:docMk/>
            <pc:sldMk cId="4249492277" sldId="273"/>
            <ac:spMk id="4" creationId="{7CB33748-C9AB-84A6-DCF0-3F44714A0D78}"/>
          </ac:spMkLst>
        </pc:spChg>
      </pc:sldChg>
      <pc:sldChg chg="modSp new">
        <pc:chgData name="Viet. Nguyen Hoang - CMC ATI" userId="S::nhviet1@cmc.com.vn::8b74393f-d80c-47bd-a370-5373c0174c23" providerId="AD" clId="Web-{AD775653-9DE9-F626-2093-9465D45E727E}" dt="2024-12-30T06:35:56.868" v="157" actId="20577"/>
        <pc:sldMkLst>
          <pc:docMk/>
          <pc:sldMk cId="1150469067" sldId="274"/>
        </pc:sldMkLst>
        <pc:spChg chg="mod">
          <ac:chgData name="Viet. Nguyen Hoang - CMC ATI" userId="S::nhviet1@cmc.com.vn::8b74393f-d80c-47bd-a370-5373c0174c23" providerId="AD" clId="Web-{AD775653-9DE9-F626-2093-9465D45E727E}" dt="2024-12-30T06:35:56.868" v="157" actId="20577"/>
          <ac:spMkLst>
            <pc:docMk/>
            <pc:sldMk cId="1150469067" sldId="274"/>
            <ac:spMk id="2" creationId="{20168C2F-B162-B55B-9BF5-9A641328C0AA}"/>
          </ac:spMkLst>
        </pc:spChg>
        <pc:spChg chg="mod">
          <ac:chgData name="Viet. Nguyen Hoang - CMC ATI" userId="S::nhviet1@cmc.com.vn::8b74393f-d80c-47bd-a370-5373c0174c23" providerId="AD" clId="Web-{AD775653-9DE9-F626-2093-9465D45E727E}" dt="2024-12-30T06:35:36.101" v="142" actId="20577"/>
          <ac:spMkLst>
            <pc:docMk/>
            <pc:sldMk cId="1150469067" sldId="274"/>
            <ac:spMk id="4" creationId="{CBFA9F18-5674-A9CC-4A36-9AB9065FFF7B}"/>
          </ac:spMkLst>
        </pc:spChg>
      </pc:sldChg>
      <pc:sldChg chg="del">
        <pc:chgData name="Viet. Nguyen Hoang - CMC ATI" userId="S::nhviet1@cmc.com.vn::8b74393f-d80c-47bd-a370-5373c0174c23" providerId="AD" clId="Web-{AD775653-9DE9-F626-2093-9465D45E727E}" dt="2024-12-30T04:58:07.212" v="39"/>
        <pc:sldMkLst>
          <pc:docMk/>
          <pc:sldMk cId="1181968764" sldId="274"/>
        </pc:sldMkLst>
      </pc:sldChg>
      <pc:sldChg chg="modSp new">
        <pc:chgData name="Viet. Nguyen Hoang - CMC ATI" userId="S::nhviet1@cmc.com.vn::8b74393f-d80c-47bd-a370-5373c0174c23" providerId="AD" clId="Web-{AD775653-9DE9-F626-2093-9465D45E727E}" dt="2024-12-30T06:39:26.498" v="176" actId="20577"/>
        <pc:sldMkLst>
          <pc:docMk/>
          <pc:sldMk cId="979989709" sldId="275"/>
        </pc:sldMkLst>
        <pc:spChg chg="mod">
          <ac:chgData name="Viet. Nguyen Hoang - CMC ATI" userId="S::nhviet1@cmc.com.vn::8b74393f-d80c-47bd-a370-5373c0174c23" providerId="AD" clId="Web-{AD775653-9DE9-F626-2093-9465D45E727E}" dt="2024-12-30T06:39:26.498" v="176" actId="20577"/>
          <ac:spMkLst>
            <pc:docMk/>
            <pc:sldMk cId="979989709" sldId="275"/>
            <ac:spMk id="2" creationId="{BBDD906D-C975-8046-7E4C-B57CDCB848D2}"/>
          </ac:spMkLst>
        </pc:spChg>
        <pc:spChg chg="mod">
          <ac:chgData name="Viet. Nguyen Hoang - CMC ATI" userId="S::nhviet1@cmc.com.vn::8b74393f-d80c-47bd-a370-5373c0174c23" providerId="AD" clId="Web-{AD775653-9DE9-F626-2093-9465D45E727E}" dt="2024-12-30T06:39:16.420" v="170" actId="20577"/>
          <ac:spMkLst>
            <pc:docMk/>
            <pc:sldMk cId="979989709" sldId="275"/>
            <ac:spMk id="4" creationId="{D3A53F4E-7843-2510-7C8E-90A92DEADFCE}"/>
          </ac:spMkLst>
        </pc:spChg>
      </pc:sldChg>
      <pc:sldChg chg="del">
        <pc:chgData name="Viet. Nguyen Hoang - CMC ATI" userId="S::nhviet1@cmc.com.vn::8b74393f-d80c-47bd-a370-5373c0174c23" providerId="AD" clId="Web-{AD775653-9DE9-F626-2093-9465D45E727E}" dt="2024-12-30T04:58:07.197" v="38"/>
        <pc:sldMkLst>
          <pc:docMk/>
          <pc:sldMk cId="603947028" sldId="276"/>
        </pc:sldMkLst>
      </pc:sldChg>
      <pc:sldChg chg="addSp delSp modSp new ord">
        <pc:chgData name="Viet. Nguyen Hoang - CMC ATI" userId="S::nhviet1@cmc.com.vn::8b74393f-d80c-47bd-a370-5373c0174c23" providerId="AD" clId="Web-{AD775653-9DE9-F626-2093-9465D45E727E}" dt="2024-12-30T07:07:19.277" v="667"/>
        <pc:sldMkLst>
          <pc:docMk/>
          <pc:sldMk cId="3523622613" sldId="276"/>
        </pc:sldMkLst>
        <pc:spChg chg="mod">
          <ac:chgData name="Viet. Nguyen Hoang - CMC ATI" userId="S::nhviet1@cmc.com.vn::8b74393f-d80c-47bd-a370-5373c0174c23" providerId="AD" clId="Web-{AD775653-9DE9-F626-2093-9465D45E727E}" dt="2024-12-30T06:49:46.687" v="501" actId="20577"/>
          <ac:spMkLst>
            <pc:docMk/>
            <pc:sldMk cId="3523622613" sldId="276"/>
            <ac:spMk id="4" creationId="{10CD5BA5-E74B-3575-BDDE-E16F4446801A}"/>
          </ac:spMkLst>
        </pc:spChg>
        <pc:spChg chg="add mod">
          <ac:chgData name="Viet. Nguyen Hoang - CMC ATI" userId="S::nhviet1@cmc.com.vn::8b74393f-d80c-47bd-a370-5373c0174c23" providerId="AD" clId="Web-{AD775653-9DE9-F626-2093-9465D45E727E}" dt="2024-12-30T06:42:15.581" v="341" actId="20577"/>
          <ac:spMkLst>
            <pc:docMk/>
            <pc:sldMk cId="3523622613" sldId="276"/>
            <ac:spMk id="7" creationId="{B3B74AD2-589B-62D2-4B85-5BE791C0C38E}"/>
          </ac:spMkLst>
        </pc:spChg>
      </pc:sldChg>
      <pc:sldChg chg="modSp new ord">
        <pc:chgData name="Viet. Nguyen Hoang - CMC ATI" userId="S::nhviet1@cmc.com.vn::8b74393f-d80c-47bd-a370-5373c0174c23" providerId="AD" clId="Web-{AD775653-9DE9-F626-2093-9465D45E727E}" dt="2024-12-30T06:43:34.817" v="367"/>
        <pc:sldMkLst>
          <pc:docMk/>
          <pc:sldMk cId="1465469874" sldId="277"/>
        </pc:sldMkLst>
        <pc:spChg chg="mod">
          <ac:chgData name="Viet. Nguyen Hoang - CMC ATI" userId="S::nhviet1@cmc.com.vn::8b74393f-d80c-47bd-a370-5373c0174c23" providerId="AD" clId="Web-{AD775653-9DE9-F626-2093-9465D45E727E}" dt="2024-12-30T06:43:04.629" v="365" actId="20577"/>
          <ac:spMkLst>
            <pc:docMk/>
            <pc:sldMk cId="1465469874" sldId="277"/>
            <ac:spMk id="2" creationId="{50DF8110-1867-EDA9-D712-66F55AAEBC06}"/>
          </ac:spMkLst>
        </pc:spChg>
        <pc:spChg chg="mod">
          <ac:chgData name="Viet. Nguyen Hoang - CMC ATI" userId="S::nhviet1@cmc.com.vn::8b74393f-d80c-47bd-a370-5373c0174c23" providerId="AD" clId="Web-{AD775653-9DE9-F626-2093-9465D45E727E}" dt="2024-12-30T06:42:38.066" v="346" actId="20577"/>
          <ac:spMkLst>
            <pc:docMk/>
            <pc:sldMk cId="1465469874" sldId="277"/>
            <ac:spMk id="4" creationId="{6EF385F7-2A67-1B7C-4CE4-EFE898BA1113}"/>
          </ac:spMkLst>
        </pc:spChg>
      </pc:sldChg>
      <pc:sldChg chg="del">
        <pc:chgData name="Viet. Nguyen Hoang - CMC ATI" userId="S::nhviet1@cmc.com.vn::8b74393f-d80c-47bd-a370-5373c0174c23" providerId="AD" clId="Web-{AD775653-9DE9-F626-2093-9465D45E727E}" dt="2024-12-30T04:58:07.181" v="21"/>
        <pc:sldMkLst>
          <pc:docMk/>
          <pc:sldMk cId="3273083857" sldId="277"/>
        </pc:sldMkLst>
      </pc:sldChg>
      <pc:sldChg chg="del">
        <pc:chgData name="Viet. Nguyen Hoang - CMC ATI" userId="S::nhviet1@cmc.com.vn::8b74393f-d80c-47bd-a370-5373c0174c23" providerId="AD" clId="Web-{AD775653-9DE9-F626-2093-9465D45E727E}" dt="2024-12-30T04:58:07.197" v="33"/>
        <pc:sldMkLst>
          <pc:docMk/>
          <pc:sldMk cId="2626817488" sldId="278"/>
        </pc:sldMkLst>
      </pc:sldChg>
      <pc:sldChg chg="addSp delSp modSp new">
        <pc:chgData name="Viet. Nguyen Hoang - CMC ATI" userId="S::nhviet1@cmc.com.vn::8b74393f-d80c-47bd-a370-5373c0174c23" providerId="AD" clId="Web-{AD775653-9DE9-F626-2093-9465D45E727E}" dt="2024-12-30T06:51:32.721" v="521" actId="20577"/>
        <pc:sldMkLst>
          <pc:docMk/>
          <pc:sldMk cId="4004207574" sldId="278"/>
        </pc:sldMkLst>
        <pc:spChg chg="mod">
          <ac:chgData name="Viet. Nguyen Hoang - CMC ATI" userId="S::nhviet1@cmc.com.vn::8b74393f-d80c-47bd-a370-5373c0174c23" providerId="AD" clId="Web-{AD775653-9DE9-F626-2093-9465D45E727E}" dt="2024-12-30T06:51:32.721" v="521" actId="20577"/>
          <ac:spMkLst>
            <pc:docMk/>
            <pc:sldMk cId="4004207574" sldId="278"/>
            <ac:spMk id="2" creationId="{B7D24141-B376-9985-E433-324292AE37BE}"/>
          </ac:spMkLst>
        </pc:spChg>
        <pc:spChg chg="mod">
          <ac:chgData name="Viet. Nguyen Hoang - CMC ATI" userId="S::nhviet1@cmc.com.vn::8b74393f-d80c-47bd-a370-5373c0174c23" providerId="AD" clId="Web-{AD775653-9DE9-F626-2093-9465D45E727E}" dt="2024-12-30T06:50:08.781" v="504" actId="20577"/>
          <ac:spMkLst>
            <pc:docMk/>
            <pc:sldMk cId="4004207574" sldId="278"/>
            <ac:spMk id="4" creationId="{73715D06-F121-2E53-222C-0B0B557F47E5}"/>
          </ac:spMkLst>
        </pc:spChg>
        <pc:picChg chg="add mod">
          <ac:chgData name="Viet. Nguyen Hoang - CMC ATI" userId="S::nhviet1@cmc.com.vn::8b74393f-d80c-47bd-a370-5373c0174c23" providerId="AD" clId="Web-{AD775653-9DE9-F626-2093-9465D45E727E}" dt="2024-12-30T06:51:18.298" v="518" actId="1076"/>
          <ac:picMkLst>
            <pc:docMk/>
            <pc:sldMk cId="4004207574" sldId="278"/>
            <ac:picMk id="6" creationId="{AA3D71D8-8690-844C-A561-D8C8F63E4F8B}"/>
          </ac:picMkLst>
        </pc:picChg>
      </pc:sldChg>
      <pc:sldChg chg="del">
        <pc:chgData name="Viet. Nguyen Hoang - CMC ATI" userId="S::nhviet1@cmc.com.vn::8b74393f-d80c-47bd-a370-5373c0174c23" providerId="AD" clId="Web-{AD775653-9DE9-F626-2093-9465D45E727E}" dt="2024-12-30T04:58:07.197" v="25"/>
        <pc:sldMkLst>
          <pc:docMk/>
          <pc:sldMk cId="2374884668" sldId="279"/>
        </pc:sldMkLst>
      </pc:sldChg>
      <pc:sldChg chg="modSp new">
        <pc:chgData name="Viet. Nguyen Hoang - CMC ATI" userId="S::nhviet1@cmc.com.vn::8b74393f-d80c-47bd-a370-5373c0174c23" providerId="AD" clId="Web-{AD775653-9DE9-F626-2093-9465D45E727E}" dt="2024-12-30T06:48:09.075" v="467" actId="20577"/>
        <pc:sldMkLst>
          <pc:docMk/>
          <pc:sldMk cId="3612276279" sldId="279"/>
        </pc:sldMkLst>
        <pc:spChg chg="mod">
          <ac:chgData name="Viet. Nguyen Hoang - CMC ATI" userId="S::nhviet1@cmc.com.vn::8b74393f-d80c-47bd-a370-5373c0174c23" providerId="AD" clId="Web-{AD775653-9DE9-F626-2093-9465D45E727E}" dt="2024-12-30T06:48:09.075" v="467" actId="20577"/>
          <ac:spMkLst>
            <pc:docMk/>
            <pc:sldMk cId="3612276279" sldId="279"/>
            <ac:spMk id="2" creationId="{F01AE962-B514-D888-6778-0BC6AE2ACFD4}"/>
          </ac:spMkLst>
        </pc:spChg>
        <pc:spChg chg="mod">
          <ac:chgData name="Viet. Nguyen Hoang - CMC ATI" userId="S::nhviet1@cmc.com.vn::8b74393f-d80c-47bd-a370-5373c0174c23" providerId="AD" clId="Web-{AD775653-9DE9-F626-2093-9465D45E727E}" dt="2024-12-30T06:44:49.882" v="377" actId="20577"/>
          <ac:spMkLst>
            <pc:docMk/>
            <pc:sldMk cId="3612276279" sldId="279"/>
            <ac:spMk id="4" creationId="{DFE71076-B08B-8A36-48E5-5FC9DBC1A953}"/>
          </ac:spMkLst>
        </pc:spChg>
      </pc:sldChg>
      <pc:sldChg chg="del">
        <pc:chgData name="Viet. Nguyen Hoang - CMC ATI" userId="S::nhviet1@cmc.com.vn::8b74393f-d80c-47bd-a370-5373c0174c23" providerId="AD" clId="Web-{AD775653-9DE9-F626-2093-9465D45E727E}" dt="2024-12-30T04:58:07.197" v="35"/>
        <pc:sldMkLst>
          <pc:docMk/>
          <pc:sldMk cId="128518637" sldId="280"/>
        </pc:sldMkLst>
      </pc:sldChg>
      <pc:sldChg chg="modSp new">
        <pc:chgData name="Viet. Nguyen Hoang - CMC ATI" userId="S::nhviet1@cmc.com.vn::8b74393f-d80c-47bd-a370-5373c0174c23" providerId="AD" clId="Web-{AD775653-9DE9-F626-2093-9465D45E727E}" dt="2024-12-30T06:48:47.998" v="491" actId="20577"/>
        <pc:sldMkLst>
          <pc:docMk/>
          <pc:sldMk cId="312002104" sldId="280"/>
        </pc:sldMkLst>
        <pc:spChg chg="mod">
          <ac:chgData name="Viet. Nguyen Hoang - CMC ATI" userId="S::nhviet1@cmc.com.vn::8b74393f-d80c-47bd-a370-5373c0174c23" providerId="AD" clId="Web-{AD775653-9DE9-F626-2093-9465D45E727E}" dt="2024-12-30T06:48:47.998" v="491" actId="20577"/>
          <ac:spMkLst>
            <pc:docMk/>
            <pc:sldMk cId="312002104" sldId="280"/>
            <ac:spMk id="2" creationId="{505DBE1F-DE51-348B-F562-2509078C2828}"/>
          </ac:spMkLst>
        </pc:spChg>
        <pc:spChg chg="mod">
          <ac:chgData name="Viet. Nguyen Hoang - CMC ATI" userId="S::nhviet1@cmc.com.vn::8b74393f-d80c-47bd-a370-5373c0174c23" providerId="AD" clId="Web-{AD775653-9DE9-F626-2093-9465D45E727E}" dt="2024-12-30T06:48:20.997" v="470"/>
          <ac:spMkLst>
            <pc:docMk/>
            <pc:sldMk cId="312002104" sldId="280"/>
            <ac:spMk id="4" creationId="{8319D2A6-9ACC-DAE3-9304-92D21E612195}"/>
          </ac:spMkLst>
        </pc:spChg>
      </pc:sldChg>
      <pc:sldChg chg="modSp new">
        <pc:chgData name="Viet. Nguyen Hoang - CMC ATI" userId="S::nhviet1@cmc.com.vn::8b74393f-d80c-47bd-a370-5373c0174c23" providerId="AD" clId="Web-{AD775653-9DE9-F626-2093-9465D45E727E}" dt="2024-12-30T06:52:37.301" v="529" actId="20577"/>
        <pc:sldMkLst>
          <pc:docMk/>
          <pc:sldMk cId="1859146847" sldId="281"/>
        </pc:sldMkLst>
        <pc:spChg chg="mod">
          <ac:chgData name="Viet. Nguyen Hoang - CMC ATI" userId="S::nhviet1@cmc.com.vn::8b74393f-d80c-47bd-a370-5373c0174c23" providerId="AD" clId="Web-{AD775653-9DE9-F626-2093-9465D45E727E}" dt="2024-12-30T06:52:37.301" v="529" actId="20577"/>
          <ac:spMkLst>
            <pc:docMk/>
            <pc:sldMk cId="1859146847" sldId="281"/>
            <ac:spMk id="2" creationId="{02029BBA-517B-9D52-B690-1F60DE12C9B7}"/>
          </ac:spMkLst>
        </pc:spChg>
        <pc:spChg chg="mod">
          <ac:chgData name="Viet. Nguyen Hoang - CMC ATI" userId="S::nhviet1@cmc.com.vn::8b74393f-d80c-47bd-a370-5373c0174c23" providerId="AD" clId="Web-{AD775653-9DE9-F626-2093-9465D45E727E}" dt="2024-12-30T06:52:27.800" v="526" actId="20577"/>
          <ac:spMkLst>
            <pc:docMk/>
            <pc:sldMk cId="1859146847" sldId="281"/>
            <ac:spMk id="4" creationId="{387A85EE-333B-4718-CA61-6C3594391949}"/>
          </ac:spMkLst>
        </pc:spChg>
      </pc:sldChg>
      <pc:sldChg chg="new del">
        <pc:chgData name="Viet. Nguyen Hoang - CMC ATI" userId="S::nhviet1@cmc.com.vn::8b74393f-d80c-47bd-a370-5373c0174c23" providerId="AD" clId="Web-{AD775653-9DE9-F626-2093-9465D45E727E}" dt="2024-12-30T06:49:17.498" v="493"/>
        <pc:sldMkLst>
          <pc:docMk/>
          <pc:sldMk cId="2288667359" sldId="281"/>
        </pc:sldMkLst>
      </pc:sldChg>
      <pc:sldChg chg="del">
        <pc:chgData name="Viet. Nguyen Hoang - CMC ATI" userId="S::nhviet1@cmc.com.vn::8b74393f-d80c-47bd-a370-5373c0174c23" providerId="AD" clId="Web-{AD775653-9DE9-F626-2093-9465D45E727E}" dt="2024-12-30T04:58:07.197" v="34"/>
        <pc:sldMkLst>
          <pc:docMk/>
          <pc:sldMk cId="2782240792" sldId="281"/>
        </pc:sldMkLst>
      </pc:sldChg>
      <pc:sldChg chg="addSp delSp modSp new">
        <pc:chgData name="Viet. Nguyen Hoang - CMC ATI" userId="S::nhviet1@cmc.com.vn::8b74393f-d80c-47bd-a370-5373c0174c23" providerId="AD" clId="Web-{AD775653-9DE9-F626-2093-9465D45E727E}" dt="2024-12-30T06:53:25.708" v="543" actId="1076"/>
        <pc:sldMkLst>
          <pc:docMk/>
          <pc:sldMk cId="1435354575" sldId="282"/>
        </pc:sldMkLst>
        <pc:spChg chg="mod">
          <ac:chgData name="Viet. Nguyen Hoang - CMC ATI" userId="S::nhviet1@cmc.com.vn::8b74393f-d80c-47bd-a370-5373c0174c23" providerId="AD" clId="Web-{AD775653-9DE9-F626-2093-9465D45E727E}" dt="2024-12-30T06:52:59.051" v="537" actId="20577"/>
          <ac:spMkLst>
            <pc:docMk/>
            <pc:sldMk cId="1435354575" sldId="282"/>
            <ac:spMk id="4" creationId="{6DD029F4-FB90-4C60-75A7-4CF9740EFE97}"/>
          </ac:spMkLst>
        </pc:spChg>
        <pc:picChg chg="add mod ord">
          <ac:chgData name="Viet. Nguyen Hoang - CMC ATI" userId="S::nhviet1@cmc.com.vn::8b74393f-d80c-47bd-a370-5373c0174c23" providerId="AD" clId="Web-{AD775653-9DE9-F626-2093-9465D45E727E}" dt="2024-12-30T06:53:25.708" v="543" actId="1076"/>
          <ac:picMkLst>
            <pc:docMk/>
            <pc:sldMk cId="1435354575" sldId="282"/>
            <ac:picMk id="5" creationId="{4BF2B9C9-10F0-61D5-E427-7DBE7818B8AC}"/>
          </ac:picMkLst>
        </pc:picChg>
      </pc:sldChg>
      <pc:sldChg chg="del">
        <pc:chgData name="Viet. Nguyen Hoang - CMC ATI" userId="S::nhviet1@cmc.com.vn::8b74393f-d80c-47bd-a370-5373c0174c23" providerId="AD" clId="Web-{AD775653-9DE9-F626-2093-9465D45E727E}" dt="2024-12-30T04:58:07.197" v="27"/>
        <pc:sldMkLst>
          <pc:docMk/>
          <pc:sldMk cId="2366127243" sldId="282"/>
        </pc:sldMkLst>
      </pc:sldChg>
      <pc:sldChg chg="addSp delSp modSp new">
        <pc:chgData name="Viet. Nguyen Hoang - CMC ATI" userId="S::nhviet1@cmc.com.vn::8b74393f-d80c-47bd-a370-5373c0174c23" providerId="AD" clId="Web-{AD775653-9DE9-F626-2093-9465D45E727E}" dt="2024-12-30T06:54:31.085" v="559" actId="14100"/>
        <pc:sldMkLst>
          <pc:docMk/>
          <pc:sldMk cId="2521102043" sldId="283"/>
        </pc:sldMkLst>
        <pc:spChg chg="mod">
          <ac:chgData name="Viet. Nguyen Hoang - CMC ATI" userId="S::nhviet1@cmc.com.vn::8b74393f-d80c-47bd-a370-5373c0174c23" providerId="AD" clId="Web-{AD775653-9DE9-F626-2093-9465D45E727E}" dt="2024-12-30T06:53:53.459" v="548" actId="20577"/>
          <ac:spMkLst>
            <pc:docMk/>
            <pc:sldMk cId="2521102043" sldId="283"/>
            <ac:spMk id="4" creationId="{97CDF710-78A8-FF6F-ED82-A3DBFE428A70}"/>
          </ac:spMkLst>
        </pc:spChg>
        <pc:picChg chg="add mod ord">
          <ac:chgData name="Viet. Nguyen Hoang - CMC ATI" userId="S::nhviet1@cmc.com.vn::8b74393f-d80c-47bd-a370-5373c0174c23" providerId="AD" clId="Web-{AD775653-9DE9-F626-2093-9465D45E727E}" dt="2024-12-30T06:54:31.085" v="559" actId="14100"/>
          <ac:picMkLst>
            <pc:docMk/>
            <pc:sldMk cId="2521102043" sldId="283"/>
            <ac:picMk id="5" creationId="{B2244E9E-4912-7FA6-D8CC-9E7858095ECC}"/>
          </ac:picMkLst>
        </pc:picChg>
        <pc:picChg chg="add mod">
          <ac:chgData name="Viet. Nguyen Hoang - CMC ATI" userId="S::nhviet1@cmc.com.vn::8b74393f-d80c-47bd-a370-5373c0174c23" providerId="AD" clId="Web-{AD775653-9DE9-F626-2093-9465D45E727E}" dt="2024-12-30T06:54:23.632" v="556" actId="1076"/>
          <ac:picMkLst>
            <pc:docMk/>
            <pc:sldMk cId="2521102043" sldId="283"/>
            <ac:picMk id="6" creationId="{8C009D10-6E80-60C0-A537-DC39CB590004}"/>
          </ac:picMkLst>
        </pc:picChg>
      </pc:sldChg>
      <pc:sldChg chg="del">
        <pc:chgData name="Viet. Nguyen Hoang - CMC ATI" userId="S::nhviet1@cmc.com.vn::8b74393f-d80c-47bd-a370-5373c0174c23" providerId="AD" clId="Web-{AD775653-9DE9-F626-2093-9465D45E727E}" dt="2024-12-30T04:58:07.197" v="32"/>
        <pc:sldMkLst>
          <pc:docMk/>
          <pc:sldMk cId="3994218760" sldId="283"/>
        </pc:sldMkLst>
      </pc:sldChg>
      <pc:sldChg chg="del">
        <pc:chgData name="Viet. Nguyen Hoang - CMC ATI" userId="S::nhviet1@cmc.com.vn::8b74393f-d80c-47bd-a370-5373c0174c23" providerId="AD" clId="Web-{AD775653-9DE9-F626-2093-9465D45E727E}" dt="2024-12-30T04:58:07.181" v="23"/>
        <pc:sldMkLst>
          <pc:docMk/>
          <pc:sldMk cId="1067905408" sldId="284"/>
        </pc:sldMkLst>
      </pc:sldChg>
      <pc:sldChg chg="modSp new ord">
        <pc:chgData name="Viet. Nguyen Hoang - CMC ATI" userId="S::nhviet1@cmc.com.vn::8b74393f-d80c-47bd-a370-5373c0174c23" providerId="AD" clId="Web-{AD775653-9DE9-F626-2093-9465D45E727E}" dt="2024-12-30T07:12:10.019" v="788" actId="20577"/>
        <pc:sldMkLst>
          <pc:docMk/>
          <pc:sldMk cId="2917708693" sldId="284"/>
        </pc:sldMkLst>
        <pc:spChg chg="mod">
          <ac:chgData name="Viet. Nguyen Hoang - CMC ATI" userId="S::nhviet1@cmc.com.vn::8b74393f-d80c-47bd-a370-5373c0174c23" providerId="AD" clId="Web-{AD775653-9DE9-F626-2093-9465D45E727E}" dt="2024-12-30T07:12:10.019" v="788" actId="20577"/>
          <ac:spMkLst>
            <pc:docMk/>
            <pc:sldMk cId="2917708693" sldId="284"/>
            <ac:spMk id="2" creationId="{BC30C3B5-4079-F843-8697-C614DBCA0F8D}"/>
          </ac:spMkLst>
        </pc:spChg>
        <pc:spChg chg="mod">
          <ac:chgData name="Viet. Nguyen Hoang - CMC ATI" userId="S::nhviet1@cmc.com.vn::8b74393f-d80c-47bd-a370-5373c0174c23" providerId="AD" clId="Web-{AD775653-9DE9-F626-2093-9465D45E727E}" dt="2024-12-30T07:05:49.978" v="664" actId="20577"/>
          <ac:spMkLst>
            <pc:docMk/>
            <pc:sldMk cId="2917708693" sldId="284"/>
            <ac:spMk id="4" creationId="{65A84D72-7C05-D3FD-3359-A36DD3AEA385}"/>
          </ac:spMkLst>
        </pc:spChg>
      </pc:sldChg>
      <pc:sldChg chg="del">
        <pc:chgData name="Viet. Nguyen Hoang - CMC ATI" userId="S::nhviet1@cmc.com.vn::8b74393f-d80c-47bd-a370-5373c0174c23" providerId="AD" clId="Web-{AD775653-9DE9-F626-2093-9465D45E727E}" dt="2024-12-30T04:58:07.197" v="31"/>
        <pc:sldMkLst>
          <pc:docMk/>
          <pc:sldMk cId="59019072" sldId="285"/>
        </pc:sldMkLst>
      </pc:sldChg>
      <pc:sldChg chg="modSp new del ord">
        <pc:chgData name="Viet. Nguyen Hoang - CMC ATI" userId="S::nhviet1@cmc.com.vn::8b74393f-d80c-47bd-a370-5373c0174c23" providerId="AD" clId="Web-{AD775653-9DE9-F626-2093-9465D45E727E}" dt="2024-12-30T07:29:57.876" v="1118"/>
        <pc:sldMkLst>
          <pc:docMk/>
          <pc:sldMk cId="587048581" sldId="285"/>
        </pc:sldMkLst>
      </pc:sldChg>
      <pc:sldChg chg="modSp new del ord">
        <pc:chgData name="Viet. Nguyen Hoang - CMC ATI" userId="S::nhviet1@cmc.com.vn::8b74393f-d80c-47bd-a370-5373c0174c23" providerId="AD" clId="Web-{AD775653-9DE9-F626-2093-9465D45E727E}" dt="2024-12-30T07:07:07.902" v="665"/>
        <pc:sldMkLst>
          <pc:docMk/>
          <pc:sldMk cId="1979532427" sldId="286"/>
        </pc:sldMkLst>
      </pc:sldChg>
      <pc:sldChg chg="del">
        <pc:chgData name="Viet. Nguyen Hoang - CMC ATI" userId="S::nhviet1@cmc.com.vn::8b74393f-d80c-47bd-a370-5373c0174c23" providerId="AD" clId="Web-{AD775653-9DE9-F626-2093-9465D45E727E}" dt="2024-12-30T04:58:07.197" v="29"/>
        <pc:sldMkLst>
          <pc:docMk/>
          <pc:sldMk cId="2693173114" sldId="286"/>
        </pc:sldMkLst>
      </pc:sldChg>
      <pc:sldChg chg="addSp delSp modSp new ord">
        <pc:chgData name="Viet. Nguyen Hoang - CMC ATI" userId="S::nhviet1@cmc.com.vn::8b74393f-d80c-47bd-a370-5373c0174c23" providerId="AD" clId="Web-{AD775653-9DE9-F626-2093-9465D45E727E}" dt="2024-12-30T07:12:22.348" v="791" actId="1076"/>
        <pc:sldMkLst>
          <pc:docMk/>
          <pc:sldMk cId="4276209075" sldId="286"/>
        </pc:sldMkLst>
        <pc:spChg chg="mod">
          <ac:chgData name="Viet. Nguyen Hoang - CMC ATI" userId="S::nhviet1@cmc.com.vn::8b74393f-d80c-47bd-a370-5373c0174c23" providerId="AD" clId="Web-{AD775653-9DE9-F626-2093-9465D45E727E}" dt="2024-12-30T07:08:36.592" v="707" actId="20577"/>
          <ac:spMkLst>
            <pc:docMk/>
            <pc:sldMk cId="4276209075" sldId="286"/>
            <ac:spMk id="4" creationId="{8770AA3D-76A2-4E8B-76C8-D1A2F22B5E70}"/>
          </ac:spMkLst>
        </pc:spChg>
        <pc:picChg chg="add mod ord">
          <ac:chgData name="Viet. Nguyen Hoang - CMC ATI" userId="S::nhviet1@cmc.com.vn::8b74393f-d80c-47bd-a370-5373c0174c23" providerId="AD" clId="Web-{AD775653-9DE9-F626-2093-9465D45E727E}" dt="2024-12-30T07:12:22.348" v="791" actId="1076"/>
          <ac:picMkLst>
            <pc:docMk/>
            <pc:sldMk cId="4276209075" sldId="286"/>
            <ac:picMk id="6" creationId="{1C619EB1-05D1-DA82-63CB-F69C1C86A9E7}"/>
          </ac:picMkLst>
        </pc:picChg>
      </pc:sldChg>
      <pc:sldChg chg="del">
        <pc:chgData name="Viet. Nguyen Hoang - CMC ATI" userId="S::nhviet1@cmc.com.vn::8b74393f-d80c-47bd-a370-5373c0174c23" providerId="AD" clId="Web-{AD775653-9DE9-F626-2093-9465D45E727E}" dt="2024-12-30T04:58:07.197" v="28"/>
        <pc:sldMkLst>
          <pc:docMk/>
          <pc:sldMk cId="2078357127" sldId="287"/>
        </pc:sldMkLst>
      </pc:sldChg>
      <pc:sldChg chg="addSp delSp modSp new ord">
        <pc:chgData name="Viet. Nguyen Hoang - CMC ATI" userId="S::nhviet1@cmc.com.vn::8b74393f-d80c-47bd-a370-5373c0174c23" providerId="AD" clId="Web-{AD775653-9DE9-F626-2093-9465D45E727E}" dt="2024-12-30T07:13:53.647" v="811"/>
        <pc:sldMkLst>
          <pc:docMk/>
          <pc:sldMk cId="2807768493" sldId="287"/>
        </pc:sldMkLst>
        <pc:spChg chg="mod">
          <ac:chgData name="Viet. Nguyen Hoang - CMC ATI" userId="S::nhviet1@cmc.com.vn::8b74393f-d80c-47bd-a370-5373c0174c23" providerId="AD" clId="Web-{AD775653-9DE9-F626-2093-9465D45E727E}" dt="2024-12-30T07:08:52.217" v="714" actId="20577"/>
          <ac:spMkLst>
            <pc:docMk/>
            <pc:sldMk cId="2807768493" sldId="287"/>
            <ac:spMk id="4" creationId="{1634D22E-8148-FDA1-B80E-87432FAB3B01}"/>
          </ac:spMkLst>
        </pc:spChg>
        <pc:spChg chg="add del mod">
          <ac:chgData name="Viet. Nguyen Hoang - CMC ATI" userId="S::nhviet1@cmc.com.vn::8b74393f-d80c-47bd-a370-5373c0174c23" providerId="AD" clId="Web-{AD775653-9DE9-F626-2093-9465D45E727E}" dt="2024-12-30T07:12:54.771" v="804" actId="14100"/>
          <ac:spMkLst>
            <pc:docMk/>
            <pc:sldMk cId="2807768493" sldId="287"/>
            <ac:spMk id="7" creationId="{2693116A-CEB4-04E1-41D8-46E15ED6B1E2}"/>
          </ac:spMkLst>
        </pc:spChg>
        <pc:picChg chg="add mod">
          <ac:chgData name="Viet. Nguyen Hoang - CMC ATI" userId="S::nhviet1@cmc.com.vn::8b74393f-d80c-47bd-a370-5373c0174c23" providerId="AD" clId="Web-{AD775653-9DE9-F626-2093-9465D45E727E}" dt="2024-12-30T07:13:02.411" v="807" actId="1076"/>
          <ac:picMkLst>
            <pc:docMk/>
            <pc:sldMk cId="2807768493" sldId="287"/>
            <ac:picMk id="10" creationId="{72B5EB73-19D0-3605-869A-A1D256E21900}"/>
          </ac:picMkLst>
        </pc:picChg>
      </pc:sldChg>
      <pc:sldChg chg="del">
        <pc:chgData name="Viet. Nguyen Hoang - CMC ATI" userId="S::nhviet1@cmc.com.vn::8b74393f-d80c-47bd-a370-5373c0174c23" providerId="AD" clId="Web-{AD775653-9DE9-F626-2093-9465D45E727E}" dt="2024-12-30T04:58:07.197" v="26"/>
        <pc:sldMkLst>
          <pc:docMk/>
          <pc:sldMk cId="744675035" sldId="288"/>
        </pc:sldMkLst>
      </pc:sldChg>
      <pc:sldChg chg="addSp delSp modSp new del">
        <pc:chgData name="Viet. Nguyen Hoang - CMC ATI" userId="S::nhviet1@cmc.com.vn::8b74393f-d80c-47bd-a370-5373c0174c23" providerId="AD" clId="Web-{AD775653-9DE9-F626-2093-9465D45E727E}" dt="2024-12-30T07:14:47.946" v="830"/>
        <pc:sldMkLst>
          <pc:docMk/>
          <pc:sldMk cId="1585919751" sldId="288"/>
        </pc:sldMkLst>
      </pc:sldChg>
      <pc:sldChg chg="addSp delSp modSp new del ord">
        <pc:chgData name="Viet. Nguyen Hoang - CMC ATI" userId="S::nhviet1@cmc.com.vn::8b74393f-d80c-47bd-a370-5373c0174c23" providerId="AD" clId="Web-{AD775653-9DE9-F626-2093-9465D45E727E}" dt="2024-12-30T07:13:58.100" v="812"/>
        <pc:sldMkLst>
          <pc:docMk/>
          <pc:sldMk cId="170301171" sldId="289"/>
        </pc:sldMkLst>
      </pc:sldChg>
      <pc:sldChg chg="del">
        <pc:chgData name="Viet. Nguyen Hoang - CMC ATI" userId="S::nhviet1@cmc.com.vn::8b74393f-d80c-47bd-a370-5373c0174c23" providerId="AD" clId="Web-{AD775653-9DE9-F626-2093-9465D45E727E}" dt="2024-12-30T04:58:07.181" v="24"/>
        <pc:sldMkLst>
          <pc:docMk/>
          <pc:sldMk cId="3162710657" sldId="289"/>
        </pc:sldMkLst>
      </pc:sldChg>
      <pc:sldChg chg="modSp new">
        <pc:chgData name="Viet. Nguyen Hoang - CMC ATI" userId="S::nhviet1@cmc.com.vn::8b74393f-d80c-47bd-a370-5373c0174c23" providerId="AD" clId="Web-{AD775653-9DE9-F626-2093-9465D45E727E}" dt="2024-12-30T07:19:00.280" v="903" actId="20577"/>
        <pc:sldMkLst>
          <pc:docMk/>
          <pc:sldMk cId="3169703984" sldId="289"/>
        </pc:sldMkLst>
        <pc:spChg chg="mod">
          <ac:chgData name="Viet. Nguyen Hoang - CMC ATI" userId="S::nhviet1@cmc.com.vn::8b74393f-d80c-47bd-a370-5373c0174c23" providerId="AD" clId="Web-{AD775653-9DE9-F626-2093-9465D45E727E}" dt="2024-12-30T07:19:00.280" v="903" actId="20577"/>
          <ac:spMkLst>
            <pc:docMk/>
            <pc:sldMk cId="3169703984" sldId="289"/>
            <ac:spMk id="2" creationId="{011D42D1-81A5-9270-2850-4ECF2BB7EF95}"/>
          </ac:spMkLst>
        </pc:spChg>
        <pc:spChg chg="mod">
          <ac:chgData name="Viet. Nguyen Hoang - CMC ATI" userId="S::nhviet1@cmc.com.vn::8b74393f-d80c-47bd-a370-5373c0174c23" providerId="AD" clId="Web-{AD775653-9DE9-F626-2093-9465D45E727E}" dt="2024-12-30T07:17:17.012" v="858" actId="20577"/>
          <ac:spMkLst>
            <pc:docMk/>
            <pc:sldMk cId="3169703984" sldId="289"/>
            <ac:spMk id="4" creationId="{4F4C2A4D-583A-C1B7-011A-88F161FF57A4}"/>
          </ac:spMkLst>
        </pc:spChg>
      </pc:sldChg>
      <pc:sldChg chg="del">
        <pc:chgData name="Viet. Nguyen Hoang - CMC ATI" userId="S::nhviet1@cmc.com.vn::8b74393f-d80c-47bd-a370-5373c0174c23" providerId="AD" clId="Web-{AD775653-9DE9-F626-2093-9465D45E727E}" dt="2024-12-30T04:58:07.181" v="22"/>
        <pc:sldMkLst>
          <pc:docMk/>
          <pc:sldMk cId="3321389754" sldId="290"/>
        </pc:sldMkLst>
      </pc:sldChg>
      <pc:sldChg chg="addSp modSp new ord">
        <pc:chgData name="Viet. Nguyen Hoang - CMC ATI" userId="S::nhviet1@cmc.com.vn::8b74393f-d80c-47bd-a370-5373c0174c23" providerId="AD" clId="Web-{AD775653-9DE9-F626-2093-9465D45E727E}" dt="2024-12-30T07:16:33.292" v="854"/>
        <pc:sldMkLst>
          <pc:docMk/>
          <pc:sldMk cId="4049434132" sldId="290"/>
        </pc:sldMkLst>
        <pc:spChg chg="mod">
          <ac:chgData name="Viet. Nguyen Hoang - CMC ATI" userId="S::nhviet1@cmc.com.vn::8b74393f-d80c-47bd-a370-5373c0174c23" providerId="AD" clId="Web-{AD775653-9DE9-F626-2093-9465D45E727E}" dt="2024-12-30T07:16:31.183" v="853" actId="20577"/>
          <ac:spMkLst>
            <pc:docMk/>
            <pc:sldMk cId="4049434132" sldId="290"/>
            <ac:spMk id="2" creationId="{78646853-3D16-01E6-FF7D-D56AFE186A12}"/>
          </ac:spMkLst>
        </pc:spChg>
        <pc:spChg chg="mod">
          <ac:chgData name="Viet. Nguyen Hoang - CMC ATI" userId="S::nhviet1@cmc.com.vn::8b74393f-d80c-47bd-a370-5373c0174c23" providerId="AD" clId="Web-{AD775653-9DE9-F626-2093-9465D45E727E}" dt="2024-12-30T07:14:46.649" v="829" actId="20577"/>
          <ac:spMkLst>
            <pc:docMk/>
            <pc:sldMk cId="4049434132" sldId="290"/>
            <ac:spMk id="4" creationId="{70197903-AFB0-B4E0-EA06-B5CEC5CF7720}"/>
          </ac:spMkLst>
        </pc:spChg>
        <pc:picChg chg="add">
          <ac:chgData name="Viet. Nguyen Hoang - CMC ATI" userId="S::nhviet1@cmc.com.vn::8b74393f-d80c-47bd-a370-5373c0174c23" providerId="AD" clId="Web-{AD775653-9DE9-F626-2093-9465D45E727E}" dt="2024-12-30T07:14:33.914" v="826"/>
          <ac:picMkLst>
            <pc:docMk/>
            <pc:sldMk cId="4049434132" sldId="290"/>
            <ac:picMk id="6" creationId="{F67E9C8F-7CD0-EC45-D6D4-C2DD5BDFA1FF}"/>
          </ac:picMkLst>
        </pc:picChg>
      </pc:sldChg>
      <pc:sldChg chg="addSp delSp modSp new">
        <pc:chgData name="Viet. Nguyen Hoang - CMC ATI" userId="S::nhviet1@cmc.com.vn::8b74393f-d80c-47bd-a370-5373c0174c23" providerId="AD" clId="Web-{AD775653-9DE9-F626-2093-9465D45E727E}" dt="2024-12-30T07:21:06.252" v="944" actId="1076"/>
        <pc:sldMkLst>
          <pc:docMk/>
          <pc:sldMk cId="3631871876" sldId="291"/>
        </pc:sldMkLst>
        <pc:spChg chg="mod">
          <ac:chgData name="Viet. Nguyen Hoang - CMC ATI" userId="S::nhviet1@cmc.com.vn::8b74393f-d80c-47bd-a370-5373c0174c23" providerId="AD" clId="Web-{AD775653-9DE9-F626-2093-9465D45E727E}" dt="2024-12-30T07:19:10.718" v="916" actId="20577"/>
          <ac:spMkLst>
            <pc:docMk/>
            <pc:sldMk cId="3631871876" sldId="291"/>
            <ac:spMk id="4" creationId="{6621D492-BCF1-C664-BBCA-94B59737C0C8}"/>
          </ac:spMkLst>
        </pc:spChg>
        <pc:picChg chg="add mod ord">
          <ac:chgData name="Viet. Nguyen Hoang - CMC ATI" userId="S::nhviet1@cmc.com.vn::8b74393f-d80c-47bd-a370-5373c0174c23" providerId="AD" clId="Web-{AD775653-9DE9-F626-2093-9465D45E727E}" dt="2024-12-30T07:21:06.252" v="944" actId="1076"/>
          <ac:picMkLst>
            <pc:docMk/>
            <pc:sldMk cId="3631871876" sldId="291"/>
            <ac:picMk id="11" creationId="{42488974-BBB6-28E6-03A1-3D17B9001FF6}"/>
          </ac:picMkLst>
        </pc:picChg>
      </pc:sldChg>
      <pc:sldChg chg="del">
        <pc:chgData name="Viet. Nguyen Hoang - CMC ATI" userId="S::nhviet1@cmc.com.vn::8b74393f-d80c-47bd-a370-5373c0174c23" providerId="AD" clId="Web-{AD775653-9DE9-F626-2093-9465D45E727E}" dt="2024-12-30T04:58:07.181" v="20"/>
        <pc:sldMkLst>
          <pc:docMk/>
          <pc:sldMk cId="3927253660" sldId="291"/>
        </pc:sldMkLst>
      </pc:sldChg>
      <pc:sldChg chg="del">
        <pc:chgData name="Viet. Nguyen Hoang - CMC ATI" userId="S::nhviet1@cmc.com.vn::8b74393f-d80c-47bd-a370-5373c0174c23" providerId="AD" clId="Web-{AD775653-9DE9-F626-2093-9465D45E727E}" dt="2024-12-30T04:58:07.181" v="17"/>
        <pc:sldMkLst>
          <pc:docMk/>
          <pc:sldMk cId="1390512495" sldId="292"/>
        </pc:sldMkLst>
      </pc:sldChg>
      <pc:sldChg chg="addSp delSp modSp new">
        <pc:chgData name="Viet. Nguyen Hoang - CMC ATI" userId="S::nhviet1@cmc.com.vn::8b74393f-d80c-47bd-a370-5373c0174c23" providerId="AD" clId="Web-{AD775653-9DE9-F626-2093-9465D45E727E}" dt="2024-12-30T07:29:40.954" v="1117" actId="1076"/>
        <pc:sldMkLst>
          <pc:docMk/>
          <pc:sldMk cId="3010864554" sldId="292"/>
        </pc:sldMkLst>
        <pc:spChg chg="mod">
          <ac:chgData name="Viet. Nguyen Hoang - CMC ATI" userId="S::nhviet1@cmc.com.vn::8b74393f-d80c-47bd-a370-5373c0174c23" providerId="AD" clId="Web-{AD775653-9DE9-F626-2093-9465D45E727E}" dt="2024-12-30T07:20:30.845" v="928" actId="20577"/>
          <ac:spMkLst>
            <pc:docMk/>
            <pc:sldMk cId="3010864554" sldId="292"/>
            <ac:spMk id="4" creationId="{6DB79639-9DD2-FCAA-FB20-08E3D8B1DF7C}"/>
          </ac:spMkLst>
        </pc:spChg>
        <pc:picChg chg="add mod ord">
          <ac:chgData name="Viet. Nguyen Hoang - CMC ATI" userId="S::nhviet1@cmc.com.vn::8b74393f-d80c-47bd-a370-5373c0174c23" providerId="AD" clId="Web-{AD775653-9DE9-F626-2093-9465D45E727E}" dt="2024-12-30T07:29:39.532" v="1116" actId="1076"/>
          <ac:picMkLst>
            <pc:docMk/>
            <pc:sldMk cId="3010864554" sldId="292"/>
            <ac:picMk id="5" creationId="{D8AA4CB7-BCEB-3863-DD48-46B236D86029}"/>
          </ac:picMkLst>
        </pc:picChg>
        <pc:picChg chg="add mod">
          <ac:chgData name="Viet. Nguyen Hoang - CMC ATI" userId="S::nhviet1@cmc.com.vn::8b74393f-d80c-47bd-a370-5373c0174c23" providerId="AD" clId="Web-{AD775653-9DE9-F626-2093-9465D45E727E}" dt="2024-12-30T07:29:40.954" v="1117" actId="1076"/>
          <ac:picMkLst>
            <pc:docMk/>
            <pc:sldMk cId="3010864554" sldId="292"/>
            <ac:picMk id="6" creationId="{E4FD5384-D1E2-D944-CF9D-95FE7DF84E52}"/>
          </ac:picMkLst>
        </pc:picChg>
      </pc:sldChg>
      <pc:sldChg chg="del">
        <pc:chgData name="Viet. Nguyen Hoang - CMC ATI" userId="S::nhviet1@cmc.com.vn::8b74393f-d80c-47bd-a370-5373c0174c23" providerId="AD" clId="Web-{AD775653-9DE9-F626-2093-9465D45E727E}" dt="2024-12-30T04:58:07.197" v="30"/>
        <pc:sldMkLst>
          <pc:docMk/>
          <pc:sldMk cId="1894612539" sldId="293"/>
        </pc:sldMkLst>
      </pc:sldChg>
      <pc:sldChg chg="addSp delSp modSp new">
        <pc:chgData name="Viet. Nguyen Hoang - CMC ATI" userId="S::nhviet1@cmc.com.vn::8b74393f-d80c-47bd-a370-5373c0174c23" providerId="AD" clId="Web-{AD775653-9DE9-F626-2093-9465D45E727E}" dt="2024-12-30T07:26:08.261" v="1049" actId="20577"/>
        <pc:sldMkLst>
          <pc:docMk/>
          <pc:sldMk cId="3164554146" sldId="293"/>
        </pc:sldMkLst>
        <pc:spChg chg="mod">
          <ac:chgData name="Viet. Nguyen Hoang - CMC ATI" userId="S::nhviet1@cmc.com.vn::8b74393f-d80c-47bd-a370-5373c0174c23" providerId="AD" clId="Web-{AD775653-9DE9-F626-2093-9465D45E727E}" dt="2024-12-30T07:26:08.261" v="1049" actId="20577"/>
          <ac:spMkLst>
            <pc:docMk/>
            <pc:sldMk cId="3164554146" sldId="293"/>
            <ac:spMk id="2" creationId="{8D40317B-0FD6-ED65-5E04-601EBFDF1895}"/>
          </ac:spMkLst>
        </pc:spChg>
        <pc:spChg chg="mod">
          <ac:chgData name="Viet. Nguyen Hoang - CMC ATI" userId="S::nhviet1@cmc.com.vn::8b74393f-d80c-47bd-a370-5373c0174c23" providerId="AD" clId="Web-{AD775653-9DE9-F626-2093-9465D45E727E}" dt="2024-12-30T07:20:49.986" v="940" actId="20577"/>
          <ac:spMkLst>
            <pc:docMk/>
            <pc:sldMk cId="3164554146" sldId="293"/>
            <ac:spMk id="4" creationId="{089E683D-9CB0-39F8-26D0-EF1D99B2490C}"/>
          </ac:spMkLst>
        </pc:spChg>
        <pc:picChg chg="add mod">
          <ac:chgData name="Viet. Nguyen Hoang - CMC ATI" userId="S::nhviet1@cmc.com.vn::8b74393f-d80c-47bd-a370-5373c0174c23" providerId="AD" clId="Web-{AD775653-9DE9-F626-2093-9465D45E727E}" dt="2024-12-30T07:24:45.555" v="1009" actId="1076"/>
          <ac:picMkLst>
            <pc:docMk/>
            <pc:sldMk cId="3164554146" sldId="293"/>
            <ac:picMk id="6" creationId="{27CCF5C6-3EEC-E3AD-8874-E7859E684810}"/>
          </ac:picMkLst>
        </pc:picChg>
      </pc:sldChg>
      <pc:sldChg chg="addSp modSp new">
        <pc:chgData name="Viet. Nguyen Hoang - CMC ATI" userId="S::nhviet1@cmc.com.vn::8b74393f-d80c-47bd-a370-5373c0174c23" providerId="AD" clId="Web-{AD775653-9DE9-F626-2093-9465D45E727E}" dt="2024-12-30T07:27:52.232" v="1100" actId="20577"/>
        <pc:sldMkLst>
          <pc:docMk/>
          <pc:sldMk cId="1180945900" sldId="294"/>
        </pc:sldMkLst>
        <pc:spChg chg="mod">
          <ac:chgData name="Viet. Nguyen Hoang - CMC ATI" userId="S::nhviet1@cmc.com.vn::8b74393f-d80c-47bd-a370-5373c0174c23" providerId="AD" clId="Web-{AD775653-9DE9-F626-2093-9465D45E727E}" dt="2024-12-30T07:27:43.169" v="1098" actId="20577"/>
          <ac:spMkLst>
            <pc:docMk/>
            <pc:sldMk cId="1180945900" sldId="294"/>
            <ac:spMk id="2" creationId="{6D0FBC5D-638F-EE5C-CCF5-56132728717D}"/>
          </ac:spMkLst>
        </pc:spChg>
        <pc:spChg chg="mod">
          <ac:chgData name="Viet. Nguyen Hoang - CMC ATI" userId="S::nhviet1@cmc.com.vn::8b74393f-d80c-47bd-a370-5373c0174c23" providerId="AD" clId="Web-{AD775653-9DE9-F626-2093-9465D45E727E}" dt="2024-12-30T07:27:52.232" v="1100" actId="20577"/>
          <ac:spMkLst>
            <pc:docMk/>
            <pc:sldMk cId="1180945900" sldId="294"/>
            <ac:spMk id="4" creationId="{6C7AD9C4-BD9F-8904-34FD-BBD28AC9BDD0}"/>
          </ac:spMkLst>
        </pc:spChg>
        <pc:picChg chg="add mod modCrop">
          <ac:chgData name="Viet. Nguyen Hoang - CMC ATI" userId="S::nhviet1@cmc.com.vn::8b74393f-d80c-47bd-a370-5373c0174c23" providerId="AD" clId="Web-{AD775653-9DE9-F626-2093-9465D45E727E}" dt="2024-12-30T07:27:35.279" v="1094" actId="1076"/>
          <ac:picMkLst>
            <pc:docMk/>
            <pc:sldMk cId="1180945900" sldId="294"/>
            <ac:picMk id="5" creationId="{88799DF7-37C3-2007-2E13-3A3D923F4403}"/>
          </ac:picMkLst>
        </pc:picChg>
      </pc:sldChg>
      <pc:sldChg chg="del">
        <pc:chgData name="Viet. Nguyen Hoang - CMC ATI" userId="S::nhviet1@cmc.com.vn::8b74393f-d80c-47bd-a370-5373c0174c23" providerId="AD" clId="Web-{AD775653-9DE9-F626-2093-9465D45E727E}" dt="2024-12-30T04:58:07.181" v="18"/>
        <pc:sldMkLst>
          <pc:docMk/>
          <pc:sldMk cId="1661365793" sldId="294"/>
        </pc:sldMkLst>
      </pc:sldChg>
      <pc:sldChg chg="del">
        <pc:chgData name="Viet. Nguyen Hoang - CMC ATI" userId="S::nhviet1@cmc.com.vn::8b74393f-d80c-47bd-a370-5373c0174c23" providerId="AD" clId="Web-{AD775653-9DE9-F626-2093-9465D45E727E}" dt="2024-12-30T04:58:07.181" v="19"/>
        <pc:sldMkLst>
          <pc:docMk/>
          <pc:sldMk cId="2806911020" sldId="295"/>
        </pc:sldMkLst>
      </pc:sldChg>
      <pc:sldChg chg="modSp new ord">
        <pc:chgData name="Viet. Nguyen Hoang - CMC ATI" userId="S::nhviet1@cmc.com.vn::8b74393f-d80c-47bd-a370-5373c0174c23" providerId="AD" clId="Web-{AD775653-9DE9-F626-2093-9465D45E727E}" dt="2024-12-30T07:31:27.300" v="1139"/>
        <pc:sldMkLst>
          <pc:docMk/>
          <pc:sldMk cId="3584413626" sldId="295"/>
        </pc:sldMkLst>
        <pc:spChg chg="mod">
          <ac:chgData name="Viet. Nguyen Hoang - CMC ATI" userId="S::nhviet1@cmc.com.vn::8b74393f-d80c-47bd-a370-5373c0174c23" providerId="AD" clId="Web-{AD775653-9DE9-F626-2093-9465D45E727E}" dt="2024-12-30T07:31:08.409" v="1138" actId="20577"/>
          <ac:spMkLst>
            <pc:docMk/>
            <pc:sldMk cId="3584413626" sldId="295"/>
            <ac:spMk id="2" creationId="{00CB7FFD-3695-E7E3-0276-17CA1C8C4304}"/>
          </ac:spMkLst>
        </pc:spChg>
        <pc:spChg chg="mod">
          <ac:chgData name="Viet. Nguyen Hoang - CMC ATI" userId="S::nhviet1@cmc.com.vn::8b74393f-d80c-47bd-a370-5373c0174c23" providerId="AD" clId="Web-{AD775653-9DE9-F626-2093-9465D45E727E}" dt="2024-12-30T07:30:46.049" v="1127" actId="20577"/>
          <ac:spMkLst>
            <pc:docMk/>
            <pc:sldMk cId="3584413626" sldId="295"/>
            <ac:spMk id="4" creationId="{298FAE9C-866C-0E1C-6300-8F967556745A}"/>
          </ac:spMkLst>
        </pc:spChg>
      </pc:sldChg>
      <pc:sldChg chg="modSp new">
        <pc:chgData name="Viet. Nguyen Hoang - CMC ATI" userId="S::nhviet1@cmc.com.vn::8b74393f-d80c-47bd-a370-5373c0174c23" providerId="AD" clId="Web-{AD775653-9DE9-F626-2093-9465D45E727E}" dt="2024-12-30T07:31:51.879" v="1162" actId="14100"/>
        <pc:sldMkLst>
          <pc:docMk/>
          <pc:sldMk cId="1926007102" sldId="296"/>
        </pc:sldMkLst>
        <pc:spChg chg="mod">
          <ac:chgData name="Viet. Nguyen Hoang - CMC ATI" userId="S::nhviet1@cmc.com.vn::8b74393f-d80c-47bd-a370-5373c0174c23" providerId="AD" clId="Web-{AD775653-9DE9-F626-2093-9465D45E727E}" dt="2024-12-30T07:31:51.879" v="1162" actId="14100"/>
          <ac:spMkLst>
            <pc:docMk/>
            <pc:sldMk cId="1926007102" sldId="296"/>
            <ac:spMk id="2" creationId="{D02A8DE7-CFD6-306A-1346-0D2156B691B5}"/>
          </ac:spMkLst>
        </pc:spChg>
        <pc:spChg chg="mod">
          <ac:chgData name="Viet. Nguyen Hoang - CMC ATI" userId="S::nhviet1@cmc.com.vn::8b74393f-d80c-47bd-a370-5373c0174c23" providerId="AD" clId="Web-{AD775653-9DE9-F626-2093-9465D45E727E}" dt="2024-12-30T07:31:36.097" v="1149" actId="20577"/>
          <ac:spMkLst>
            <pc:docMk/>
            <pc:sldMk cId="1926007102" sldId="296"/>
            <ac:spMk id="4" creationId="{5FEB7248-BA40-1AC8-FBBA-2C39FA3B29E9}"/>
          </ac:spMkLst>
        </pc:spChg>
      </pc:sldChg>
      <pc:sldChg chg="del">
        <pc:chgData name="Viet. Nguyen Hoang - CMC ATI" userId="S::nhviet1@cmc.com.vn::8b74393f-d80c-47bd-a370-5373c0174c23" providerId="AD" clId="Web-{AD775653-9DE9-F626-2093-9465D45E727E}" dt="2024-12-30T04:58:07.197" v="37"/>
        <pc:sldMkLst>
          <pc:docMk/>
          <pc:sldMk cId="4030731150" sldId="296"/>
        </pc:sldMkLst>
      </pc:sldChg>
      <pc:sldChg chg="del">
        <pc:chgData name="Viet. Nguyen Hoang - CMC ATI" userId="S::nhviet1@cmc.com.vn::8b74393f-d80c-47bd-a370-5373c0174c23" providerId="AD" clId="Web-{AD775653-9DE9-F626-2093-9465D45E727E}" dt="2024-12-30T04:58:07.181" v="16"/>
        <pc:sldMkLst>
          <pc:docMk/>
          <pc:sldMk cId="1206203000" sldId="297"/>
        </pc:sldMkLst>
      </pc:sldChg>
    </pc:docChg>
  </pc:docChgLst>
  <pc:docChgLst>
    <pc:chgData name="Viet." userId="8b74393f-d80c-47bd-a370-5373c0174c23" providerId="ADAL" clId="{AB1934D1-3D99-4D8E-A41A-79B8BA6C8FAD}"/>
    <pc:docChg chg="undo redo custSel addSld delSld modSld sldOrd modMainMaster addSection delSection modSection">
      <pc:chgData name="Viet." userId="8b74393f-d80c-47bd-a370-5373c0174c23" providerId="ADAL" clId="{AB1934D1-3D99-4D8E-A41A-79B8BA6C8FAD}" dt="2024-12-30T04:51:26.822" v="1796"/>
      <pc:docMkLst>
        <pc:docMk/>
      </pc:docMkLst>
      <pc:sldChg chg="modSp mod ord">
        <pc:chgData name="Viet." userId="8b74393f-d80c-47bd-a370-5373c0174c23" providerId="ADAL" clId="{AB1934D1-3D99-4D8E-A41A-79B8BA6C8FAD}" dt="2024-12-30T02:55:13.061" v="196"/>
        <pc:sldMkLst>
          <pc:docMk/>
          <pc:sldMk cId="1253848682" sldId="267"/>
        </pc:sldMkLst>
        <pc:spChg chg="mod">
          <ac:chgData name="Viet." userId="8b74393f-d80c-47bd-a370-5373c0174c23" providerId="ADAL" clId="{AB1934D1-3D99-4D8E-A41A-79B8BA6C8FAD}" dt="2024-12-30T02:54:49.758" v="192"/>
          <ac:spMkLst>
            <pc:docMk/>
            <pc:sldMk cId="1253848682" sldId="267"/>
            <ac:spMk id="2" creationId="{78EACC5C-4747-42C2-9BF5-D1B4A984743F}"/>
          </ac:spMkLst>
        </pc:spChg>
      </pc:sldChg>
      <pc:sldChg chg="modSp new mod">
        <pc:chgData name="Viet." userId="8b74393f-d80c-47bd-a370-5373c0174c23" providerId="ADAL" clId="{AB1934D1-3D99-4D8E-A41A-79B8BA6C8FAD}" dt="2024-12-24T17:34:15.427" v="72" actId="20577"/>
        <pc:sldMkLst>
          <pc:docMk/>
          <pc:sldMk cId="1128137042" sldId="270"/>
        </pc:sldMkLst>
      </pc:sldChg>
      <pc:sldChg chg="del">
        <pc:chgData name="Viet." userId="8b74393f-d80c-47bd-a370-5373c0174c23" providerId="ADAL" clId="{AB1934D1-3D99-4D8E-A41A-79B8BA6C8FAD}" dt="2024-12-24T16:55:06.124" v="25" actId="47"/>
        <pc:sldMkLst>
          <pc:docMk/>
          <pc:sldMk cId="933841201" sldId="271"/>
        </pc:sldMkLst>
      </pc:sldChg>
      <pc:sldChg chg="addSp delSp modSp new mod modNotesTx">
        <pc:chgData name="Viet." userId="8b74393f-d80c-47bd-a370-5373c0174c23" providerId="ADAL" clId="{AB1934D1-3D99-4D8E-A41A-79B8BA6C8FAD}" dt="2024-12-30T02:53:13.017" v="173" actId="313"/>
        <pc:sldMkLst>
          <pc:docMk/>
          <pc:sldMk cId="2315308487" sldId="271"/>
        </pc:sldMkLst>
      </pc:sldChg>
      <pc:sldChg chg="del">
        <pc:chgData name="Viet." userId="8b74393f-d80c-47bd-a370-5373c0174c23" providerId="ADAL" clId="{AB1934D1-3D99-4D8E-A41A-79B8BA6C8FAD}" dt="2024-12-24T16:55:06.124" v="25" actId="47"/>
        <pc:sldMkLst>
          <pc:docMk/>
          <pc:sldMk cId="2133594070" sldId="272"/>
        </pc:sldMkLst>
      </pc:sldChg>
      <pc:sldChg chg="addSp delSp modSp new mod">
        <pc:chgData name="Viet." userId="8b74393f-d80c-47bd-a370-5373c0174c23" providerId="ADAL" clId="{AB1934D1-3D99-4D8E-A41A-79B8BA6C8FAD}" dt="2024-12-30T04:24:42.793" v="1629" actId="1076"/>
        <pc:sldMkLst>
          <pc:docMk/>
          <pc:sldMk cId="3533115284" sldId="272"/>
        </pc:sldMkLst>
      </pc:sldChg>
      <pc:sldChg chg="addSp delSp modSp new mod">
        <pc:chgData name="Viet." userId="8b74393f-d80c-47bd-a370-5373c0174c23" providerId="ADAL" clId="{AB1934D1-3D99-4D8E-A41A-79B8BA6C8FAD}" dt="2024-12-30T03:11:57.308" v="347" actId="20577"/>
        <pc:sldMkLst>
          <pc:docMk/>
          <pc:sldMk cId="2654672157" sldId="273"/>
        </pc:sldMkLst>
      </pc:sldChg>
      <pc:sldChg chg="modSp new mod">
        <pc:chgData name="Viet." userId="8b74393f-d80c-47bd-a370-5373c0174c23" providerId="ADAL" clId="{AB1934D1-3D99-4D8E-A41A-79B8BA6C8FAD}" dt="2024-12-30T03:06:09.176" v="212" actId="113"/>
        <pc:sldMkLst>
          <pc:docMk/>
          <pc:sldMk cId="1181968764" sldId="274"/>
        </pc:sldMkLst>
      </pc:sldChg>
      <pc:sldChg chg="addSp delSp modSp new del mod">
        <pc:chgData name="Viet." userId="8b74393f-d80c-47bd-a370-5373c0174c23" providerId="ADAL" clId="{AB1934D1-3D99-4D8E-A41A-79B8BA6C8FAD}" dt="2024-12-30T03:09:24.876" v="280" actId="47"/>
        <pc:sldMkLst>
          <pc:docMk/>
          <pc:sldMk cId="2752581281" sldId="275"/>
        </pc:sldMkLst>
      </pc:sldChg>
      <pc:sldChg chg="addSp delSp modSp new mod">
        <pc:chgData name="Viet." userId="8b74393f-d80c-47bd-a370-5373c0174c23" providerId="ADAL" clId="{AB1934D1-3D99-4D8E-A41A-79B8BA6C8FAD}" dt="2024-12-30T04:41:38.601" v="1734" actId="20577"/>
        <pc:sldMkLst>
          <pc:docMk/>
          <pc:sldMk cId="603947028" sldId="276"/>
        </pc:sldMkLst>
      </pc:sldChg>
      <pc:sldChg chg="addSp delSp modSp new mod">
        <pc:chgData name="Viet." userId="8b74393f-d80c-47bd-a370-5373c0174c23" providerId="ADAL" clId="{AB1934D1-3D99-4D8E-A41A-79B8BA6C8FAD}" dt="2024-12-30T04:00:51.611" v="1193" actId="20577"/>
        <pc:sldMkLst>
          <pc:docMk/>
          <pc:sldMk cId="3273083857" sldId="277"/>
        </pc:sldMkLst>
      </pc:sldChg>
      <pc:sldChg chg="new del">
        <pc:chgData name="Viet." userId="8b74393f-d80c-47bd-a370-5373c0174c23" providerId="ADAL" clId="{AB1934D1-3D99-4D8E-A41A-79B8BA6C8FAD}" dt="2024-12-30T03:10:57.035" v="285" actId="680"/>
        <pc:sldMkLst>
          <pc:docMk/>
          <pc:sldMk cId="1018927763" sldId="278"/>
        </pc:sldMkLst>
      </pc:sldChg>
      <pc:sldChg chg="addSp delSp modSp new mod">
        <pc:chgData name="Viet." userId="8b74393f-d80c-47bd-a370-5373c0174c23" providerId="ADAL" clId="{AB1934D1-3D99-4D8E-A41A-79B8BA6C8FAD}" dt="2024-12-30T03:35:04.247" v="780" actId="1076"/>
        <pc:sldMkLst>
          <pc:docMk/>
          <pc:sldMk cId="2626817488" sldId="278"/>
        </pc:sldMkLst>
      </pc:sldChg>
      <pc:sldChg chg="modSp new del mod ord">
        <pc:chgData name="Viet." userId="8b74393f-d80c-47bd-a370-5373c0174c23" providerId="ADAL" clId="{AB1934D1-3D99-4D8E-A41A-79B8BA6C8FAD}" dt="2024-12-30T03:11:13.040" v="314" actId="47"/>
        <pc:sldMkLst>
          <pc:docMk/>
          <pc:sldMk cId="3119722951" sldId="278"/>
        </pc:sldMkLst>
      </pc:sldChg>
      <pc:sldChg chg="addSp delSp modSp new mod ord">
        <pc:chgData name="Viet." userId="8b74393f-d80c-47bd-a370-5373c0174c23" providerId="ADAL" clId="{AB1934D1-3D99-4D8E-A41A-79B8BA6C8FAD}" dt="2024-12-30T03:57:02.170" v="1047" actId="113"/>
        <pc:sldMkLst>
          <pc:docMk/>
          <pc:sldMk cId="2374884668" sldId="279"/>
        </pc:sldMkLst>
      </pc:sldChg>
      <pc:sldChg chg="modSp new mod">
        <pc:chgData name="Viet." userId="8b74393f-d80c-47bd-a370-5373c0174c23" providerId="ADAL" clId="{AB1934D1-3D99-4D8E-A41A-79B8BA6C8FAD}" dt="2024-12-30T03:29:33.985" v="563" actId="20577"/>
        <pc:sldMkLst>
          <pc:docMk/>
          <pc:sldMk cId="128518637" sldId="280"/>
        </pc:sldMkLst>
      </pc:sldChg>
      <pc:sldChg chg="addSp delSp modSp new mod">
        <pc:chgData name="Viet." userId="8b74393f-d80c-47bd-a370-5373c0174c23" providerId="ADAL" clId="{AB1934D1-3D99-4D8E-A41A-79B8BA6C8FAD}" dt="2024-12-30T03:34:15.004" v="769" actId="313"/>
        <pc:sldMkLst>
          <pc:docMk/>
          <pc:sldMk cId="2782240792" sldId="281"/>
        </pc:sldMkLst>
      </pc:sldChg>
      <pc:sldChg chg="addSp delSp modSp new del">
        <pc:chgData name="Viet." userId="8b74393f-d80c-47bd-a370-5373c0174c23" providerId="ADAL" clId="{AB1934D1-3D99-4D8E-A41A-79B8BA6C8FAD}" dt="2024-12-30T03:29:32.052" v="562" actId="680"/>
        <pc:sldMkLst>
          <pc:docMk/>
          <pc:sldMk cId="4269181752" sldId="281"/>
        </pc:sldMkLst>
      </pc:sldChg>
      <pc:sldChg chg="addSp delSp modSp new mod">
        <pc:chgData name="Viet." userId="8b74393f-d80c-47bd-a370-5373c0174c23" providerId="ADAL" clId="{AB1934D1-3D99-4D8E-A41A-79B8BA6C8FAD}" dt="2024-12-30T03:55:20.445" v="1019" actId="113"/>
        <pc:sldMkLst>
          <pc:docMk/>
          <pc:sldMk cId="2366127243" sldId="282"/>
        </pc:sldMkLst>
      </pc:sldChg>
      <pc:sldChg chg="addSp delSp modSp new mod ord">
        <pc:chgData name="Viet." userId="8b74393f-d80c-47bd-a370-5373c0174c23" providerId="ADAL" clId="{AB1934D1-3D99-4D8E-A41A-79B8BA6C8FAD}" dt="2024-12-30T03:53:18.145" v="989" actId="113"/>
        <pc:sldMkLst>
          <pc:docMk/>
          <pc:sldMk cId="3994218760" sldId="283"/>
        </pc:sldMkLst>
      </pc:sldChg>
      <pc:sldChg chg="addSp delSp modSp new mod">
        <pc:chgData name="Viet." userId="8b74393f-d80c-47bd-a370-5373c0174c23" providerId="ADAL" clId="{AB1934D1-3D99-4D8E-A41A-79B8BA6C8FAD}" dt="2024-12-30T03:59:12.992" v="1107" actId="113"/>
        <pc:sldMkLst>
          <pc:docMk/>
          <pc:sldMk cId="1067905408" sldId="284"/>
        </pc:sldMkLst>
      </pc:sldChg>
      <pc:sldChg chg="addSp delSp modSp new mod">
        <pc:chgData name="Viet." userId="8b74393f-d80c-47bd-a370-5373c0174c23" providerId="ADAL" clId="{AB1934D1-3D99-4D8E-A41A-79B8BA6C8FAD}" dt="2024-12-30T03:48:10.185" v="848" actId="1076"/>
        <pc:sldMkLst>
          <pc:docMk/>
          <pc:sldMk cId="59019072" sldId="285"/>
        </pc:sldMkLst>
      </pc:sldChg>
      <pc:sldChg chg="addSp delSp modSp new mod">
        <pc:chgData name="Viet." userId="8b74393f-d80c-47bd-a370-5373c0174c23" providerId="ADAL" clId="{AB1934D1-3D99-4D8E-A41A-79B8BA6C8FAD}" dt="2024-12-30T03:51:57.395" v="950"/>
        <pc:sldMkLst>
          <pc:docMk/>
          <pc:sldMk cId="2693173114" sldId="286"/>
        </pc:sldMkLst>
      </pc:sldChg>
      <pc:sldChg chg="addSp delSp modSp new mod">
        <pc:chgData name="Viet." userId="8b74393f-d80c-47bd-a370-5373c0174c23" providerId="ADAL" clId="{AB1934D1-3D99-4D8E-A41A-79B8BA6C8FAD}" dt="2024-12-30T03:52:51.307" v="985" actId="1076"/>
        <pc:sldMkLst>
          <pc:docMk/>
          <pc:sldMk cId="2078357127" sldId="287"/>
        </pc:sldMkLst>
      </pc:sldChg>
      <pc:sldChg chg="addSp delSp modSp new mod">
        <pc:chgData name="Viet." userId="8b74393f-d80c-47bd-a370-5373c0174c23" providerId="ADAL" clId="{AB1934D1-3D99-4D8E-A41A-79B8BA6C8FAD}" dt="2024-12-30T03:56:21.395" v="1036" actId="20577"/>
        <pc:sldMkLst>
          <pc:docMk/>
          <pc:sldMk cId="744675035" sldId="288"/>
        </pc:sldMkLst>
      </pc:sldChg>
      <pc:sldChg chg="addSp delSp modSp new mod">
        <pc:chgData name="Viet." userId="8b74393f-d80c-47bd-a370-5373c0174c23" providerId="ADAL" clId="{AB1934D1-3D99-4D8E-A41A-79B8BA6C8FAD}" dt="2024-12-30T03:58:23.497" v="1080" actId="732"/>
        <pc:sldMkLst>
          <pc:docMk/>
          <pc:sldMk cId="3162710657" sldId="289"/>
        </pc:sldMkLst>
      </pc:sldChg>
      <pc:sldChg chg="addSp delSp modSp new mod">
        <pc:chgData name="Viet." userId="8b74393f-d80c-47bd-a370-5373c0174c23" providerId="ADAL" clId="{AB1934D1-3D99-4D8E-A41A-79B8BA6C8FAD}" dt="2024-12-30T03:59:58.807" v="1147" actId="1076"/>
        <pc:sldMkLst>
          <pc:docMk/>
          <pc:sldMk cId="3321389754" sldId="290"/>
        </pc:sldMkLst>
      </pc:sldChg>
      <pc:sldChg chg="del">
        <pc:chgData name="Viet." userId="8b74393f-d80c-47bd-a370-5373c0174c23" providerId="ADAL" clId="{AB1934D1-3D99-4D8E-A41A-79B8BA6C8FAD}" dt="2024-12-24T16:55:06.124" v="25" actId="47"/>
        <pc:sldMkLst>
          <pc:docMk/>
          <pc:sldMk cId="3645335510" sldId="291"/>
        </pc:sldMkLst>
      </pc:sldChg>
      <pc:sldChg chg="addSp delSp modSp new mod">
        <pc:chgData name="Viet." userId="8b74393f-d80c-47bd-a370-5373c0174c23" providerId="ADAL" clId="{AB1934D1-3D99-4D8E-A41A-79B8BA6C8FAD}" dt="2024-12-30T04:08:48.026" v="1519" actId="20577"/>
        <pc:sldMkLst>
          <pc:docMk/>
          <pc:sldMk cId="3927253660" sldId="291"/>
        </pc:sldMkLst>
      </pc:sldChg>
      <pc:sldChg chg="addSp delSp modSp new mod">
        <pc:chgData name="Viet." userId="8b74393f-d80c-47bd-a370-5373c0174c23" providerId="ADAL" clId="{AB1934D1-3D99-4D8E-A41A-79B8BA6C8FAD}" dt="2024-12-30T04:39:43.897" v="1731" actId="20577"/>
        <pc:sldMkLst>
          <pc:docMk/>
          <pc:sldMk cId="1390512495" sldId="292"/>
        </pc:sldMkLst>
      </pc:sldChg>
      <pc:sldChg chg="modSp new mod">
        <pc:chgData name="Viet." userId="8b74393f-d80c-47bd-a370-5373c0174c23" providerId="ADAL" clId="{AB1934D1-3D99-4D8E-A41A-79B8BA6C8FAD}" dt="2024-12-30T04:20:44.726" v="1564" actId="20577"/>
        <pc:sldMkLst>
          <pc:docMk/>
          <pc:sldMk cId="1894612539" sldId="293"/>
        </pc:sldMkLst>
      </pc:sldChg>
      <pc:sldChg chg="del">
        <pc:chgData name="Viet." userId="8b74393f-d80c-47bd-a370-5373c0174c23" providerId="ADAL" clId="{AB1934D1-3D99-4D8E-A41A-79B8BA6C8FAD}" dt="2024-12-24T16:55:06.124" v="25" actId="47"/>
        <pc:sldMkLst>
          <pc:docMk/>
          <pc:sldMk cId="1904943400" sldId="293"/>
        </pc:sldMkLst>
      </pc:sldChg>
      <pc:sldChg chg="modSp new mod ord">
        <pc:chgData name="Viet." userId="8b74393f-d80c-47bd-a370-5373c0174c23" providerId="ADAL" clId="{AB1934D1-3D99-4D8E-A41A-79B8BA6C8FAD}" dt="2024-12-30T04:23:52.957" v="1620"/>
        <pc:sldMkLst>
          <pc:docMk/>
          <pc:sldMk cId="1661365793" sldId="294"/>
        </pc:sldMkLst>
      </pc:sldChg>
      <pc:sldChg chg="del">
        <pc:chgData name="Viet." userId="8b74393f-d80c-47bd-a370-5373c0174c23" providerId="ADAL" clId="{AB1934D1-3D99-4D8E-A41A-79B8BA6C8FAD}" dt="2024-12-24T16:55:06.124" v="25" actId="47"/>
        <pc:sldMkLst>
          <pc:docMk/>
          <pc:sldMk cId="1782691101" sldId="295"/>
        </pc:sldMkLst>
      </pc:sldChg>
      <pc:sldChg chg="addSp delSp modSp new mod ord">
        <pc:chgData name="Viet." userId="8b74393f-d80c-47bd-a370-5373c0174c23" providerId="ADAL" clId="{AB1934D1-3D99-4D8E-A41A-79B8BA6C8FAD}" dt="2024-12-30T04:25:50.883" v="1656"/>
        <pc:sldMkLst>
          <pc:docMk/>
          <pc:sldMk cId="2806911020" sldId="295"/>
        </pc:sldMkLst>
      </pc:sldChg>
      <pc:sldChg chg="addSp modSp new mod">
        <pc:chgData name="Viet." userId="8b74393f-d80c-47bd-a370-5373c0174c23" providerId="ADAL" clId="{AB1934D1-3D99-4D8E-A41A-79B8BA6C8FAD}" dt="2024-12-30T04:42:54.172" v="1780" actId="1076"/>
        <pc:sldMkLst>
          <pc:docMk/>
          <pc:sldMk cId="4030731150" sldId="296"/>
        </pc:sldMkLst>
      </pc:sldChg>
      <pc:sldChg chg="del">
        <pc:chgData name="Viet." userId="8b74393f-d80c-47bd-a370-5373c0174c23" providerId="ADAL" clId="{AB1934D1-3D99-4D8E-A41A-79B8BA6C8FAD}" dt="2024-12-24T16:55:06.124" v="25" actId="47"/>
        <pc:sldMkLst>
          <pc:docMk/>
          <pc:sldMk cId="261326312" sldId="297"/>
        </pc:sldMkLst>
      </pc:sldChg>
      <pc:sldChg chg="modSp new mod">
        <pc:chgData name="Viet." userId="8b74393f-d80c-47bd-a370-5373c0174c23" providerId="ADAL" clId="{AB1934D1-3D99-4D8E-A41A-79B8BA6C8FAD}" dt="2024-12-30T04:51:26.822" v="1796"/>
        <pc:sldMkLst>
          <pc:docMk/>
          <pc:sldMk cId="1206203000" sldId="297"/>
        </pc:sldMkLst>
      </pc:sldChg>
      <pc:sldChg chg="del">
        <pc:chgData name="Viet." userId="8b74393f-d80c-47bd-a370-5373c0174c23" providerId="ADAL" clId="{AB1934D1-3D99-4D8E-A41A-79B8BA6C8FAD}" dt="2024-12-24T16:55:06.124" v="25" actId="47"/>
        <pc:sldMkLst>
          <pc:docMk/>
          <pc:sldMk cId="4161277920" sldId="298"/>
        </pc:sldMkLst>
      </pc:sldChg>
      <pc:sldChg chg="del">
        <pc:chgData name="Viet." userId="8b74393f-d80c-47bd-a370-5373c0174c23" providerId="ADAL" clId="{AB1934D1-3D99-4D8E-A41A-79B8BA6C8FAD}" dt="2024-12-24T16:55:06.124" v="25" actId="47"/>
        <pc:sldMkLst>
          <pc:docMk/>
          <pc:sldMk cId="627850246" sldId="299"/>
        </pc:sldMkLst>
      </pc:sldChg>
      <pc:sldChg chg="del">
        <pc:chgData name="Viet." userId="8b74393f-d80c-47bd-a370-5373c0174c23" providerId="ADAL" clId="{AB1934D1-3D99-4D8E-A41A-79B8BA6C8FAD}" dt="2024-12-24T16:55:06.124" v="25" actId="47"/>
        <pc:sldMkLst>
          <pc:docMk/>
          <pc:sldMk cId="3846496342" sldId="300"/>
        </pc:sldMkLst>
      </pc:sldChg>
      <pc:sldChg chg="del">
        <pc:chgData name="Viet." userId="8b74393f-d80c-47bd-a370-5373c0174c23" providerId="ADAL" clId="{AB1934D1-3D99-4D8E-A41A-79B8BA6C8FAD}" dt="2024-12-24T16:55:06.124" v="25" actId="47"/>
        <pc:sldMkLst>
          <pc:docMk/>
          <pc:sldMk cId="1196503882" sldId="301"/>
        </pc:sldMkLst>
      </pc:sldChg>
      <pc:sldChg chg="del">
        <pc:chgData name="Viet." userId="8b74393f-d80c-47bd-a370-5373c0174c23" providerId="ADAL" clId="{AB1934D1-3D99-4D8E-A41A-79B8BA6C8FAD}" dt="2024-12-24T16:55:06.124" v="25" actId="47"/>
        <pc:sldMkLst>
          <pc:docMk/>
          <pc:sldMk cId="2363464642" sldId="302"/>
        </pc:sldMkLst>
      </pc:sldChg>
      <pc:sldChg chg="del">
        <pc:chgData name="Viet." userId="8b74393f-d80c-47bd-a370-5373c0174c23" providerId="ADAL" clId="{AB1934D1-3D99-4D8E-A41A-79B8BA6C8FAD}" dt="2024-12-24T16:55:06.124" v="25" actId="47"/>
        <pc:sldMkLst>
          <pc:docMk/>
          <pc:sldMk cId="2180807293" sldId="303"/>
        </pc:sldMkLst>
      </pc:sldChg>
      <pc:sldChg chg="del">
        <pc:chgData name="Viet." userId="8b74393f-d80c-47bd-a370-5373c0174c23" providerId="ADAL" clId="{AB1934D1-3D99-4D8E-A41A-79B8BA6C8FAD}" dt="2024-12-24T16:55:06.124" v="25" actId="47"/>
        <pc:sldMkLst>
          <pc:docMk/>
          <pc:sldMk cId="995685273" sldId="304"/>
        </pc:sldMkLst>
      </pc:sldChg>
      <pc:sldChg chg="del">
        <pc:chgData name="Viet." userId="8b74393f-d80c-47bd-a370-5373c0174c23" providerId="ADAL" clId="{AB1934D1-3D99-4D8E-A41A-79B8BA6C8FAD}" dt="2024-12-24T16:55:06.124" v="25" actId="47"/>
        <pc:sldMkLst>
          <pc:docMk/>
          <pc:sldMk cId="938503402" sldId="305"/>
        </pc:sldMkLst>
      </pc:sldChg>
      <pc:sldChg chg="del">
        <pc:chgData name="Viet." userId="8b74393f-d80c-47bd-a370-5373c0174c23" providerId="ADAL" clId="{AB1934D1-3D99-4D8E-A41A-79B8BA6C8FAD}" dt="2024-12-24T16:55:06.124" v="25" actId="47"/>
        <pc:sldMkLst>
          <pc:docMk/>
          <pc:sldMk cId="2497540809" sldId="306"/>
        </pc:sldMkLst>
      </pc:sldChg>
      <pc:sldChg chg="del">
        <pc:chgData name="Viet." userId="8b74393f-d80c-47bd-a370-5373c0174c23" providerId="ADAL" clId="{AB1934D1-3D99-4D8E-A41A-79B8BA6C8FAD}" dt="2024-12-24T16:55:06.124" v="25" actId="47"/>
        <pc:sldMkLst>
          <pc:docMk/>
          <pc:sldMk cId="2348122299" sldId="307"/>
        </pc:sldMkLst>
      </pc:sldChg>
      <pc:sldChg chg="del">
        <pc:chgData name="Viet." userId="8b74393f-d80c-47bd-a370-5373c0174c23" providerId="ADAL" clId="{AB1934D1-3D99-4D8E-A41A-79B8BA6C8FAD}" dt="2024-12-24T16:55:06.124" v="25" actId="47"/>
        <pc:sldMkLst>
          <pc:docMk/>
          <pc:sldMk cId="2725462218" sldId="308"/>
        </pc:sldMkLst>
      </pc:sldChg>
      <pc:sldChg chg="del">
        <pc:chgData name="Viet." userId="8b74393f-d80c-47bd-a370-5373c0174c23" providerId="ADAL" clId="{AB1934D1-3D99-4D8E-A41A-79B8BA6C8FAD}" dt="2024-12-24T16:55:06.124" v="25" actId="47"/>
        <pc:sldMkLst>
          <pc:docMk/>
          <pc:sldMk cId="325939935" sldId="309"/>
        </pc:sldMkLst>
      </pc:sldChg>
      <pc:sldChg chg="del">
        <pc:chgData name="Viet." userId="8b74393f-d80c-47bd-a370-5373c0174c23" providerId="ADAL" clId="{AB1934D1-3D99-4D8E-A41A-79B8BA6C8FAD}" dt="2024-12-24T16:55:06.124" v="25" actId="47"/>
        <pc:sldMkLst>
          <pc:docMk/>
          <pc:sldMk cId="2848946386" sldId="310"/>
        </pc:sldMkLst>
      </pc:sldChg>
      <pc:sldChg chg="del">
        <pc:chgData name="Viet." userId="8b74393f-d80c-47bd-a370-5373c0174c23" providerId="ADAL" clId="{AB1934D1-3D99-4D8E-A41A-79B8BA6C8FAD}" dt="2024-12-24T16:55:06.124" v="25" actId="47"/>
        <pc:sldMkLst>
          <pc:docMk/>
          <pc:sldMk cId="2004606849" sldId="311"/>
        </pc:sldMkLst>
      </pc:sldChg>
      <pc:sldChg chg="del">
        <pc:chgData name="Viet." userId="8b74393f-d80c-47bd-a370-5373c0174c23" providerId="ADAL" clId="{AB1934D1-3D99-4D8E-A41A-79B8BA6C8FAD}" dt="2024-12-24T16:55:07.735" v="26" actId="47"/>
        <pc:sldMkLst>
          <pc:docMk/>
          <pc:sldMk cId="909265755" sldId="313"/>
        </pc:sldMkLst>
      </pc:sldChg>
      <pc:sldChg chg="del">
        <pc:chgData name="Viet." userId="8b74393f-d80c-47bd-a370-5373c0174c23" providerId="ADAL" clId="{AB1934D1-3D99-4D8E-A41A-79B8BA6C8FAD}" dt="2024-12-24T16:55:08.518" v="27" actId="47"/>
        <pc:sldMkLst>
          <pc:docMk/>
          <pc:sldMk cId="3004681399" sldId="314"/>
        </pc:sldMkLst>
      </pc:sldChg>
      <pc:sldChg chg="del">
        <pc:chgData name="Viet." userId="8b74393f-d80c-47bd-a370-5373c0174c23" providerId="ADAL" clId="{AB1934D1-3D99-4D8E-A41A-79B8BA6C8FAD}" dt="2024-12-24T16:55:06.124" v="25" actId="47"/>
        <pc:sldMkLst>
          <pc:docMk/>
          <pc:sldMk cId="3951736494" sldId="316"/>
        </pc:sldMkLst>
      </pc:sldChg>
      <pc:sldChg chg="del">
        <pc:chgData name="Viet." userId="8b74393f-d80c-47bd-a370-5373c0174c23" providerId="ADAL" clId="{AB1934D1-3D99-4D8E-A41A-79B8BA6C8FAD}" dt="2024-12-24T16:55:06.124" v="25" actId="47"/>
        <pc:sldMkLst>
          <pc:docMk/>
          <pc:sldMk cId="2079067374" sldId="317"/>
        </pc:sldMkLst>
      </pc:sldChg>
      <pc:sldChg chg="del">
        <pc:chgData name="Viet." userId="8b74393f-d80c-47bd-a370-5373c0174c23" providerId="ADAL" clId="{AB1934D1-3D99-4D8E-A41A-79B8BA6C8FAD}" dt="2024-12-24T16:55:06.124" v="25" actId="47"/>
        <pc:sldMkLst>
          <pc:docMk/>
          <pc:sldMk cId="3708176231" sldId="318"/>
        </pc:sldMkLst>
      </pc:sldChg>
      <pc:sldChg chg="del">
        <pc:chgData name="Viet." userId="8b74393f-d80c-47bd-a370-5373c0174c23" providerId="ADAL" clId="{AB1934D1-3D99-4D8E-A41A-79B8BA6C8FAD}" dt="2024-12-24T16:55:06.124" v="25" actId="47"/>
        <pc:sldMkLst>
          <pc:docMk/>
          <pc:sldMk cId="1532523571" sldId="319"/>
        </pc:sldMkLst>
      </pc:sldChg>
      <pc:sldChg chg="del">
        <pc:chgData name="Viet." userId="8b74393f-d80c-47bd-a370-5373c0174c23" providerId="ADAL" clId="{AB1934D1-3D99-4D8E-A41A-79B8BA6C8FAD}" dt="2024-12-24T16:55:06.124" v="25" actId="47"/>
        <pc:sldMkLst>
          <pc:docMk/>
          <pc:sldMk cId="2346931727" sldId="320"/>
        </pc:sldMkLst>
      </pc:sldChg>
      <pc:sldChg chg="del">
        <pc:chgData name="Viet." userId="8b74393f-d80c-47bd-a370-5373c0174c23" providerId="ADAL" clId="{AB1934D1-3D99-4D8E-A41A-79B8BA6C8FAD}" dt="2024-12-24T16:55:06.124" v="25" actId="47"/>
        <pc:sldMkLst>
          <pc:docMk/>
          <pc:sldMk cId="1106988954" sldId="321"/>
        </pc:sldMkLst>
      </pc:sldChg>
      <pc:sldChg chg="del">
        <pc:chgData name="Viet." userId="8b74393f-d80c-47bd-a370-5373c0174c23" providerId="ADAL" clId="{AB1934D1-3D99-4D8E-A41A-79B8BA6C8FAD}" dt="2024-12-24T16:55:06.124" v="25" actId="47"/>
        <pc:sldMkLst>
          <pc:docMk/>
          <pc:sldMk cId="1425908042" sldId="322"/>
        </pc:sldMkLst>
      </pc:sldChg>
      <pc:sldChg chg="del">
        <pc:chgData name="Viet." userId="8b74393f-d80c-47bd-a370-5373c0174c23" providerId="ADAL" clId="{AB1934D1-3D99-4D8E-A41A-79B8BA6C8FAD}" dt="2024-12-24T16:55:06.124" v="25" actId="47"/>
        <pc:sldMkLst>
          <pc:docMk/>
          <pc:sldMk cId="3057776307" sldId="325"/>
        </pc:sldMkLst>
      </pc:sldChg>
      <pc:sldChg chg="del">
        <pc:chgData name="Viet." userId="8b74393f-d80c-47bd-a370-5373c0174c23" providerId="ADAL" clId="{AB1934D1-3D99-4D8E-A41A-79B8BA6C8FAD}" dt="2024-12-24T16:55:06.124" v="25" actId="47"/>
        <pc:sldMkLst>
          <pc:docMk/>
          <pc:sldMk cId="3504665661" sldId="326"/>
        </pc:sldMkLst>
      </pc:sldChg>
      <pc:sldChg chg="del">
        <pc:chgData name="Viet." userId="8b74393f-d80c-47bd-a370-5373c0174c23" providerId="ADAL" clId="{AB1934D1-3D99-4D8E-A41A-79B8BA6C8FAD}" dt="2024-12-24T16:55:06.124" v="25" actId="47"/>
        <pc:sldMkLst>
          <pc:docMk/>
          <pc:sldMk cId="2490131503" sldId="327"/>
        </pc:sldMkLst>
      </pc:sldChg>
      <pc:sldChg chg="del">
        <pc:chgData name="Viet." userId="8b74393f-d80c-47bd-a370-5373c0174c23" providerId="ADAL" clId="{AB1934D1-3D99-4D8E-A41A-79B8BA6C8FAD}" dt="2024-12-24T16:55:06.124" v="25" actId="47"/>
        <pc:sldMkLst>
          <pc:docMk/>
          <pc:sldMk cId="3979017945" sldId="329"/>
        </pc:sldMkLst>
      </pc:sldChg>
      <pc:sldChg chg="del">
        <pc:chgData name="Viet." userId="8b74393f-d80c-47bd-a370-5373c0174c23" providerId="ADAL" clId="{AB1934D1-3D99-4D8E-A41A-79B8BA6C8FAD}" dt="2024-12-24T16:55:06.124" v="25" actId="47"/>
        <pc:sldMkLst>
          <pc:docMk/>
          <pc:sldMk cId="3530672837" sldId="330"/>
        </pc:sldMkLst>
      </pc:sldChg>
      <pc:sldChg chg="del">
        <pc:chgData name="Viet." userId="8b74393f-d80c-47bd-a370-5373c0174c23" providerId="ADAL" clId="{AB1934D1-3D99-4D8E-A41A-79B8BA6C8FAD}" dt="2024-12-24T16:55:06.124" v="25" actId="47"/>
        <pc:sldMkLst>
          <pc:docMk/>
          <pc:sldMk cId="598819525" sldId="332"/>
        </pc:sldMkLst>
      </pc:sldChg>
      <pc:sldMasterChg chg="modSldLayout">
        <pc:chgData name="Viet." userId="8b74393f-d80c-47bd-a370-5373c0174c23" providerId="ADAL" clId="{AB1934D1-3D99-4D8E-A41A-79B8BA6C8FAD}" dt="2024-12-24T17:33:45.179" v="69" actId="2710"/>
        <pc:sldMasterMkLst>
          <pc:docMk/>
          <pc:sldMasterMk cId="2016598143" sldId="2147483672"/>
        </pc:sldMasterMkLst>
        <pc:sldLayoutChg chg="modSp">
          <pc:chgData name="Viet." userId="8b74393f-d80c-47bd-a370-5373c0174c23" providerId="ADAL" clId="{AB1934D1-3D99-4D8E-A41A-79B8BA6C8FAD}" dt="2024-12-24T17:33:09.172" v="62" actId="2710"/>
          <pc:sldLayoutMkLst>
            <pc:docMk/>
            <pc:sldMasterMk cId="2016598143" sldId="2147483672"/>
            <pc:sldLayoutMk cId="1451884" sldId="2147483673"/>
          </pc:sldLayoutMkLst>
          <pc:spChg chg="mod">
            <ac:chgData name="Viet." userId="8b74393f-d80c-47bd-a370-5373c0174c23" providerId="ADAL" clId="{AB1934D1-3D99-4D8E-A41A-79B8BA6C8FAD}" dt="2024-12-24T17:33:09.172" v="62" actId="2710"/>
            <ac:spMkLst>
              <pc:docMk/>
              <pc:sldMasterMk cId="2016598143" sldId="2147483672"/>
              <pc:sldLayoutMk cId="1451884" sldId="2147483673"/>
              <ac:spMk id="3" creationId="{4A957C91-5AD0-4461-941C-245F034364DB}"/>
            </ac:spMkLst>
          </pc:spChg>
        </pc:sldLayoutChg>
        <pc:sldLayoutChg chg="modSp">
          <pc:chgData name="Viet." userId="8b74393f-d80c-47bd-a370-5373c0174c23" providerId="ADAL" clId="{AB1934D1-3D99-4D8E-A41A-79B8BA6C8FAD}" dt="2024-12-24T17:33:00.410" v="60" actId="2710"/>
          <pc:sldLayoutMkLst>
            <pc:docMk/>
            <pc:sldMasterMk cId="2016598143" sldId="2147483672"/>
            <pc:sldLayoutMk cId="1405949028" sldId="2147483674"/>
          </pc:sldLayoutMkLst>
          <pc:spChg chg="mod">
            <ac:chgData name="Viet." userId="8b74393f-d80c-47bd-a370-5373c0174c23" providerId="ADAL" clId="{AB1934D1-3D99-4D8E-A41A-79B8BA6C8FAD}" dt="2024-12-24T17:33:00.410" v="60" actId="2710"/>
            <ac:spMkLst>
              <pc:docMk/>
              <pc:sldMasterMk cId="2016598143" sldId="2147483672"/>
              <pc:sldLayoutMk cId="1405949028" sldId="2147483674"/>
              <ac:spMk id="3" creationId="{601F51A7-6B22-4874-8FC5-ED388E5D187B}"/>
            </ac:spMkLst>
          </pc:spChg>
        </pc:sldLayoutChg>
        <pc:sldLayoutChg chg="modSp">
          <pc:chgData name="Viet." userId="8b74393f-d80c-47bd-a370-5373c0174c23" providerId="ADAL" clId="{AB1934D1-3D99-4D8E-A41A-79B8BA6C8FAD}" dt="2024-12-24T17:33:18.554" v="63" actId="2710"/>
          <pc:sldLayoutMkLst>
            <pc:docMk/>
            <pc:sldMasterMk cId="2016598143" sldId="2147483672"/>
            <pc:sldLayoutMk cId="2107828609" sldId="2147483675"/>
          </pc:sldLayoutMkLst>
          <pc:spChg chg="mod">
            <ac:chgData name="Viet." userId="8b74393f-d80c-47bd-a370-5373c0174c23" providerId="ADAL" clId="{AB1934D1-3D99-4D8E-A41A-79B8BA6C8FAD}" dt="2024-12-24T17:33:18.554" v="63" actId="2710"/>
            <ac:spMkLst>
              <pc:docMk/>
              <pc:sldMasterMk cId="2016598143" sldId="2147483672"/>
              <pc:sldLayoutMk cId="2107828609" sldId="2147483675"/>
              <ac:spMk id="3" creationId="{FAA6E213-C056-49F2-8A77-C3C4C25F42D3}"/>
            </ac:spMkLst>
          </pc:spChg>
        </pc:sldLayoutChg>
        <pc:sldLayoutChg chg="modSp">
          <pc:chgData name="Viet." userId="8b74393f-d80c-47bd-a370-5373c0174c23" providerId="ADAL" clId="{AB1934D1-3D99-4D8E-A41A-79B8BA6C8FAD}" dt="2024-12-24T17:33:28.311" v="65" actId="2710"/>
          <pc:sldLayoutMkLst>
            <pc:docMk/>
            <pc:sldMasterMk cId="2016598143" sldId="2147483672"/>
            <pc:sldLayoutMk cId="1041146034" sldId="2147483676"/>
          </pc:sldLayoutMkLst>
          <pc:spChg chg="mod">
            <ac:chgData name="Viet." userId="8b74393f-d80c-47bd-a370-5373c0174c23" providerId="ADAL" clId="{AB1934D1-3D99-4D8E-A41A-79B8BA6C8FAD}" dt="2024-12-24T17:33:24.215" v="64" actId="2710"/>
            <ac:spMkLst>
              <pc:docMk/>
              <pc:sldMasterMk cId="2016598143" sldId="2147483672"/>
              <pc:sldLayoutMk cId="1041146034" sldId="2147483676"/>
              <ac:spMk id="3" creationId="{575F5726-7887-4ED4-A172-AF9307881508}"/>
            </ac:spMkLst>
          </pc:spChg>
          <pc:spChg chg="mod">
            <ac:chgData name="Viet." userId="8b74393f-d80c-47bd-a370-5373c0174c23" providerId="ADAL" clId="{AB1934D1-3D99-4D8E-A41A-79B8BA6C8FAD}" dt="2024-12-24T17:33:28.311" v="65" actId="2710"/>
            <ac:spMkLst>
              <pc:docMk/>
              <pc:sldMasterMk cId="2016598143" sldId="2147483672"/>
              <pc:sldLayoutMk cId="1041146034" sldId="2147483676"/>
              <ac:spMk id="4" creationId="{7CA0F843-3E9A-4C49-A1AC-A3FA71EF7350}"/>
            </ac:spMkLst>
          </pc:spChg>
        </pc:sldLayoutChg>
        <pc:sldLayoutChg chg="modSp">
          <pc:chgData name="Viet." userId="8b74393f-d80c-47bd-a370-5373c0174c23" providerId="ADAL" clId="{AB1934D1-3D99-4D8E-A41A-79B8BA6C8FAD}" dt="2024-12-24T17:33:45.179" v="69" actId="2710"/>
          <pc:sldLayoutMkLst>
            <pc:docMk/>
            <pc:sldMasterMk cId="2016598143" sldId="2147483672"/>
            <pc:sldLayoutMk cId="3072891960" sldId="2147483677"/>
          </pc:sldLayoutMkLst>
          <pc:spChg chg="mod">
            <ac:chgData name="Viet." userId="8b74393f-d80c-47bd-a370-5373c0174c23" providerId="ADAL" clId="{AB1934D1-3D99-4D8E-A41A-79B8BA6C8FAD}" dt="2024-12-24T17:33:42.125" v="68" actId="2710"/>
            <ac:spMkLst>
              <pc:docMk/>
              <pc:sldMasterMk cId="2016598143" sldId="2147483672"/>
              <pc:sldLayoutMk cId="3072891960" sldId="2147483677"/>
              <ac:spMk id="3" creationId="{8241CF06-6B06-4E7F-82EA-7C5047EA60A1}"/>
            </ac:spMkLst>
          </pc:spChg>
          <pc:spChg chg="mod">
            <ac:chgData name="Viet." userId="8b74393f-d80c-47bd-a370-5373c0174c23" providerId="ADAL" clId="{AB1934D1-3D99-4D8E-A41A-79B8BA6C8FAD}" dt="2024-12-24T17:33:34.720" v="66" actId="2710"/>
            <ac:spMkLst>
              <pc:docMk/>
              <pc:sldMasterMk cId="2016598143" sldId="2147483672"/>
              <pc:sldLayoutMk cId="3072891960" sldId="2147483677"/>
              <ac:spMk id="4" creationId="{4FD9E841-81B0-403F-B4A9-7ACB7AAF8E75}"/>
            </ac:spMkLst>
          </pc:spChg>
          <pc:spChg chg="mod">
            <ac:chgData name="Viet." userId="8b74393f-d80c-47bd-a370-5373c0174c23" providerId="ADAL" clId="{AB1934D1-3D99-4D8E-A41A-79B8BA6C8FAD}" dt="2024-12-24T17:33:45.179" v="69" actId="2710"/>
            <ac:spMkLst>
              <pc:docMk/>
              <pc:sldMasterMk cId="2016598143" sldId="2147483672"/>
              <pc:sldLayoutMk cId="3072891960" sldId="2147483677"/>
              <ac:spMk id="5" creationId="{10BB9AEE-2F75-43DB-921D-43380FB8C592}"/>
            </ac:spMkLst>
          </pc:spChg>
          <pc:spChg chg="mod">
            <ac:chgData name="Viet." userId="8b74393f-d80c-47bd-a370-5373c0174c23" providerId="ADAL" clId="{AB1934D1-3D99-4D8E-A41A-79B8BA6C8FAD}" dt="2024-12-24T17:33:38.134" v="67" actId="2710"/>
            <ac:spMkLst>
              <pc:docMk/>
              <pc:sldMasterMk cId="2016598143" sldId="2147483672"/>
              <pc:sldLayoutMk cId="3072891960" sldId="2147483677"/>
              <ac:spMk id="6" creationId="{34F1E4C2-CBB6-4430-BE56-3BF9E9AA8B7D}"/>
            </ac:spMkLst>
          </pc:spChg>
        </pc:sldLayoutChg>
      </pc:sldMasterChg>
    </pc:docChg>
  </pc:docChgLst>
  <pc:docChgLst>
    <pc:chgData name="Viet." userId="8b74393f-d80c-47bd-a370-5373c0174c23" providerId="ADAL" clId="{EFEC3215-73A2-4DE4-A277-7EF0E9B5CC4E}"/>
    <pc:docChg chg="undo redo custSel addSld delSld modSld sldOrd addSection delSection modSection">
      <pc:chgData name="Viet." userId="8b74393f-d80c-47bd-a370-5373c0174c23" providerId="ADAL" clId="{EFEC3215-73A2-4DE4-A277-7EF0E9B5CC4E}" dt="2024-12-17T09:23:26.276" v="3154" actId="20578"/>
      <pc:docMkLst>
        <pc:docMk/>
      </pc:docMkLst>
      <pc:sldChg chg="modSp mod">
        <pc:chgData name="Viet." userId="8b74393f-d80c-47bd-a370-5373c0174c23" providerId="ADAL" clId="{EFEC3215-73A2-4DE4-A277-7EF0E9B5CC4E}" dt="2024-12-16T10:09:05.114" v="963" actId="20577"/>
        <pc:sldMkLst>
          <pc:docMk/>
          <pc:sldMk cId="1253848682" sldId="267"/>
        </pc:sldMkLst>
        <pc:spChg chg="mod">
          <ac:chgData name="Viet." userId="8b74393f-d80c-47bd-a370-5373c0174c23" providerId="ADAL" clId="{EFEC3215-73A2-4DE4-A277-7EF0E9B5CC4E}" dt="2024-12-16T10:09:05.114" v="963" actId="20577"/>
          <ac:spMkLst>
            <pc:docMk/>
            <pc:sldMk cId="1253848682" sldId="267"/>
            <ac:spMk id="2" creationId="{78EACC5C-4747-42C2-9BF5-D1B4A984743F}"/>
          </ac:spMkLst>
        </pc:spChg>
      </pc:sldChg>
      <pc:sldChg chg="new del">
        <pc:chgData name="Viet." userId="8b74393f-d80c-47bd-a370-5373c0174c23" providerId="ADAL" clId="{EFEC3215-73A2-4DE4-A277-7EF0E9B5CC4E}" dt="2024-12-16T09:16:08.043" v="84" actId="680"/>
        <pc:sldMkLst>
          <pc:docMk/>
          <pc:sldMk cId="1736076361" sldId="270"/>
        </pc:sldMkLst>
      </pc:sldChg>
      <pc:sldChg chg="addSp modSp new del mod">
        <pc:chgData name="Viet." userId="8b74393f-d80c-47bd-a370-5373c0174c23" providerId="ADAL" clId="{EFEC3215-73A2-4DE4-A277-7EF0E9B5CC4E}" dt="2024-12-16T10:08:57.139" v="945" actId="47"/>
        <pc:sldMkLst>
          <pc:docMk/>
          <pc:sldMk cId="2279245842" sldId="270"/>
        </pc:sldMkLst>
      </pc:sldChg>
      <pc:sldChg chg="addSp delSp modSp new del mod modNotesTx">
        <pc:chgData name="Viet." userId="8b74393f-d80c-47bd-a370-5373c0174c23" providerId="ADAL" clId="{EFEC3215-73A2-4DE4-A277-7EF0E9B5CC4E}" dt="2024-12-17T06:53:41.375" v="1889" actId="47"/>
        <pc:sldMkLst>
          <pc:docMk/>
          <pc:sldMk cId="310553564" sldId="271"/>
        </pc:sldMkLst>
      </pc:sldChg>
      <pc:sldChg chg="del">
        <pc:chgData name="Viet." userId="8b74393f-d80c-47bd-a370-5373c0174c23" providerId="ADAL" clId="{EFEC3215-73A2-4DE4-A277-7EF0E9B5CC4E}" dt="2024-12-16T09:15:41.738" v="74" actId="47"/>
        <pc:sldMkLst>
          <pc:docMk/>
          <pc:sldMk cId="376706786" sldId="271"/>
        </pc:sldMkLst>
      </pc:sldChg>
      <pc:sldChg chg="addSp delSp modSp new del mod ord">
        <pc:chgData name="Viet." userId="8b74393f-d80c-47bd-a370-5373c0174c23" providerId="ADAL" clId="{EFEC3215-73A2-4DE4-A277-7EF0E9B5CC4E}" dt="2024-12-16T09:43:41.511" v="450" actId="47"/>
        <pc:sldMkLst>
          <pc:docMk/>
          <pc:sldMk cId="1195014352" sldId="272"/>
        </pc:sldMkLst>
      </pc:sldChg>
      <pc:sldChg chg="modSp new del mod">
        <pc:chgData name="Viet." userId="8b74393f-d80c-47bd-a370-5373c0174c23" providerId="ADAL" clId="{EFEC3215-73A2-4DE4-A277-7EF0E9B5CC4E}" dt="2024-12-16T09:53:17.997" v="693" actId="47"/>
        <pc:sldMkLst>
          <pc:docMk/>
          <pc:sldMk cId="1936305192" sldId="272"/>
        </pc:sldMkLst>
      </pc:sldChg>
      <pc:sldChg chg="del">
        <pc:chgData name="Viet." userId="8b74393f-d80c-47bd-a370-5373c0174c23" providerId="ADAL" clId="{EFEC3215-73A2-4DE4-A277-7EF0E9B5CC4E}" dt="2024-12-16T09:15:41.738" v="74" actId="47"/>
        <pc:sldMkLst>
          <pc:docMk/>
          <pc:sldMk cId="2094170688" sldId="272"/>
        </pc:sldMkLst>
      </pc:sldChg>
      <pc:sldChg chg="new del">
        <pc:chgData name="Viet." userId="8b74393f-d80c-47bd-a370-5373c0174c23" providerId="ADAL" clId="{EFEC3215-73A2-4DE4-A277-7EF0E9B5CC4E}" dt="2024-12-17T06:54:07.956" v="1890" actId="47"/>
        <pc:sldMkLst>
          <pc:docMk/>
          <pc:sldMk cId="2747709930" sldId="272"/>
        </pc:sldMkLst>
      </pc:sldChg>
      <pc:sldChg chg="modSp new del mod">
        <pc:chgData name="Viet." userId="8b74393f-d80c-47bd-a370-5373c0174c23" providerId="ADAL" clId="{EFEC3215-73A2-4DE4-A277-7EF0E9B5CC4E}" dt="2024-12-16T10:08:57.139" v="945" actId="47"/>
        <pc:sldMkLst>
          <pc:docMk/>
          <pc:sldMk cId="454007926" sldId="273"/>
        </pc:sldMkLst>
      </pc:sldChg>
      <pc:sldChg chg="modSp new mod modNotesTx">
        <pc:chgData name="Viet." userId="8b74393f-d80c-47bd-a370-5373c0174c23" providerId="ADAL" clId="{EFEC3215-73A2-4DE4-A277-7EF0E9B5CC4E}" dt="2024-12-17T07:23:31.722" v="2134" actId="20577"/>
        <pc:sldMkLst>
          <pc:docMk/>
          <pc:sldMk cId="711413094" sldId="273"/>
        </pc:sldMkLst>
      </pc:sldChg>
      <pc:sldChg chg="del">
        <pc:chgData name="Viet." userId="8b74393f-d80c-47bd-a370-5373c0174c23" providerId="ADAL" clId="{EFEC3215-73A2-4DE4-A277-7EF0E9B5CC4E}" dt="2024-12-16T09:15:41.738" v="74" actId="47"/>
        <pc:sldMkLst>
          <pc:docMk/>
          <pc:sldMk cId="1315415549" sldId="273"/>
        </pc:sldMkLst>
      </pc:sldChg>
      <pc:sldChg chg="new del">
        <pc:chgData name="Viet." userId="8b74393f-d80c-47bd-a370-5373c0174c23" providerId="ADAL" clId="{EFEC3215-73A2-4DE4-A277-7EF0E9B5CC4E}" dt="2024-12-16T10:20:05.330" v="968" actId="680"/>
        <pc:sldMkLst>
          <pc:docMk/>
          <pc:sldMk cId="2465776623" sldId="273"/>
        </pc:sldMkLst>
      </pc:sldChg>
      <pc:sldChg chg="new del">
        <pc:chgData name="Viet." userId="8b74393f-d80c-47bd-a370-5373c0174c23" providerId="ADAL" clId="{EFEC3215-73A2-4DE4-A277-7EF0E9B5CC4E}" dt="2024-12-16T09:51:50.404" v="671" actId="680"/>
        <pc:sldMkLst>
          <pc:docMk/>
          <pc:sldMk cId="472163072" sldId="274"/>
        </pc:sldMkLst>
      </pc:sldChg>
      <pc:sldChg chg="addSp delSp modSp new del mod">
        <pc:chgData name="Viet." userId="8b74393f-d80c-47bd-a370-5373c0174c23" providerId="ADAL" clId="{EFEC3215-73A2-4DE4-A277-7EF0E9B5CC4E}" dt="2024-12-17T07:14:54.684" v="2007" actId="47"/>
        <pc:sldMkLst>
          <pc:docMk/>
          <pc:sldMk cId="2317294318" sldId="274"/>
        </pc:sldMkLst>
      </pc:sldChg>
      <pc:sldChg chg="addSp modSp new del mod">
        <pc:chgData name="Viet." userId="8b74393f-d80c-47bd-a370-5373c0174c23" providerId="ADAL" clId="{EFEC3215-73A2-4DE4-A277-7EF0E9B5CC4E}" dt="2024-12-16T10:08:57.139" v="945" actId="47"/>
        <pc:sldMkLst>
          <pc:docMk/>
          <pc:sldMk cId="3627677066" sldId="274"/>
        </pc:sldMkLst>
      </pc:sldChg>
      <pc:sldChg chg="addSp delSp modSp new del mod">
        <pc:chgData name="Viet." userId="8b74393f-d80c-47bd-a370-5373c0174c23" providerId="ADAL" clId="{EFEC3215-73A2-4DE4-A277-7EF0E9B5CC4E}" dt="2024-12-17T07:16:02.013" v="2021" actId="47"/>
        <pc:sldMkLst>
          <pc:docMk/>
          <pc:sldMk cId="3503007613" sldId="275"/>
        </pc:sldMkLst>
      </pc:sldChg>
      <pc:sldChg chg="addSp delSp modSp new del mod">
        <pc:chgData name="Viet." userId="8b74393f-d80c-47bd-a370-5373c0174c23" providerId="ADAL" clId="{EFEC3215-73A2-4DE4-A277-7EF0E9B5CC4E}" dt="2024-12-16T10:08:57.139" v="945" actId="47"/>
        <pc:sldMkLst>
          <pc:docMk/>
          <pc:sldMk cId="4284038370" sldId="275"/>
        </pc:sldMkLst>
      </pc:sldChg>
      <pc:sldChg chg="modSp new del mod">
        <pc:chgData name="Viet." userId="8b74393f-d80c-47bd-a370-5373c0174c23" providerId="ADAL" clId="{EFEC3215-73A2-4DE4-A277-7EF0E9B5CC4E}" dt="2024-12-16T10:08:57.139" v="945" actId="47"/>
        <pc:sldMkLst>
          <pc:docMk/>
          <pc:sldMk cId="257095652" sldId="276"/>
        </pc:sldMkLst>
      </pc:sldChg>
      <pc:sldChg chg="addSp delSp modSp new del mod">
        <pc:chgData name="Viet." userId="8b74393f-d80c-47bd-a370-5373c0174c23" providerId="ADAL" clId="{EFEC3215-73A2-4DE4-A277-7EF0E9B5CC4E}" dt="2024-12-17T07:21:17.696" v="2129" actId="47"/>
        <pc:sldMkLst>
          <pc:docMk/>
          <pc:sldMk cId="1181231356" sldId="276"/>
        </pc:sldMkLst>
      </pc:sldChg>
      <pc:sldChg chg="modSp new del mod">
        <pc:chgData name="Viet." userId="8b74393f-d80c-47bd-a370-5373c0174c23" providerId="ADAL" clId="{EFEC3215-73A2-4DE4-A277-7EF0E9B5CC4E}" dt="2024-12-16T10:08:57.139" v="945" actId="47"/>
        <pc:sldMkLst>
          <pc:docMk/>
          <pc:sldMk cId="1669992593" sldId="277"/>
        </pc:sldMkLst>
      </pc:sldChg>
      <pc:sldChg chg="modSp new del mod">
        <pc:chgData name="Viet." userId="8b74393f-d80c-47bd-a370-5373c0174c23" providerId="ADAL" clId="{EFEC3215-73A2-4DE4-A277-7EF0E9B5CC4E}" dt="2024-12-17T07:21:12.936" v="2128" actId="47"/>
        <pc:sldMkLst>
          <pc:docMk/>
          <pc:sldMk cId="2225171832" sldId="277"/>
        </pc:sldMkLst>
      </pc:sldChg>
      <pc:sldChg chg="del">
        <pc:chgData name="Viet." userId="8b74393f-d80c-47bd-a370-5373c0174c23" providerId="ADAL" clId="{EFEC3215-73A2-4DE4-A277-7EF0E9B5CC4E}" dt="2024-12-16T09:15:41.738" v="74" actId="47"/>
        <pc:sldMkLst>
          <pc:docMk/>
          <pc:sldMk cId="3765456993" sldId="277"/>
        </pc:sldMkLst>
      </pc:sldChg>
      <pc:sldChg chg="addSp modSp new del mod">
        <pc:chgData name="Viet." userId="8b74393f-d80c-47bd-a370-5373c0174c23" providerId="ADAL" clId="{EFEC3215-73A2-4DE4-A277-7EF0E9B5CC4E}" dt="2024-12-16T10:08:57.139" v="945" actId="47"/>
        <pc:sldMkLst>
          <pc:docMk/>
          <pc:sldMk cId="18222036" sldId="278"/>
        </pc:sldMkLst>
      </pc:sldChg>
      <pc:sldChg chg="del">
        <pc:chgData name="Viet." userId="8b74393f-d80c-47bd-a370-5373c0174c23" providerId="ADAL" clId="{EFEC3215-73A2-4DE4-A277-7EF0E9B5CC4E}" dt="2024-12-16T09:15:41.738" v="74" actId="47"/>
        <pc:sldMkLst>
          <pc:docMk/>
          <pc:sldMk cId="1487775499" sldId="278"/>
        </pc:sldMkLst>
      </pc:sldChg>
      <pc:sldChg chg="addSp delSp modSp new del mod">
        <pc:chgData name="Viet." userId="8b74393f-d80c-47bd-a370-5373c0174c23" providerId="ADAL" clId="{EFEC3215-73A2-4DE4-A277-7EF0E9B5CC4E}" dt="2024-12-17T07:21:12.936" v="2128" actId="47"/>
        <pc:sldMkLst>
          <pc:docMk/>
          <pc:sldMk cId="3586693770" sldId="278"/>
        </pc:sldMkLst>
      </pc:sldChg>
      <pc:sldChg chg="del">
        <pc:chgData name="Viet." userId="8b74393f-d80c-47bd-a370-5373c0174c23" providerId="ADAL" clId="{EFEC3215-73A2-4DE4-A277-7EF0E9B5CC4E}" dt="2024-12-16T09:15:41.738" v="74" actId="47"/>
        <pc:sldMkLst>
          <pc:docMk/>
          <pc:sldMk cId="585384535" sldId="279"/>
        </pc:sldMkLst>
      </pc:sldChg>
      <pc:sldChg chg="addSp delSp modSp new del mod">
        <pc:chgData name="Viet." userId="8b74393f-d80c-47bd-a370-5373c0174c23" providerId="ADAL" clId="{EFEC3215-73A2-4DE4-A277-7EF0E9B5CC4E}" dt="2024-12-17T07:21:12.936" v="2128" actId="47"/>
        <pc:sldMkLst>
          <pc:docMk/>
          <pc:sldMk cId="1744827134" sldId="279"/>
        </pc:sldMkLst>
      </pc:sldChg>
      <pc:sldChg chg="modSp new del mod">
        <pc:chgData name="Viet." userId="8b74393f-d80c-47bd-a370-5373c0174c23" providerId="ADAL" clId="{EFEC3215-73A2-4DE4-A277-7EF0E9B5CC4E}" dt="2024-12-16T10:08:57.139" v="945" actId="47"/>
        <pc:sldMkLst>
          <pc:docMk/>
          <pc:sldMk cId="2208119837" sldId="279"/>
        </pc:sldMkLst>
      </pc:sldChg>
      <pc:sldChg chg="addSp delSp modSp new del mod">
        <pc:chgData name="Viet." userId="8b74393f-d80c-47bd-a370-5373c0174c23" providerId="ADAL" clId="{EFEC3215-73A2-4DE4-A277-7EF0E9B5CC4E}" dt="2024-12-17T07:21:12.936" v="2128" actId="47"/>
        <pc:sldMkLst>
          <pc:docMk/>
          <pc:sldMk cId="740164300" sldId="280"/>
        </pc:sldMkLst>
      </pc:sldChg>
      <pc:sldChg chg="modSp new del mod ord">
        <pc:chgData name="Viet." userId="8b74393f-d80c-47bd-a370-5373c0174c23" providerId="ADAL" clId="{EFEC3215-73A2-4DE4-A277-7EF0E9B5CC4E}" dt="2024-12-16T10:08:57.139" v="945" actId="47"/>
        <pc:sldMkLst>
          <pc:docMk/>
          <pc:sldMk cId="1330809576" sldId="280"/>
        </pc:sldMkLst>
      </pc:sldChg>
      <pc:sldChg chg="new del">
        <pc:chgData name="Viet." userId="8b74393f-d80c-47bd-a370-5373c0174c23" providerId="ADAL" clId="{EFEC3215-73A2-4DE4-A277-7EF0E9B5CC4E}" dt="2024-12-16T10:03:10.359" v="898" actId="680"/>
        <pc:sldMkLst>
          <pc:docMk/>
          <pc:sldMk cId="3156014972" sldId="280"/>
        </pc:sldMkLst>
      </pc:sldChg>
      <pc:sldChg chg="modSp new del mod">
        <pc:chgData name="Viet." userId="8b74393f-d80c-47bd-a370-5373c0174c23" providerId="ADAL" clId="{EFEC3215-73A2-4DE4-A277-7EF0E9B5CC4E}" dt="2024-12-17T07:21:12.936" v="2128" actId="47"/>
        <pc:sldMkLst>
          <pc:docMk/>
          <pc:sldMk cId="831352022" sldId="281"/>
        </pc:sldMkLst>
      </pc:sldChg>
      <pc:sldChg chg="del">
        <pc:chgData name="Viet." userId="8b74393f-d80c-47bd-a370-5373c0174c23" providerId="ADAL" clId="{EFEC3215-73A2-4DE4-A277-7EF0E9B5CC4E}" dt="2024-12-16T09:15:41.738" v="74" actId="47"/>
        <pc:sldMkLst>
          <pc:docMk/>
          <pc:sldMk cId="1872650155" sldId="281"/>
        </pc:sldMkLst>
      </pc:sldChg>
      <pc:sldChg chg="new del">
        <pc:chgData name="Viet." userId="8b74393f-d80c-47bd-a370-5373c0174c23" providerId="ADAL" clId="{EFEC3215-73A2-4DE4-A277-7EF0E9B5CC4E}" dt="2024-12-17T03:41:32.156" v="1740" actId="680"/>
        <pc:sldMkLst>
          <pc:docMk/>
          <pc:sldMk cId="2033775635" sldId="282"/>
        </pc:sldMkLst>
      </pc:sldChg>
      <pc:sldChg chg="new del">
        <pc:chgData name="Viet." userId="8b74393f-d80c-47bd-a370-5373c0174c23" providerId="ADAL" clId="{EFEC3215-73A2-4DE4-A277-7EF0E9B5CC4E}" dt="2024-12-17T05:00:37.806" v="1744" actId="680"/>
        <pc:sldMkLst>
          <pc:docMk/>
          <pc:sldMk cId="2829075357" sldId="282"/>
        </pc:sldMkLst>
      </pc:sldChg>
      <pc:sldChg chg="modSp new mod ord">
        <pc:chgData name="Viet." userId="8b74393f-d80c-47bd-a370-5373c0174c23" providerId="ADAL" clId="{EFEC3215-73A2-4DE4-A277-7EF0E9B5CC4E}" dt="2024-12-17T07:08:37.873" v="1925"/>
        <pc:sldMkLst>
          <pc:docMk/>
          <pc:sldMk cId="3857908653" sldId="282"/>
        </pc:sldMkLst>
      </pc:sldChg>
      <pc:sldChg chg="del">
        <pc:chgData name="Viet." userId="8b74393f-d80c-47bd-a370-5373c0174c23" providerId="ADAL" clId="{EFEC3215-73A2-4DE4-A277-7EF0E9B5CC4E}" dt="2024-12-16T09:15:41.738" v="74" actId="47"/>
        <pc:sldMkLst>
          <pc:docMk/>
          <pc:sldMk cId="875947354" sldId="283"/>
        </pc:sldMkLst>
      </pc:sldChg>
      <pc:sldChg chg="modSp new del mod">
        <pc:chgData name="Viet." userId="8b74393f-d80c-47bd-a370-5373c0174c23" providerId="ADAL" clId="{EFEC3215-73A2-4DE4-A277-7EF0E9B5CC4E}" dt="2024-12-17T06:53:37.705" v="1888" actId="47"/>
        <pc:sldMkLst>
          <pc:docMk/>
          <pc:sldMk cId="2053058770" sldId="283"/>
        </pc:sldMkLst>
      </pc:sldChg>
      <pc:sldChg chg="del">
        <pc:chgData name="Viet." userId="8b74393f-d80c-47bd-a370-5373c0174c23" providerId="ADAL" clId="{EFEC3215-73A2-4DE4-A277-7EF0E9B5CC4E}" dt="2024-12-16T09:15:41.738" v="74" actId="47"/>
        <pc:sldMkLst>
          <pc:docMk/>
          <pc:sldMk cId="1582178500" sldId="284"/>
        </pc:sldMkLst>
      </pc:sldChg>
      <pc:sldChg chg="addSp delSp modSp new mod">
        <pc:chgData name="Viet." userId="8b74393f-d80c-47bd-a370-5373c0174c23" providerId="ADAL" clId="{EFEC3215-73A2-4DE4-A277-7EF0E9B5CC4E}" dt="2024-12-17T06:41:22.258" v="1795" actId="27636"/>
        <pc:sldMkLst>
          <pc:docMk/>
          <pc:sldMk cId="4128601278" sldId="284"/>
        </pc:sldMkLst>
      </pc:sldChg>
      <pc:sldChg chg="del">
        <pc:chgData name="Viet." userId="8b74393f-d80c-47bd-a370-5373c0174c23" providerId="ADAL" clId="{EFEC3215-73A2-4DE4-A277-7EF0E9B5CC4E}" dt="2024-12-16T09:15:41.738" v="74" actId="47"/>
        <pc:sldMkLst>
          <pc:docMk/>
          <pc:sldMk cId="1634580373" sldId="285"/>
        </pc:sldMkLst>
      </pc:sldChg>
      <pc:sldChg chg="modSp new mod">
        <pc:chgData name="Viet." userId="8b74393f-d80c-47bd-a370-5373c0174c23" providerId="ADAL" clId="{EFEC3215-73A2-4DE4-A277-7EF0E9B5CC4E}" dt="2024-12-17T06:48:30.983" v="1831" actId="20577"/>
        <pc:sldMkLst>
          <pc:docMk/>
          <pc:sldMk cId="2925532911" sldId="285"/>
        </pc:sldMkLst>
      </pc:sldChg>
      <pc:sldChg chg="del">
        <pc:chgData name="Viet." userId="8b74393f-d80c-47bd-a370-5373c0174c23" providerId="ADAL" clId="{EFEC3215-73A2-4DE4-A277-7EF0E9B5CC4E}" dt="2024-12-16T09:15:41.738" v="74" actId="47"/>
        <pc:sldMkLst>
          <pc:docMk/>
          <pc:sldMk cId="334040366" sldId="286"/>
        </pc:sldMkLst>
      </pc:sldChg>
      <pc:sldChg chg="modSp new mod">
        <pc:chgData name="Viet." userId="8b74393f-d80c-47bd-a370-5373c0174c23" providerId="ADAL" clId="{EFEC3215-73A2-4DE4-A277-7EF0E9B5CC4E}" dt="2024-12-17T06:49:56.771" v="1856" actId="27636"/>
        <pc:sldMkLst>
          <pc:docMk/>
          <pc:sldMk cId="1947254076" sldId="286"/>
        </pc:sldMkLst>
      </pc:sldChg>
      <pc:sldChg chg="del">
        <pc:chgData name="Viet." userId="8b74393f-d80c-47bd-a370-5373c0174c23" providerId="ADAL" clId="{EFEC3215-73A2-4DE4-A277-7EF0E9B5CC4E}" dt="2024-12-16T09:15:41.738" v="74" actId="47"/>
        <pc:sldMkLst>
          <pc:docMk/>
          <pc:sldMk cId="587489568" sldId="287"/>
        </pc:sldMkLst>
      </pc:sldChg>
      <pc:sldChg chg="modSp new mod">
        <pc:chgData name="Viet." userId="8b74393f-d80c-47bd-a370-5373c0174c23" providerId="ADAL" clId="{EFEC3215-73A2-4DE4-A277-7EF0E9B5CC4E}" dt="2024-12-17T06:50:29.773" v="1879" actId="27636"/>
        <pc:sldMkLst>
          <pc:docMk/>
          <pc:sldMk cId="3638254920" sldId="287"/>
        </pc:sldMkLst>
      </pc:sldChg>
      <pc:sldChg chg="del">
        <pc:chgData name="Viet." userId="8b74393f-d80c-47bd-a370-5373c0174c23" providerId="ADAL" clId="{EFEC3215-73A2-4DE4-A277-7EF0E9B5CC4E}" dt="2024-12-16T09:15:41.738" v="74" actId="47"/>
        <pc:sldMkLst>
          <pc:docMk/>
          <pc:sldMk cId="1966936269" sldId="288"/>
        </pc:sldMkLst>
      </pc:sldChg>
      <pc:sldChg chg="modSp new add del mod">
        <pc:chgData name="Viet." userId="8b74393f-d80c-47bd-a370-5373c0174c23" providerId="ADAL" clId="{EFEC3215-73A2-4DE4-A277-7EF0E9B5CC4E}" dt="2024-12-17T06:53:35.411" v="1887" actId="47"/>
        <pc:sldMkLst>
          <pc:docMk/>
          <pc:sldMk cId="4226850554" sldId="288"/>
        </pc:sldMkLst>
      </pc:sldChg>
      <pc:sldChg chg="addSp delSp modSp new mod modNotesTx">
        <pc:chgData name="Viet." userId="8b74393f-d80c-47bd-a370-5373c0174c23" providerId="ADAL" clId="{EFEC3215-73A2-4DE4-A277-7EF0E9B5CC4E}" dt="2024-12-17T07:03:35.385" v="1923"/>
        <pc:sldMkLst>
          <pc:docMk/>
          <pc:sldMk cId="706688020" sldId="289"/>
        </pc:sldMkLst>
      </pc:sldChg>
      <pc:sldChg chg="del">
        <pc:chgData name="Viet." userId="8b74393f-d80c-47bd-a370-5373c0174c23" providerId="ADAL" clId="{EFEC3215-73A2-4DE4-A277-7EF0E9B5CC4E}" dt="2024-12-16T09:15:41.738" v="74" actId="47"/>
        <pc:sldMkLst>
          <pc:docMk/>
          <pc:sldMk cId="1877105804" sldId="289"/>
        </pc:sldMkLst>
      </pc:sldChg>
      <pc:sldChg chg="del">
        <pc:chgData name="Viet." userId="8b74393f-d80c-47bd-a370-5373c0174c23" providerId="ADAL" clId="{EFEC3215-73A2-4DE4-A277-7EF0E9B5CC4E}" dt="2024-12-16T09:15:41.738" v="74" actId="47"/>
        <pc:sldMkLst>
          <pc:docMk/>
          <pc:sldMk cId="888022355" sldId="290"/>
        </pc:sldMkLst>
      </pc:sldChg>
      <pc:sldChg chg="modSp new mod">
        <pc:chgData name="Viet." userId="8b74393f-d80c-47bd-a370-5373c0174c23" providerId="ADAL" clId="{EFEC3215-73A2-4DE4-A277-7EF0E9B5CC4E}" dt="2024-12-17T08:01:59.576" v="2406" actId="20577"/>
        <pc:sldMkLst>
          <pc:docMk/>
          <pc:sldMk cId="3003119213" sldId="290"/>
        </pc:sldMkLst>
      </pc:sldChg>
      <pc:sldChg chg="modSp new mod">
        <pc:chgData name="Viet." userId="8b74393f-d80c-47bd-a370-5373c0174c23" providerId="ADAL" clId="{EFEC3215-73A2-4DE4-A277-7EF0E9B5CC4E}" dt="2024-12-17T07:17:44.149" v="2056" actId="20577"/>
        <pc:sldMkLst>
          <pc:docMk/>
          <pc:sldMk cId="828158414" sldId="291"/>
        </pc:sldMkLst>
      </pc:sldChg>
      <pc:sldChg chg="del">
        <pc:chgData name="Viet." userId="8b74393f-d80c-47bd-a370-5373c0174c23" providerId="ADAL" clId="{EFEC3215-73A2-4DE4-A277-7EF0E9B5CC4E}" dt="2024-12-16T09:15:41.738" v="74" actId="47"/>
        <pc:sldMkLst>
          <pc:docMk/>
          <pc:sldMk cId="2506865761" sldId="291"/>
        </pc:sldMkLst>
      </pc:sldChg>
      <pc:sldChg chg="modSp new mod">
        <pc:chgData name="Viet." userId="8b74393f-d80c-47bd-a370-5373c0174c23" providerId="ADAL" clId="{EFEC3215-73A2-4DE4-A277-7EF0E9B5CC4E}" dt="2024-12-17T07:15:44.625" v="2020" actId="27636"/>
        <pc:sldMkLst>
          <pc:docMk/>
          <pc:sldMk cId="2496479116" sldId="292"/>
        </pc:sldMkLst>
      </pc:sldChg>
      <pc:sldChg chg="del">
        <pc:chgData name="Viet." userId="8b74393f-d80c-47bd-a370-5373c0174c23" providerId="ADAL" clId="{EFEC3215-73A2-4DE4-A277-7EF0E9B5CC4E}" dt="2024-12-16T09:15:41.738" v="74" actId="47"/>
        <pc:sldMkLst>
          <pc:docMk/>
          <pc:sldMk cId="3583917961" sldId="292"/>
        </pc:sldMkLst>
      </pc:sldChg>
      <pc:sldChg chg="del">
        <pc:chgData name="Viet." userId="8b74393f-d80c-47bd-a370-5373c0174c23" providerId="ADAL" clId="{EFEC3215-73A2-4DE4-A277-7EF0E9B5CC4E}" dt="2024-12-16T09:15:41.738" v="74" actId="47"/>
        <pc:sldMkLst>
          <pc:docMk/>
          <pc:sldMk cId="1265701753" sldId="293"/>
        </pc:sldMkLst>
      </pc:sldChg>
      <pc:sldChg chg="modSp new mod">
        <pc:chgData name="Viet." userId="8b74393f-d80c-47bd-a370-5373c0174c23" providerId="ADAL" clId="{EFEC3215-73A2-4DE4-A277-7EF0E9B5CC4E}" dt="2024-12-17T07:17:02.030" v="2036" actId="1076"/>
        <pc:sldMkLst>
          <pc:docMk/>
          <pc:sldMk cId="1735533459" sldId="293"/>
        </pc:sldMkLst>
      </pc:sldChg>
      <pc:sldChg chg="modSp new mod">
        <pc:chgData name="Viet." userId="8b74393f-d80c-47bd-a370-5373c0174c23" providerId="ADAL" clId="{EFEC3215-73A2-4DE4-A277-7EF0E9B5CC4E}" dt="2024-12-17T07:17:36.172" v="2053" actId="27636"/>
        <pc:sldMkLst>
          <pc:docMk/>
          <pc:sldMk cId="2015432751" sldId="294"/>
        </pc:sldMkLst>
      </pc:sldChg>
      <pc:sldChg chg="del">
        <pc:chgData name="Viet." userId="8b74393f-d80c-47bd-a370-5373c0174c23" providerId="ADAL" clId="{EFEC3215-73A2-4DE4-A277-7EF0E9B5CC4E}" dt="2024-12-16T09:15:41.738" v="74" actId="47"/>
        <pc:sldMkLst>
          <pc:docMk/>
          <pc:sldMk cId="3992243246" sldId="294"/>
        </pc:sldMkLst>
      </pc:sldChg>
      <pc:sldChg chg="del">
        <pc:chgData name="Viet." userId="8b74393f-d80c-47bd-a370-5373c0174c23" providerId="ADAL" clId="{EFEC3215-73A2-4DE4-A277-7EF0E9B5CC4E}" dt="2024-12-16T09:15:41.738" v="74" actId="47"/>
        <pc:sldMkLst>
          <pc:docMk/>
          <pc:sldMk cId="3466296032" sldId="295"/>
        </pc:sldMkLst>
      </pc:sldChg>
      <pc:sldChg chg="modSp new mod">
        <pc:chgData name="Viet." userId="8b74393f-d80c-47bd-a370-5373c0174c23" providerId="ADAL" clId="{EFEC3215-73A2-4DE4-A277-7EF0E9B5CC4E}" dt="2024-12-17T07:18:34.858" v="2084" actId="20577"/>
        <pc:sldMkLst>
          <pc:docMk/>
          <pc:sldMk cId="3780647802" sldId="295"/>
        </pc:sldMkLst>
      </pc:sldChg>
      <pc:sldChg chg="modSp new mod">
        <pc:chgData name="Viet." userId="8b74393f-d80c-47bd-a370-5373c0174c23" providerId="ADAL" clId="{EFEC3215-73A2-4DE4-A277-7EF0E9B5CC4E}" dt="2024-12-17T09:09:55.182" v="2736" actId="20577"/>
        <pc:sldMkLst>
          <pc:docMk/>
          <pc:sldMk cId="2170392358" sldId="296"/>
        </pc:sldMkLst>
      </pc:sldChg>
      <pc:sldChg chg="del">
        <pc:chgData name="Viet." userId="8b74393f-d80c-47bd-a370-5373c0174c23" providerId="ADAL" clId="{EFEC3215-73A2-4DE4-A277-7EF0E9B5CC4E}" dt="2024-12-16T09:15:41.738" v="74" actId="47"/>
        <pc:sldMkLst>
          <pc:docMk/>
          <pc:sldMk cId="2486421377" sldId="297"/>
        </pc:sldMkLst>
      </pc:sldChg>
      <pc:sldChg chg="modSp new mod">
        <pc:chgData name="Viet." userId="8b74393f-d80c-47bd-a370-5373c0174c23" providerId="ADAL" clId="{EFEC3215-73A2-4DE4-A277-7EF0E9B5CC4E}" dt="2024-12-17T09:17:15.512" v="2866" actId="20577"/>
        <pc:sldMkLst>
          <pc:docMk/>
          <pc:sldMk cId="3872929129" sldId="297"/>
        </pc:sldMkLst>
      </pc:sldChg>
      <pc:sldChg chg="del">
        <pc:chgData name="Viet." userId="8b74393f-d80c-47bd-a370-5373c0174c23" providerId="ADAL" clId="{EFEC3215-73A2-4DE4-A277-7EF0E9B5CC4E}" dt="2024-12-16T09:15:41.738" v="74" actId="47"/>
        <pc:sldMkLst>
          <pc:docMk/>
          <pc:sldMk cId="266466429" sldId="298"/>
        </pc:sldMkLst>
      </pc:sldChg>
      <pc:sldChg chg="modSp new mod">
        <pc:chgData name="Viet." userId="8b74393f-d80c-47bd-a370-5373c0174c23" providerId="ADAL" clId="{EFEC3215-73A2-4DE4-A277-7EF0E9B5CC4E}" dt="2024-12-17T09:18:23.829" v="2889" actId="1076"/>
        <pc:sldMkLst>
          <pc:docMk/>
          <pc:sldMk cId="1063808263" sldId="298"/>
        </pc:sldMkLst>
      </pc:sldChg>
      <pc:sldChg chg="del">
        <pc:chgData name="Viet." userId="8b74393f-d80c-47bd-a370-5373c0174c23" providerId="ADAL" clId="{EFEC3215-73A2-4DE4-A277-7EF0E9B5CC4E}" dt="2024-12-16T09:15:41.738" v="74" actId="47"/>
        <pc:sldMkLst>
          <pc:docMk/>
          <pc:sldMk cId="441416761" sldId="299"/>
        </pc:sldMkLst>
      </pc:sldChg>
      <pc:sldChg chg="addSp delSp modSp new mod ord">
        <pc:chgData name="Viet." userId="8b74393f-d80c-47bd-a370-5373c0174c23" providerId="ADAL" clId="{EFEC3215-73A2-4DE4-A277-7EF0E9B5CC4E}" dt="2024-12-17T09:23:26.276" v="3154" actId="20578"/>
        <pc:sldMkLst>
          <pc:docMk/>
          <pc:sldMk cId="2586431677" sldId="299"/>
        </pc:sldMkLst>
      </pc:sldChg>
      <pc:sldChg chg="modSp new mod ord">
        <pc:chgData name="Viet." userId="8b74393f-d80c-47bd-a370-5373c0174c23" providerId="ADAL" clId="{EFEC3215-73A2-4DE4-A277-7EF0E9B5CC4E}" dt="2024-12-17T08:01:08.386" v="2395" actId="2710"/>
        <pc:sldMkLst>
          <pc:docMk/>
          <pc:sldMk cId="2261838932" sldId="300"/>
        </pc:sldMkLst>
      </pc:sldChg>
      <pc:sldChg chg="del">
        <pc:chgData name="Viet." userId="8b74393f-d80c-47bd-a370-5373c0174c23" providerId="ADAL" clId="{EFEC3215-73A2-4DE4-A277-7EF0E9B5CC4E}" dt="2024-12-16T09:15:41.738" v="74" actId="47"/>
        <pc:sldMkLst>
          <pc:docMk/>
          <pc:sldMk cId="3278453615" sldId="300"/>
        </pc:sldMkLst>
      </pc:sldChg>
      <pc:sldChg chg="modSp new del mod">
        <pc:chgData name="Viet." userId="8b74393f-d80c-47bd-a370-5373c0174c23" providerId="ADAL" clId="{EFEC3215-73A2-4DE4-A277-7EF0E9B5CC4E}" dt="2024-12-17T09:23:04.575" v="3153" actId="47"/>
        <pc:sldMkLst>
          <pc:docMk/>
          <pc:sldMk cId="2269527435" sldId="301"/>
        </pc:sldMkLst>
      </pc:sldChg>
      <pc:sldChg chg="del">
        <pc:chgData name="Viet." userId="8b74393f-d80c-47bd-a370-5373c0174c23" providerId="ADAL" clId="{EFEC3215-73A2-4DE4-A277-7EF0E9B5CC4E}" dt="2024-12-16T09:15:41.738" v="74" actId="47"/>
        <pc:sldMkLst>
          <pc:docMk/>
          <pc:sldMk cId="2642598195" sldId="301"/>
        </pc:sldMkLst>
      </pc:sldChg>
      <pc:sldChg chg="del">
        <pc:chgData name="Viet." userId="8b74393f-d80c-47bd-a370-5373c0174c23" providerId="ADAL" clId="{EFEC3215-73A2-4DE4-A277-7EF0E9B5CC4E}" dt="2024-12-16T09:15:41.738" v="74" actId="47"/>
        <pc:sldMkLst>
          <pc:docMk/>
          <pc:sldMk cId="244231631" sldId="302"/>
        </pc:sldMkLst>
      </pc:sldChg>
      <pc:sldChg chg="modSp new mod">
        <pc:chgData name="Viet." userId="8b74393f-d80c-47bd-a370-5373c0174c23" providerId="ADAL" clId="{EFEC3215-73A2-4DE4-A277-7EF0E9B5CC4E}" dt="2024-12-17T08:06:54.789" v="2516" actId="27636"/>
        <pc:sldMkLst>
          <pc:docMk/>
          <pc:sldMk cId="2332596143" sldId="302"/>
        </pc:sldMkLst>
      </pc:sldChg>
      <pc:sldChg chg="del">
        <pc:chgData name="Viet." userId="8b74393f-d80c-47bd-a370-5373c0174c23" providerId="ADAL" clId="{EFEC3215-73A2-4DE4-A277-7EF0E9B5CC4E}" dt="2024-12-16T09:15:41.738" v="74" actId="47"/>
        <pc:sldMkLst>
          <pc:docMk/>
          <pc:sldMk cId="1873726765" sldId="303"/>
        </pc:sldMkLst>
      </pc:sldChg>
      <pc:sldChg chg="modSp new mod">
        <pc:chgData name="Viet." userId="8b74393f-d80c-47bd-a370-5373c0174c23" providerId="ADAL" clId="{EFEC3215-73A2-4DE4-A277-7EF0E9B5CC4E}" dt="2024-12-17T08:07:41.820" v="2575" actId="5793"/>
        <pc:sldMkLst>
          <pc:docMk/>
          <pc:sldMk cId="2584342512" sldId="303"/>
        </pc:sldMkLst>
      </pc:sldChg>
      <pc:sldChg chg="addSp delSp modSp add mod ord">
        <pc:chgData name="Viet." userId="8b74393f-d80c-47bd-a370-5373c0174c23" providerId="ADAL" clId="{EFEC3215-73A2-4DE4-A277-7EF0E9B5CC4E}" dt="2024-12-17T09:06:09.213" v="2700" actId="27636"/>
        <pc:sldMkLst>
          <pc:docMk/>
          <pc:sldMk cId="374901149" sldId="304"/>
        </pc:sldMkLst>
      </pc:sldChg>
      <pc:sldChg chg="del">
        <pc:chgData name="Viet." userId="8b74393f-d80c-47bd-a370-5373c0174c23" providerId="ADAL" clId="{EFEC3215-73A2-4DE4-A277-7EF0E9B5CC4E}" dt="2024-12-16T09:15:41.738" v="74" actId="47"/>
        <pc:sldMkLst>
          <pc:docMk/>
          <pc:sldMk cId="2846015175" sldId="305"/>
        </pc:sldMkLst>
      </pc:sldChg>
      <pc:sldChg chg="addSp delSp modSp new mod">
        <pc:chgData name="Viet." userId="8b74393f-d80c-47bd-a370-5373c0174c23" providerId="ADAL" clId="{EFEC3215-73A2-4DE4-A277-7EF0E9B5CC4E}" dt="2024-12-17T08:48:20.603" v="2676" actId="1076"/>
        <pc:sldMkLst>
          <pc:docMk/>
          <pc:sldMk cId="3081904753" sldId="305"/>
        </pc:sldMkLst>
      </pc:sldChg>
      <pc:sldChg chg="del">
        <pc:chgData name="Viet." userId="8b74393f-d80c-47bd-a370-5373c0174c23" providerId="ADAL" clId="{EFEC3215-73A2-4DE4-A277-7EF0E9B5CC4E}" dt="2024-12-16T09:15:41.738" v="74" actId="47"/>
        <pc:sldMkLst>
          <pc:docMk/>
          <pc:sldMk cId="542786232" sldId="306"/>
        </pc:sldMkLst>
      </pc:sldChg>
      <pc:sldChg chg="addSp delSp modSp new mod">
        <pc:chgData name="Viet." userId="8b74393f-d80c-47bd-a370-5373c0174c23" providerId="ADAL" clId="{EFEC3215-73A2-4DE4-A277-7EF0E9B5CC4E}" dt="2024-12-17T08:59:29.096" v="2696" actId="1076"/>
        <pc:sldMkLst>
          <pc:docMk/>
          <pc:sldMk cId="1499146899" sldId="306"/>
        </pc:sldMkLst>
      </pc:sldChg>
      <pc:sldChg chg="del">
        <pc:chgData name="Viet." userId="8b74393f-d80c-47bd-a370-5373c0174c23" providerId="ADAL" clId="{EFEC3215-73A2-4DE4-A277-7EF0E9B5CC4E}" dt="2024-12-16T09:15:41.738" v="74" actId="47"/>
        <pc:sldMkLst>
          <pc:docMk/>
          <pc:sldMk cId="2044325086" sldId="307"/>
        </pc:sldMkLst>
      </pc:sldChg>
      <pc:sldChg chg="addSp delSp modSp new mod">
        <pc:chgData name="Viet." userId="8b74393f-d80c-47bd-a370-5373c0174c23" providerId="ADAL" clId="{EFEC3215-73A2-4DE4-A277-7EF0E9B5CC4E}" dt="2024-12-17T09:09:12.731" v="2732" actId="20577"/>
        <pc:sldMkLst>
          <pc:docMk/>
          <pc:sldMk cId="3810094672" sldId="307"/>
        </pc:sldMkLst>
      </pc:sldChg>
      <pc:sldChg chg="addSp delSp modSp new mod">
        <pc:chgData name="Viet." userId="8b74393f-d80c-47bd-a370-5373c0174c23" providerId="ADAL" clId="{EFEC3215-73A2-4DE4-A277-7EF0E9B5CC4E}" dt="2024-12-17T09:12:00.209" v="2863" actId="20577"/>
        <pc:sldMkLst>
          <pc:docMk/>
          <pc:sldMk cId="611906321" sldId="308"/>
        </pc:sldMkLst>
      </pc:sldChg>
      <pc:sldChg chg="new del">
        <pc:chgData name="Viet." userId="8b74393f-d80c-47bd-a370-5373c0174c23" providerId="ADAL" clId="{EFEC3215-73A2-4DE4-A277-7EF0E9B5CC4E}" dt="2024-12-17T09:09:28.746" v="2734" actId="47"/>
        <pc:sldMkLst>
          <pc:docMk/>
          <pc:sldMk cId="2272079847" sldId="308"/>
        </pc:sldMkLst>
      </pc:sldChg>
      <pc:sldChg chg="del">
        <pc:chgData name="Viet." userId="8b74393f-d80c-47bd-a370-5373c0174c23" providerId="ADAL" clId="{EFEC3215-73A2-4DE4-A277-7EF0E9B5CC4E}" dt="2024-12-16T09:15:41.738" v="74" actId="47"/>
        <pc:sldMkLst>
          <pc:docMk/>
          <pc:sldMk cId="3623335234" sldId="309"/>
        </pc:sldMkLst>
      </pc:sldChg>
      <pc:sldChg chg="addSp delSp modSp new mod">
        <pc:chgData name="Viet." userId="8b74393f-d80c-47bd-a370-5373c0174c23" providerId="ADAL" clId="{EFEC3215-73A2-4DE4-A277-7EF0E9B5CC4E}" dt="2024-12-17T09:18:16.083" v="2888" actId="20577"/>
        <pc:sldMkLst>
          <pc:docMk/>
          <pc:sldMk cId="3662474671" sldId="309"/>
        </pc:sldMkLst>
      </pc:sldChg>
      <pc:sldChg chg="addSp delSp modSp new mod">
        <pc:chgData name="Viet." userId="8b74393f-d80c-47bd-a370-5373c0174c23" providerId="ADAL" clId="{EFEC3215-73A2-4DE4-A277-7EF0E9B5CC4E}" dt="2024-12-17T09:20:51.935" v="2964" actId="27636"/>
        <pc:sldMkLst>
          <pc:docMk/>
          <pc:sldMk cId="1377718189" sldId="310"/>
        </pc:sldMkLst>
      </pc:sldChg>
      <pc:sldChg chg="del">
        <pc:chgData name="Viet." userId="8b74393f-d80c-47bd-a370-5373c0174c23" providerId="ADAL" clId="{EFEC3215-73A2-4DE4-A277-7EF0E9B5CC4E}" dt="2024-12-16T09:15:41.738" v="74" actId="47"/>
        <pc:sldMkLst>
          <pc:docMk/>
          <pc:sldMk cId="2324870116" sldId="310"/>
        </pc:sldMkLst>
      </pc:sldChg>
      <pc:sldChg chg="modSp new mod">
        <pc:chgData name="Viet." userId="8b74393f-d80c-47bd-a370-5373c0174c23" providerId="ADAL" clId="{EFEC3215-73A2-4DE4-A277-7EF0E9B5CC4E}" dt="2024-12-17T09:23:01.006" v="3152" actId="27636"/>
        <pc:sldMkLst>
          <pc:docMk/>
          <pc:sldMk cId="2740724356" sldId="311"/>
        </pc:sldMkLst>
      </pc:sldChg>
      <pc:sldChg chg="del">
        <pc:chgData name="Viet." userId="8b74393f-d80c-47bd-a370-5373c0174c23" providerId="ADAL" clId="{EFEC3215-73A2-4DE4-A277-7EF0E9B5CC4E}" dt="2024-12-16T09:15:41.738" v="74" actId="47"/>
        <pc:sldMkLst>
          <pc:docMk/>
          <pc:sldMk cId="3718723415" sldId="311"/>
        </pc:sldMkLst>
      </pc:sldChg>
      <pc:sldChg chg="del">
        <pc:chgData name="Viet." userId="8b74393f-d80c-47bd-a370-5373c0174c23" providerId="ADAL" clId="{EFEC3215-73A2-4DE4-A277-7EF0E9B5CC4E}" dt="2024-12-16T09:15:41.738" v="74" actId="47"/>
        <pc:sldMkLst>
          <pc:docMk/>
          <pc:sldMk cId="808095627" sldId="312"/>
        </pc:sldMkLst>
      </pc:sldChg>
      <pc:sldChg chg="del">
        <pc:chgData name="Viet." userId="8b74393f-d80c-47bd-a370-5373c0174c23" providerId="ADAL" clId="{EFEC3215-73A2-4DE4-A277-7EF0E9B5CC4E}" dt="2024-12-16T09:15:41.738" v="74" actId="47"/>
        <pc:sldMkLst>
          <pc:docMk/>
          <pc:sldMk cId="2415700636" sldId="313"/>
        </pc:sldMkLst>
      </pc:sldChg>
      <pc:sldChg chg="del">
        <pc:chgData name="Viet." userId="8b74393f-d80c-47bd-a370-5373c0174c23" providerId="ADAL" clId="{EFEC3215-73A2-4DE4-A277-7EF0E9B5CC4E}" dt="2024-12-16T09:15:41.738" v="74" actId="47"/>
        <pc:sldMkLst>
          <pc:docMk/>
          <pc:sldMk cId="2809350118" sldId="314"/>
        </pc:sldMkLst>
      </pc:sldChg>
    </pc:docChg>
  </pc:docChgLst>
  <pc:docChgLst>
    <pc:chgData name="Viet." userId="8b74393f-d80c-47bd-a370-5373c0174c23" providerId="ADAL" clId="{15D06D5B-A851-4BAC-933B-A150F21C6777}"/>
    <pc:docChg chg="undo redo custSel addSld delSld modSld sldOrd addSection delSection modSection">
      <pc:chgData name="Viet." userId="8b74393f-d80c-47bd-a370-5373c0174c23" providerId="ADAL" clId="{15D06D5B-A851-4BAC-933B-A150F21C6777}" dt="2024-12-19T10:27:32.718" v="3179" actId="20577"/>
      <pc:docMkLst>
        <pc:docMk/>
      </pc:docMkLst>
      <pc:sldChg chg="add del">
        <pc:chgData name="Viet." userId="8b74393f-d80c-47bd-a370-5373c0174c23" providerId="ADAL" clId="{15D06D5B-A851-4BAC-933B-A150F21C6777}" dt="2024-12-18T02:40:17.368" v="132"/>
        <pc:sldMkLst>
          <pc:docMk/>
          <pc:sldMk cId="0" sldId="257"/>
        </pc:sldMkLst>
      </pc:sldChg>
      <pc:sldChg chg="modSp mod">
        <pc:chgData name="Viet." userId="8b74393f-d80c-47bd-a370-5373c0174c23" providerId="ADAL" clId="{15D06D5B-A851-4BAC-933B-A150F21C6777}" dt="2024-12-19T04:34:55.376" v="1141" actId="20577"/>
        <pc:sldMkLst>
          <pc:docMk/>
          <pc:sldMk cId="1253848682" sldId="267"/>
        </pc:sldMkLst>
        <pc:spChg chg="mod">
          <ac:chgData name="Viet." userId="8b74393f-d80c-47bd-a370-5373c0174c23" providerId="ADAL" clId="{15D06D5B-A851-4BAC-933B-A150F21C6777}" dt="2024-12-19T04:34:55.376" v="1141" actId="20577"/>
          <ac:spMkLst>
            <pc:docMk/>
            <pc:sldMk cId="1253848682" sldId="267"/>
            <ac:spMk id="2" creationId="{78EACC5C-4747-42C2-9BF5-D1B4A984743F}"/>
          </ac:spMkLst>
        </pc:spChg>
      </pc:sldChg>
      <pc:sldChg chg="modSp new del mod ord">
        <pc:chgData name="Viet." userId="8b74393f-d80c-47bd-a370-5373c0174c23" providerId="ADAL" clId="{15D06D5B-A851-4BAC-933B-A150F21C6777}" dt="2024-12-19T09:03:53.477" v="2531" actId="47"/>
        <pc:sldMkLst>
          <pc:docMk/>
          <pc:sldMk cId="2294235092" sldId="270"/>
        </pc:sldMkLst>
      </pc:sldChg>
      <pc:sldChg chg="addSp delSp modSp new del mod ord">
        <pc:chgData name="Viet." userId="8b74393f-d80c-47bd-a370-5373c0174c23" providerId="ADAL" clId="{15D06D5B-A851-4BAC-933B-A150F21C6777}" dt="2024-12-18T03:40:16.052" v="486" actId="47"/>
        <pc:sldMkLst>
          <pc:docMk/>
          <pc:sldMk cId="2391049811" sldId="271"/>
        </pc:sldMkLst>
      </pc:sldChg>
      <pc:sldChg chg="addSp modSp new del mod ord">
        <pc:chgData name="Viet." userId="8b74393f-d80c-47bd-a370-5373c0174c23" providerId="ADAL" clId="{15D06D5B-A851-4BAC-933B-A150F21C6777}" dt="2024-12-18T03:40:18.928" v="487" actId="47"/>
        <pc:sldMkLst>
          <pc:docMk/>
          <pc:sldMk cId="512132418" sldId="272"/>
        </pc:sldMkLst>
      </pc:sldChg>
      <pc:sldChg chg="new del">
        <pc:chgData name="Viet." userId="8b74393f-d80c-47bd-a370-5373c0174c23" providerId="ADAL" clId="{15D06D5B-A851-4BAC-933B-A150F21C6777}" dt="2024-12-17T10:40:00.859" v="120" actId="47"/>
        <pc:sldMkLst>
          <pc:docMk/>
          <pc:sldMk cId="300599693" sldId="273"/>
        </pc:sldMkLst>
      </pc:sldChg>
      <pc:sldChg chg="del">
        <pc:chgData name="Viet." userId="8b74393f-d80c-47bd-a370-5373c0174c23" providerId="ADAL" clId="{15D06D5B-A851-4BAC-933B-A150F21C6777}" dt="2024-12-17T09:35:45.642" v="0" actId="47"/>
        <pc:sldMkLst>
          <pc:docMk/>
          <pc:sldMk cId="711413094" sldId="273"/>
        </pc:sldMkLst>
      </pc:sldChg>
      <pc:sldChg chg="modSp new del mod ord">
        <pc:chgData name="Viet." userId="8b74393f-d80c-47bd-a370-5373c0174c23" providerId="ADAL" clId="{15D06D5B-A851-4BAC-933B-A150F21C6777}" dt="2024-12-19T09:03:59.424" v="2532" actId="47"/>
        <pc:sldMkLst>
          <pc:docMk/>
          <pc:sldMk cId="1141335960" sldId="274"/>
        </pc:sldMkLst>
      </pc:sldChg>
      <pc:sldChg chg="addSp modSp new add del mod">
        <pc:chgData name="Viet." userId="8b74393f-d80c-47bd-a370-5373c0174c23" providerId="ADAL" clId="{15D06D5B-A851-4BAC-933B-A150F21C6777}" dt="2024-12-18T03:40:51.694" v="492" actId="47"/>
        <pc:sldMkLst>
          <pc:docMk/>
          <pc:sldMk cId="1346279760" sldId="275"/>
        </pc:sldMkLst>
      </pc:sldChg>
      <pc:sldChg chg="addSp modSp new del mod">
        <pc:chgData name="Viet." userId="8b74393f-d80c-47bd-a370-5373c0174c23" providerId="ADAL" clId="{15D06D5B-A851-4BAC-933B-A150F21C6777}" dt="2024-12-18T03:40:55.401" v="493" actId="47"/>
        <pc:sldMkLst>
          <pc:docMk/>
          <pc:sldMk cId="2640327072" sldId="276"/>
        </pc:sldMkLst>
      </pc:sldChg>
      <pc:sldChg chg="modSp new add del mod">
        <pc:chgData name="Viet." userId="8b74393f-d80c-47bd-a370-5373c0174c23" providerId="ADAL" clId="{15D06D5B-A851-4BAC-933B-A150F21C6777}" dt="2024-12-19T09:03:53.477" v="2531" actId="47"/>
        <pc:sldMkLst>
          <pc:docMk/>
          <pc:sldMk cId="1334206036" sldId="277"/>
        </pc:sldMkLst>
      </pc:sldChg>
      <pc:sldChg chg="modSp new del mod">
        <pc:chgData name="Viet." userId="8b74393f-d80c-47bd-a370-5373c0174c23" providerId="ADAL" clId="{15D06D5B-A851-4BAC-933B-A150F21C6777}" dt="2024-12-19T09:03:53.477" v="2531" actId="47"/>
        <pc:sldMkLst>
          <pc:docMk/>
          <pc:sldMk cId="4269348955" sldId="278"/>
        </pc:sldMkLst>
      </pc:sldChg>
      <pc:sldChg chg="modSp new del mod">
        <pc:chgData name="Viet." userId="8b74393f-d80c-47bd-a370-5373c0174c23" providerId="ADAL" clId="{15D06D5B-A851-4BAC-933B-A150F21C6777}" dt="2024-12-19T09:03:53.477" v="2531" actId="47"/>
        <pc:sldMkLst>
          <pc:docMk/>
          <pc:sldMk cId="3592804431" sldId="279"/>
        </pc:sldMkLst>
      </pc:sldChg>
      <pc:sldChg chg="modSp new del mod">
        <pc:chgData name="Viet." userId="8b74393f-d80c-47bd-a370-5373c0174c23" providerId="ADAL" clId="{15D06D5B-A851-4BAC-933B-A150F21C6777}" dt="2024-12-19T09:03:53.477" v="2531" actId="47"/>
        <pc:sldMkLst>
          <pc:docMk/>
          <pc:sldMk cId="3374178441" sldId="280"/>
        </pc:sldMkLst>
      </pc:sldChg>
      <pc:sldChg chg="modSp new del mod">
        <pc:chgData name="Viet." userId="8b74393f-d80c-47bd-a370-5373c0174c23" providerId="ADAL" clId="{15D06D5B-A851-4BAC-933B-A150F21C6777}" dt="2024-12-19T09:03:53.477" v="2531" actId="47"/>
        <pc:sldMkLst>
          <pc:docMk/>
          <pc:sldMk cId="105915905" sldId="281"/>
        </pc:sldMkLst>
      </pc:sldChg>
      <pc:sldChg chg="modSp new del mod">
        <pc:chgData name="Viet." userId="8b74393f-d80c-47bd-a370-5373c0174c23" providerId="ADAL" clId="{15D06D5B-A851-4BAC-933B-A150F21C6777}" dt="2024-12-19T09:03:53.477" v="2531" actId="47"/>
        <pc:sldMkLst>
          <pc:docMk/>
          <pc:sldMk cId="3278564320" sldId="282"/>
        </pc:sldMkLst>
      </pc:sldChg>
      <pc:sldChg chg="del">
        <pc:chgData name="Viet." userId="8b74393f-d80c-47bd-a370-5373c0174c23" providerId="ADAL" clId="{15D06D5B-A851-4BAC-933B-A150F21C6777}" dt="2024-12-17T09:35:45.642" v="0" actId="47"/>
        <pc:sldMkLst>
          <pc:docMk/>
          <pc:sldMk cId="3857908653" sldId="282"/>
        </pc:sldMkLst>
      </pc:sldChg>
      <pc:sldChg chg="modSp new del mod">
        <pc:chgData name="Viet." userId="8b74393f-d80c-47bd-a370-5373c0174c23" providerId="ADAL" clId="{15D06D5B-A851-4BAC-933B-A150F21C6777}" dt="2024-12-19T09:03:53.477" v="2531" actId="47"/>
        <pc:sldMkLst>
          <pc:docMk/>
          <pc:sldMk cId="1386947779" sldId="283"/>
        </pc:sldMkLst>
      </pc:sldChg>
      <pc:sldChg chg="del">
        <pc:chgData name="Viet." userId="8b74393f-d80c-47bd-a370-5373c0174c23" providerId="ADAL" clId="{15D06D5B-A851-4BAC-933B-A150F21C6777}" dt="2024-12-17T09:35:45.642" v="0" actId="47"/>
        <pc:sldMkLst>
          <pc:docMk/>
          <pc:sldMk cId="4128601278" sldId="284"/>
        </pc:sldMkLst>
      </pc:sldChg>
      <pc:sldChg chg="del">
        <pc:chgData name="Viet." userId="8b74393f-d80c-47bd-a370-5373c0174c23" providerId="ADAL" clId="{15D06D5B-A851-4BAC-933B-A150F21C6777}" dt="2024-12-17T09:35:45.642" v="0" actId="47"/>
        <pc:sldMkLst>
          <pc:docMk/>
          <pc:sldMk cId="2925532911" sldId="285"/>
        </pc:sldMkLst>
      </pc:sldChg>
      <pc:sldChg chg="del">
        <pc:chgData name="Viet." userId="8b74393f-d80c-47bd-a370-5373c0174c23" providerId="ADAL" clId="{15D06D5B-A851-4BAC-933B-A150F21C6777}" dt="2024-12-17T09:35:45.642" v="0" actId="47"/>
        <pc:sldMkLst>
          <pc:docMk/>
          <pc:sldMk cId="1947254076" sldId="286"/>
        </pc:sldMkLst>
      </pc:sldChg>
      <pc:sldChg chg="del">
        <pc:chgData name="Viet." userId="8b74393f-d80c-47bd-a370-5373c0174c23" providerId="ADAL" clId="{15D06D5B-A851-4BAC-933B-A150F21C6777}" dt="2024-12-17T09:35:45.642" v="0" actId="47"/>
        <pc:sldMkLst>
          <pc:docMk/>
          <pc:sldMk cId="3638254920" sldId="287"/>
        </pc:sldMkLst>
      </pc:sldChg>
      <pc:sldChg chg="del">
        <pc:chgData name="Viet." userId="8b74393f-d80c-47bd-a370-5373c0174c23" providerId="ADAL" clId="{15D06D5B-A851-4BAC-933B-A150F21C6777}" dt="2024-12-17T09:35:45.642" v="0" actId="47"/>
        <pc:sldMkLst>
          <pc:docMk/>
          <pc:sldMk cId="4226850554" sldId="288"/>
        </pc:sldMkLst>
      </pc:sldChg>
      <pc:sldChg chg="del">
        <pc:chgData name="Viet." userId="8b74393f-d80c-47bd-a370-5373c0174c23" providerId="ADAL" clId="{15D06D5B-A851-4BAC-933B-A150F21C6777}" dt="2024-12-17T09:35:45.642" v="0" actId="47"/>
        <pc:sldMkLst>
          <pc:docMk/>
          <pc:sldMk cId="706688020" sldId="289"/>
        </pc:sldMkLst>
      </pc:sldChg>
      <pc:sldChg chg="del">
        <pc:chgData name="Viet." userId="8b74393f-d80c-47bd-a370-5373c0174c23" providerId="ADAL" clId="{15D06D5B-A851-4BAC-933B-A150F21C6777}" dt="2024-12-17T09:35:45.642" v="0" actId="47"/>
        <pc:sldMkLst>
          <pc:docMk/>
          <pc:sldMk cId="3003119213" sldId="290"/>
        </pc:sldMkLst>
      </pc:sldChg>
      <pc:sldChg chg="del">
        <pc:chgData name="Viet." userId="8b74393f-d80c-47bd-a370-5373c0174c23" providerId="ADAL" clId="{15D06D5B-A851-4BAC-933B-A150F21C6777}" dt="2024-12-17T09:35:45.642" v="0" actId="47"/>
        <pc:sldMkLst>
          <pc:docMk/>
          <pc:sldMk cId="828158414" sldId="291"/>
        </pc:sldMkLst>
      </pc:sldChg>
      <pc:sldChg chg="del">
        <pc:chgData name="Viet." userId="8b74393f-d80c-47bd-a370-5373c0174c23" providerId="ADAL" clId="{15D06D5B-A851-4BAC-933B-A150F21C6777}" dt="2024-12-17T09:35:45.642" v="0" actId="47"/>
        <pc:sldMkLst>
          <pc:docMk/>
          <pc:sldMk cId="2496479116" sldId="292"/>
        </pc:sldMkLst>
      </pc:sldChg>
      <pc:sldChg chg="del">
        <pc:chgData name="Viet." userId="8b74393f-d80c-47bd-a370-5373c0174c23" providerId="ADAL" clId="{15D06D5B-A851-4BAC-933B-A150F21C6777}" dt="2024-12-17T09:35:45.642" v="0" actId="47"/>
        <pc:sldMkLst>
          <pc:docMk/>
          <pc:sldMk cId="1735533459" sldId="293"/>
        </pc:sldMkLst>
      </pc:sldChg>
      <pc:sldChg chg="del">
        <pc:chgData name="Viet." userId="8b74393f-d80c-47bd-a370-5373c0174c23" providerId="ADAL" clId="{15D06D5B-A851-4BAC-933B-A150F21C6777}" dt="2024-12-17T09:35:45.642" v="0" actId="47"/>
        <pc:sldMkLst>
          <pc:docMk/>
          <pc:sldMk cId="2015432751" sldId="294"/>
        </pc:sldMkLst>
      </pc:sldChg>
      <pc:sldChg chg="del">
        <pc:chgData name="Viet." userId="8b74393f-d80c-47bd-a370-5373c0174c23" providerId="ADAL" clId="{15D06D5B-A851-4BAC-933B-A150F21C6777}" dt="2024-12-17T09:35:45.642" v="0" actId="47"/>
        <pc:sldMkLst>
          <pc:docMk/>
          <pc:sldMk cId="3780647802" sldId="295"/>
        </pc:sldMkLst>
      </pc:sldChg>
      <pc:sldChg chg="del">
        <pc:chgData name="Viet." userId="8b74393f-d80c-47bd-a370-5373c0174c23" providerId="ADAL" clId="{15D06D5B-A851-4BAC-933B-A150F21C6777}" dt="2024-12-17T09:35:45.642" v="0" actId="47"/>
        <pc:sldMkLst>
          <pc:docMk/>
          <pc:sldMk cId="2170392358" sldId="296"/>
        </pc:sldMkLst>
      </pc:sldChg>
      <pc:sldChg chg="del">
        <pc:chgData name="Viet." userId="8b74393f-d80c-47bd-a370-5373c0174c23" providerId="ADAL" clId="{15D06D5B-A851-4BAC-933B-A150F21C6777}" dt="2024-12-17T09:35:45.642" v="0" actId="47"/>
        <pc:sldMkLst>
          <pc:docMk/>
          <pc:sldMk cId="3872929129" sldId="297"/>
        </pc:sldMkLst>
      </pc:sldChg>
      <pc:sldChg chg="del">
        <pc:chgData name="Viet." userId="8b74393f-d80c-47bd-a370-5373c0174c23" providerId="ADAL" clId="{15D06D5B-A851-4BAC-933B-A150F21C6777}" dt="2024-12-17T09:35:45.642" v="0" actId="47"/>
        <pc:sldMkLst>
          <pc:docMk/>
          <pc:sldMk cId="1063808263" sldId="298"/>
        </pc:sldMkLst>
      </pc:sldChg>
      <pc:sldChg chg="del">
        <pc:chgData name="Viet." userId="8b74393f-d80c-47bd-a370-5373c0174c23" providerId="ADAL" clId="{15D06D5B-A851-4BAC-933B-A150F21C6777}" dt="2024-12-17T09:35:45.642" v="0" actId="47"/>
        <pc:sldMkLst>
          <pc:docMk/>
          <pc:sldMk cId="2586431677" sldId="299"/>
        </pc:sldMkLst>
      </pc:sldChg>
      <pc:sldChg chg="del">
        <pc:chgData name="Viet." userId="8b74393f-d80c-47bd-a370-5373c0174c23" providerId="ADAL" clId="{15D06D5B-A851-4BAC-933B-A150F21C6777}" dt="2024-12-17T09:35:45.642" v="0" actId="47"/>
        <pc:sldMkLst>
          <pc:docMk/>
          <pc:sldMk cId="2261838932" sldId="300"/>
        </pc:sldMkLst>
      </pc:sldChg>
      <pc:sldChg chg="modSp add del mod">
        <pc:chgData name="Viet." userId="8b74393f-d80c-47bd-a370-5373c0174c23" providerId="ADAL" clId="{15D06D5B-A851-4BAC-933B-A150F21C6777}" dt="2024-12-19T09:03:53.477" v="2531" actId="47"/>
        <pc:sldMkLst>
          <pc:docMk/>
          <pc:sldMk cId="795559418" sldId="301"/>
        </pc:sldMkLst>
      </pc:sldChg>
      <pc:sldChg chg="modSp add del mod">
        <pc:chgData name="Viet." userId="8b74393f-d80c-47bd-a370-5373c0174c23" providerId="ADAL" clId="{15D06D5B-A851-4BAC-933B-A150F21C6777}" dt="2024-12-19T09:03:53.477" v="2531" actId="47"/>
        <pc:sldMkLst>
          <pc:docMk/>
          <pc:sldMk cId="2053568785" sldId="302"/>
        </pc:sldMkLst>
      </pc:sldChg>
      <pc:sldChg chg="del">
        <pc:chgData name="Viet." userId="8b74393f-d80c-47bd-a370-5373c0174c23" providerId="ADAL" clId="{15D06D5B-A851-4BAC-933B-A150F21C6777}" dt="2024-12-17T09:35:45.642" v="0" actId="47"/>
        <pc:sldMkLst>
          <pc:docMk/>
          <pc:sldMk cId="2332596143" sldId="302"/>
        </pc:sldMkLst>
      </pc:sldChg>
      <pc:sldChg chg="del">
        <pc:chgData name="Viet." userId="8b74393f-d80c-47bd-a370-5373c0174c23" providerId="ADAL" clId="{15D06D5B-A851-4BAC-933B-A150F21C6777}" dt="2024-12-17T09:35:45.642" v="0" actId="47"/>
        <pc:sldMkLst>
          <pc:docMk/>
          <pc:sldMk cId="2584342512" sldId="303"/>
        </pc:sldMkLst>
      </pc:sldChg>
      <pc:sldChg chg="del">
        <pc:chgData name="Viet." userId="8b74393f-d80c-47bd-a370-5373c0174c23" providerId="ADAL" clId="{15D06D5B-A851-4BAC-933B-A150F21C6777}" dt="2024-12-17T09:35:45.642" v="0" actId="47"/>
        <pc:sldMkLst>
          <pc:docMk/>
          <pc:sldMk cId="374901149" sldId="304"/>
        </pc:sldMkLst>
      </pc:sldChg>
      <pc:sldChg chg="del">
        <pc:chgData name="Viet." userId="8b74393f-d80c-47bd-a370-5373c0174c23" providerId="ADAL" clId="{15D06D5B-A851-4BAC-933B-A150F21C6777}" dt="2024-12-17T09:35:45.642" v="0" actId="47"/>
        <pc:sldMkLst>
          <pc:docMk/>
          <pc:sldMk cId="3081904753" sldId="305"/>
        </pc:sldMkLst>
      </pc:sldChg>
      <pc:sldChg chg="del">
        <pc:chgData name="Viet." userId="8b74393f-d80c-47bd-a370-5373c0174c23" providerId="ADAL" clId="{15D06D5B-A851-4BAC-933B-A150F21C6777}" dt="2024-12-17T09:35:45.642" v="0" actId="47"/>
        <pc:sldMkLst>
          <pc:docMk/>
          <pc:sldMk cId="1499146899" sldId="306"/>
        </pc:sldMkLst>
      </pc:sldChg>
      <pc:sldChg chg="del">
        <pc:chgData name="Viet." userId="8b74393f-d80c-47bd-a370-5373c0174c23" providerId="ADAL" clId="{15D06D5B-A851-4BAC-933B-A150F21C6777}" dt="2024-12-17T09:35:45.642" v="0" actId="47"/>
        <pc:sldMkLst>
          <pc:docMk/>
          <pc:sldMk cId="3810094672" sldId="307"/>
        </pc:sldMkLst>
      </pc:sldChg>
      <pc:sldChg chg="del">
        <pc:chgData name="Viet." userId="8b74393f-d80c-47bd-a370-5373c0174c23" providerId="ADAL" clId="{15D06D5B-A851-4BAC-933B-A150F21C6777}" dt="2024-12-17T09:35:45.642" v="0" actId="47"/>
        <pc:sldMkLst>
          <pc:docMk/>
          <pc:sldMk cId="611906321" sldId="308"/>
        </pc:sldMkLst>
      </pc:sldChg>
      <pc:sldChg chg="del">
        <pc:chgData name="Viet." userId="8b74393f-d80c-47bd-a370-5373c0174c23" providerId="ADAL" clId="{15D06D5B-A851-4BAC-933B-A150F21C6777}" dt="2024-12-17T09:35:45.642" v="0" actId="47"/>
        <pc:sldMkLst>
          <pc:docMk/>
          <pc:sldMk cId="3662474671" sldId="309"/>
        </pc:sldMkLst>
      </pc:sldChg>
      <pc:sldChg chg="del">
        <pc:chgData name="Viet." userId="8b74393f-d80c-47bd-a370-5373c0174c23" providerId="ADAL" clId="{15D06D5B-A851-4BAC-933B-A150F21C6777}" dt="2024-12-17T09:35:45.642" v="0" actId="47"/>
        <pc:sldMkLst>
          <pc:docMk/>
          <pc:sldMk cId="1377718189" sldId="310"/>
        </pc:sldMkLst>
      </pc:sldChg>
      <pc:sldChg chg="del">
        <pc:chgData name="Viet." userId="8b74393f-d80c-47bd-a370-5373c0174c23" providerId="ADAL" clId="{15D06D5B-A851-4BAC-933B-A150F21C6777}" dt="2024-12-17T09:35:45.642" v="0" actId="47"/>
        <pc:sldMkLst>
          <pc:docMk/>
          <pc:sldMk cId="2740724356" sldId="311"/>
        </pc:sldMkLst>
      </pc:sldChg>
      <pc:sldChg chg="add del">
        <pc:chgData name="Viet." userId="8b74393f-d80c-47bd-a370-5373c0174c23" providerId="ADAL" clId="{15D06D5B-A851-4BAC-933B-A150F21C6777}" dt="2024-12-19T09:03:53.477" v="2531" actId="47"/>
        <pc:sldMkLst>
          <pc:docMk/>
          <pc:sldMk cId="2443509954" sldId="313"/>
        </pc:sldMkLst>
      </pc:sldChg>
      <pc:sldChg chg="add del">
        <pc:chgData name="Viet." userId="8b74393f-d80c-47bd-a370-5373c0174c23" providerId="ADAL" clId="{15D06D5B-A851-4BAC-933B-A150F21C6777}" dt="2024-12-19T09:03:53.477" v="2531" actId="47"/>
        <pc:sldMkLst>
          <pc:docMk/>
          <pc:sldMk cId="1717253392" sldId="314"/>
        </pc:sldMkLst>
      </pc:sldChg>
      <pc:sldChg chg="add del">
        <pc:chgData name="Viet." userId="8b74393f-d80c-47bd-a370-5373c0174c23" providerId="ADAL" clId="{15D06D5B-A851-4BAC-933B-A150F21C6777}" dt="2024-12-19T09:03:53.477" v="2531" actId="47"/>
        <pc:sldMkLst>
          <pc:docMk/>
          <pc:sldMk cId="386409076" sldId="315"/>
        </pc:sldMkLst>
      </pc:sldChg>
      <pc:sldChg chg="modSp add del mod">
        <pc:chgData name="Viet." userId="8b74393f-d80c-47bd-a370-5373c0174c23" providerId="ADAL" clId="{15D06D5B-A851-4BAC-933B-A150F21C6777}" dt="2024-12-19T09:03:53.477" v="2531" actId="47"/>
        <pc:sldMkLst>
          <pc:docMk/>
          <pc:sldMk cId="1665186095" sldId="316"/>
        </pc:sldMkLst>
      </pc:sldChg>
      <pc:sldChg chg="add del">
        <pc:chgData name="Viet." userId="8b74393f-d80c-47bd-a370-5373c0174c23" providerId="ADAL" clId="{15D06D5B-A851-4BAC-933B-A150F21C6777}" dt="2024-12-19T09:03:53.477" v="2531" actId="47"/>
        <pc:sldMkLst>
          <pc:docMk/>
          <pc:sldMk cId="2788509859" sldId="317"/>
        </pc:sldMkLst>
      </pc:sldChg>
      <pc:sldChg chg="modSp add del mod">
        <pc:chgData name="Viet." userId="8b74393f-d80c-47bd-a370-5373c0174c23" providerId="ADAL" clId="{15D06D5B-A851-4BAC-933B-A150F21C6777}" dt="2024-12-19T09:03:53.477" v="2531" actId="47"/>
        <pc:sldMkLst>
          <pc:docMk/>
          <pc:sldMk cId="3067266955" sldId="318"/>
        </pc:sldMkLst>
      </pc:sldChg>
      <pc:sldChg chg="modSp add del mod">
        <pc:chgData name="Viet." userId="8b74393f-d80c-47bd-a370-5373c0174c23" providerId="ADAL" clId="{15D06D5B-A851-4BAC-933B-A150F21C6777}" dt="2024-12-19T09:03:53.477" v="2531" actId="47"/>
        <pc:sldMkLst>
          <pc:docMk/>
          <pc:sldMk cId="3539712564" sldId="319"/>
        </pc:sldMkLst>
      </pc:sldChg>
      <pc:sldChg chg="add del">
        <pc:chgData name="Viet." userId="8b74393f-d80c-47bd-a370-5373c0174c23" providerId="ADAL" clId="{15D06D5B-A851-4BAC-933B-A150F21C6777}" dt="2024-12-19T09:03:53.477" v="2531" actId="47"/>
        <pc:sldMkLst>
          <pc:docMk/>
          <pc:sldMk cId="381941445" sldId="320"/>
        </pc:sldMkLst>
      </pc:sldChg>
      <pc:sldChg chg="add del">
        <pc:chgData name="Viet." userId="8b74393f-d80c-47bd-a370-5373c0174c23" providerId="ADAL" clId="{15D06D5B-A851-4BAC-933B-A150F21C6777}" dt="2024-12-19T09:03:53.477" v="2531" actId="47"/>
        <pc:sldMkLst>
          <pc:docMk/>
          <pc:sldMk cId="2344728321" sldId="322"/>
        </pc:sldMkLst>
      </pc:sldChg>
      <pc:sldChg chg="modSp add del mod">
        <pc:chgData name="Viet." userId="8b74393f-d80c-47bd-a370-5373c0174c23" providerId="ADAL" clId="{15D06D5B-A851-4BAC-933B-A150F21C6777}" dt="2024-12-19T09:03:53.477" v="2531" actId="47"/>
        <pc:sldMkLst>
          <pc:docMk/>
          <pc:sldMk cId="2453588251" sldId="323"/>
        </pc:sldMkLst>
      </pc:sldChg>
      <pc:sldChg chg="modSp add del mod">
        <pc:chgData name="Viet." userId="8b74393f-d80c-47bd-a370-5373c0174c23" providerId="ADAL" clId="{15D06D5B-A851-4BAC-933B-A150F21C6777}" dt="2024-12-19T09:03:53.477" v="2531" actId="47"/>
        <pc:sldMkLst>
          <pc:docMk/>
          <pc:sldMk cId="2115230125" sldId="324"/>
        </pc:sldMkLst>
      </pc:sldChg>
      <pc:sldChg chg="modSp add del mod">
        <pc:chgData name="Viet." userId="8b74393f-d80c-47bd-a370-5373c0174c23" providerId="ADAL" clId="{15D06D5B-A851-4BAC-933B-A150F21C6777}" dt="2024-12-19T09:03:53.477" v="2531" actId="47"/>
        <pc:sldMkLst>
          <pc:docMk/>
          <pc:sldMk cId="1014364179" sldId="325"/>
        </pc:sldMkLst>
      </pc:sldChg>
      <pc:sldChg chg="add del">
        <pc:chgData name="Viet." userId="8b74393f-d80c-47bd-a370-5373c0174c23" providerId="ADAL" clId="{15D06D5B-A851-4BAC-933B-A150F21C6777}" dt="2024-12-19T09:03:53.477" v="2531" actId="47"/>
        <pc:sldMkLst>
          <pc:docMk/>
          <pc:sldMk cId="3534332238" sldId="326"/>
        </pc:sldMkLst>
      </pc:sldChg>
      <pc:sldChg chg="modSp add del mod">
        <pc:chgData name="Viet." userId="8b74393f-d80c-47bd-a370-5373c0174c23" providerId="ADAL" clId="{15D06D5B-A851-4BAC-933B-A150F21C6777}" dt="2024-12-19T09:03:53.477" v="2531" actId="47"/>
        <pc:sldMkLst>
          <pc:docMk/>
          <pc:sldMk cId="2223000780" sldId="327"/>
        </pc:sldMkLst>
      </pc:sldChg>
      <pc:sldChg chg="add del">
        <pc:chgData name="Viet." userId="8b74393f-d80c-47bd-a370-5373c0174c23" providerId="ADAL" clId="{15D06D5B-A851-4BAC-933B-A150F21C6777}" dt="2024-12-19T09:03:53.477" v="2531" actId="47"/>
        <pc:sldMkLst>
          <pc:docMk/>
          <pc:sldMk cId="4223695311" sldId="328"/>
        </pc:sldMkLst>
      </pc:sldChg>
      <pc:sldChg chg="add del">
        <pc:chgData name="Viet." userId="8b74393f-d80c-47bd-a370-5373c0174c23" providerId="ADAL" clId="{15D06D5B-A851-4BAC-933B-A150F21C6777}" dt="2024-12-19T09:03:53.477" v="2531" actId="47"/>
        <pc:sldMkLst>
          <pc:docMk/>
          <pc:sldMk cId="1232856818" sldId="329"/>
        </pc:sldMkLst>
      </pc:sldChg>
      <pc:sldChg chg="new del">
        <pc:chgData name="Viet." userId="8b74393f-d80c-47bd-a370-5373c0174c23" providerId="ADAL" clId="{15D06D5B-A851-4BAC-933B-A150F21C6777}" dt="2024-12-18T02:43:35.629" v="217" actId="47"/>
        <pc:sldMkLst>
          <pc:docMk/>
          <pc:sldMk cId="2725257951" sldId="330"/>
        </pc:sldMkLst>
      </pc:sldChg>
      <pc:sldChg chg="addSp delSp modSp new del mod">
        <pc:chgData name="Viet." userId="8b74393f-d80c-47bd-a370-5373c0174c23" providerId="ADAL" clId="{15D06D5B-A851-4BAC-933B-A150F21C6777}" dt="2024-12-19T09:03:59.424" v="2532" actId="47"/>
        <pc:sldMkLst>
          <pc:docMk/>
          <pc:sldMk cId="1513422185" sldId="331"/>
        </pc:sldMkLst>
      </pc:sldChg>
      <pc:sldChg chg="addSp delSp modSp new del mod">
        <pc:chgData name="Viet." userId="8b74393f-d80c-47bd-a370-5373c0174c23" providerId="ADAL" clId="{15D06D5B-A851-4BAC-933B-A150F21C6777}" dt="2024-12-19T09:03:59.424" v="2532" actId="47"/>
        <pc:sldMkLst>
          <pc:docMk/>
          <pc:sldMk cId="1275295741" sldId="332"/>
        </pc:sldMkLst>
      </pc:sldChg>
      <pc:sldChg chg="addSp delSp modSp new del mod">
        <pc:chgData name="Viet." userId="8b74393f-d80c-47bd-a370-5373c0174c23" providerId="ADAL" clId="{15D06D5B-A851-4BAC-933B-A150F21C6777}" dt="2024-12-19T09:03:59.424" v="2532" actId="47"/>
        <pc:sldMkLst>
          <pc:docMk/>
          <pc:sldMk cId="718649959" sldId="333"/>
        </pc:sldMkLst>
      </pc:sldChg>
      <pc:sldChg chg="new del">
        <pc:chgData name="Viet." userId="8b74393f-d80c-47bd-a370-5373c0174c23" providerId="ADAL" clId="{15D06D5B-A851-4BAC-933B-A150F21C6777}" dt="2024-12-18T03:23:48.424" v="382" actId="680"/>
        <pc:sldMkLst>
          <pc:docMk/>
          <pc:sldMk cId="860298515" sldId="333"/>
        </pc:sldMkLst>
      </pc:sldChg>
      <pc:sldChg chg="new del">
        <pc:chgData name="Viet." userId="8b74393f-d80c-47bd-a370-5373c0174c23" providerId="ADAL" clId="{15D06D5B-A851-4BAC-933B-A150F21C6777}" dt="2024-12-18T02:51:14.412" v="255" actId="680"/>
        <pc:sldMkLst>
          <pc:docMk/>
          <pc:sldMk cId="2786447413" sldId="333"/>
        </pc:sldMkLst>
      </pc:sldChg>
      <pc:sldChg chg="modSp new del mod">
        <pc:chgData name="Viet." userId="8b74393f-d80c-47bd-a370-5373c0174c23" providerId="ADAL" clId="{15D06D5B-A851-4BAC-933B-A150F21C6777}" dt="2024-12-19T09:03:59.424" v="2532" actId="47"/>
        <pc:sldMkLst>
          <pc:docMk/>
          <pc:sldMk cId="1275858513" sldId="334"/>
        </pc:sldMkLst>
      </pc:sldChg>
      <pc:sldChg chg="new del">
        <pc:chgData name="Viet." userId="8b74393f-d80c-47bd-a370-5373c0174c23" providerId="ADAL" clId="{15D06D5B-A851-4BAC-933B-A150F21C6777}" dt="2024-12-18T03:49:37.576" v="503" actId="680"/>
        <pc:sldMkLst>
          <pc:docMk/>
          <pc:sldMk cId="2138118118" sldId="335"/>
        </pc:sldMkLst>
      </pc:sldChg>
      <pc:sldChg chg="modSp new del mod">
        <pc:chgData name="Viet." userId="8b74393f-d80c-47bd-a370-5373c0174c23" providerId="ADAL" clId="{15D06D5B-A851-4BAC-933B-A150F21C6777}" dt="2024-12-19T09:03:53.477" v="2531" actId="47"/>
        <pc:sldMkLst>
          <pc:docMk/>
          <pc:sldMk cId="2801051060" sldId="335"/>
        </pc:sldMkLst>
      </pc:sldChg>
      <pc:sldChg chg="modSp new del mod ord">
        <pc:chgData name="Viet." userId="8b74393f-d80c-47bd-a370-5373c0174c23" providerId="ADAL" clId="{15D06D5B-A851-4BAC-933B-A150F21C6777}" dt="2024-12-19T09:03:59.424" v="2532" actId="47"/>
        <pc:sldMkLst>
          <pc:docMk/>
          <pc:sldMk cId="686093485" sldId="336"/>
        </pc:sldMkLst>
      </pc:sldChg>
      <pc:sldChg chg="modSp new mod">
        <pc:chgData name="Viet." userId="8b74393f-d80c-47bd-a370-5373c0174c23" providerId="ADAL" clId="{15D06D5B-A851-4BAC-933B-A150F21C6777}" dt="2024-12-19T04:36:40.669" v="1238" actId="2710"/>
        <pc:sldMkLst>
          <pc:docMk/>
          <pc:sldMk cId="3335441607" sldId="337"/>
        </pc:sldMkLst>
      </pc:sldChg>
      <pc:sldChg chg="addSp delSp modSp new mod">
        <pc:chgData name="Viet." userId="8b74393f-d80c-47bd-a370-5373c0174c23" providerId="ADAL" clId="{15D06D5B-A851-4BAC-933B-A150F21C6777}" dt="2024-12-19T03:49:47.315" v="789"/>
        <pc:sldMkLst>
          <pc:docMk/>
          <pc:sldMk cId="3542381496" sldId="338"/>
        </pc:sldMkLst>
      </pc:sldChg>
      <pc:sldChg chg="modSp new add del mod">
        <pc:chgData name="Viet." userId="8b74393f-d80c-47bd-a370-5373c0174c23" providerId="ADAL" clId="{15D06D5B-A851-4BAC-933B-A150F21C6777}" dt="2024-12-19T07:50:20.377" v="2076" actId="47"/>
        <pc:sldMkLst>
          <pc:docMk/>
          <pc:sldMk cId="1967521993" sldId="339"/>
        </pc:sldMkLst>
      </pc:sldChg>
      <pc:sldChg chg="modSp new del mod">
        <pc:chgData name="Viet." userId="8b74393f-d80c-47bd-a370-5373c0174c23" providerId="ADAL" clId="{15D06D5B-A851-4BAC-933B-A150F21C6777}" dt="2024-12-19T07:50:24.076" v="2078" actId="47"/>
        <pc:sldMkLst>
          <pc:docMk/>
          <pc:sldMk cId="2107221974" sldId="340"/>
        </pc:sldMkLst>
      </pc:sldChg>
      <pc:sldChg chg="modSp new del mod">
        <pc:chgData name="Viet." userId="8b74393f-d80c-47bd-a370-5373c0174c23" providerId="ADAL" clId="{15D06D5B-A851-4BAC-933B-A150F21C6777}" dt="2024-12-19T07:50:17.938" v="2075" actId="47"/>
        <pc:sldMkLst>
          <pc:docMk/>
          <pc:sldMk cId="3083749136" sldId="341"/>
        </pc:sldMkLst>
      </pc:sldChg>
      <pc:sldChg chg="new del">
        <pc:chgData name="Viet." userId="8b74393f-d80c-47bd-a370-5373c0174c23" providerId="ADAL" clId="{15D06D5B-A851-4BAC-933B-A150F21C6777}" dt="2024-12-19T04:14:07.327" v="939" actId="680"/>
        <pc:sldMkLst>
          <pc:docMk/>
          <pc:sldMk cId="2213212003" sldId="342"/>
        </pc:sldMkLst>
      </pc:sldChg>
      <pc:sldChg chg="addSp delSp modSp new del mod">
        <pc:chgData name="Viet." userId="8b74393f-d80c-47bd-a370-5373c0174c23" providerId="ADAL" clId="{15D06D5B-A851-4BAC-933B-A150F21C6777}" dt="2024-12-19T08:54:44.480" v="2474" actId="47"/>
        <pc:sldMkLst>
          <pc:docMk/>
          <pc:sldMk cId="3527760953" sldId="342"/>
        </pc:sldMkLst>
      </pc:sldChg>
      <pc:sldChg chg="modSp new mod">
        <pc:chgData name="Viet." userId="8b74393f-d80c-47bd-a370-5373c0174c23" providerId="ADAL" clId="{15D06D5B-A851-4BAC-933B-A150F21C6777}" dt="2024-12-19T06:52:32.375" v="1429" actId="2710"/>
        <pc:sldMkLst>
          <pc:docMk/>
          <pc:sldMk cId="972042927" sldId="343"/>
        </pc:sldMkLst>
      </pc:sldChg>
      <pc:sldChg chg="modSp new del mod">
        <pc:chgData name="Viet." userId="8b74393f-d80c-47bd-a370-5373c0174c23" providerId="ADAL" clId="{15D06D5B-A851-4BAC-933B-A150F21C6777}" dt="2024-12-19T07:50:14.707" v="2073" actId="47"/>
        <pc:sldMkLst>
          <pc:docMk/>
          <pc:sldMk cId="3627573670" sldId="344"/>
        </pc:sldMkLst>
      </pc:sldChg>
      <pc:sldChg chg="modSp new del mod">
        <pc:chgData name="Viet." userId="8b74393f-d80c-47bd-a370-5373c0174c23" providerId="ADAL" clId="{15D06D5B-A851-4BAC-933B-A150F21C6777}" dt="2024-12-19T07:50:16.156" v="2074" actId="47"/>
        <pc:sldMkLst>
          <pc:docMk/>
          <pc:sldMk cId="2518679417" sldId="345"/>
        </pc:sldMkLst>
      </pc:sldChg>
      <pc:sldChg chg="addSp delSp modSp new mod">
        <pc:chgData name="Viet." userId="8b74393f-d80c-47bd-a370-5373c0174c23" providerId="ADAL" clId="{15D06D5B-A851-4BAC-933B-A150F21C6777}" dt="2024-12-19T06:57:23.721" v="1485" actId="27636"/>
        <pc:sldMkLst>
          <pc:docMk/>
          <pc:sldMk cId="707483570" sldId="346"/>
        </pc:sldMkLst>
      </pc:sldChg>
      <pc:sldChg chg="new del">
        <pc:chgData name="Viet." userId="8b74393f-d80c-47bd-a370-5373c0174c23" providerId="ADAL" clId="{15D06D5B-A851-4BAC-933B-A150F21C6777}" dt="2024-12-19T06:58:00.107" v="1487" actId="680"/>
        <pc:sldMkLst>
          <pc:docMk/>
          <pc:sldMk cId="462095368" sldId="347"/>
        </pc:sldMkLst>
      </pc:sldChg>
      <pc:sldChg chg="modSp new del mod ord">
        <pc:chgData name="Viet." userId="8b74393f-d80c-47bd-a370-5373c0174c23" providerId="ADAL" clId="{15D06D5B-A851-4BAC-933B-A150F21C6777}" dt="2024-12-19T07:50:22.471" v="2077" actId="47"/>
        <pc:sldMkLst>
          <pc:docMk/>
          <pc:sldMk cId="3709780000" sldId="347"/>
        </pc:sldMkLst>
      </pc:sldChg>
      <pc:sldChg chg="addSp delSp modSp new mod">
        <pc:chgData name="Viet." userId="8b74393f-d80c-47bd-a370-5373c0174c23" providerId="ADAL" clId="{15D06D5B-A851-4BAC-933B-A150F21C6777}" dt="2024-12-19T07:00:57.180" v="1600" actId="20577"/>
        <pc:sldMkLst>
          <pc:docMk/>
          <pc:sldMk cId="3276500241" sldId="348"/>
        </pc:sldMkLst>
      </pc:sldChg>
      <pc:sldChg chg="addSp modSp new mod">
        <pc:chgData name="Viet." userId="8b74393f-d80c-47bd-a370-5373c0174c23" providerId="ADAL" clId="{15D06D5B-A851-4BAC-933B-A150F21C6777}" dt="2024-12-19T07:13:13.083" v="1711" actId="1076"/>
        <pc:sldMkLst>
          <pc:docMk/>
          <pc:sldMk cId="2446966224" sldId="349"/>
        </pc:sldMkLst>
      </pc:sldChg>
      <pc:sldChg chg="addSp delSp modSp new del mod">
        <pc:chgData name="Viet." userId="8b74393f-d80c-47bd-a370-5373c0174c23" providerId="ADAL" clId="{15D06D5B-A851-4BAC-933B-A150F21C6777}" dt="2024-12-19T08:52:22.324" v="2471" actId="47"/>
        <pc:sldMkLst>
          <pc:docMk/>
          <pc:sldMk cId="2391992166" sldId="350"/>
        </pc:sldMkLst>
      </pc:sldChg>
      <pc:sldChg chg="addSp delSp modSp new del mod ord">
        <pc:chgData name="Viet." userId="8b74393f-d80c-47bd-a370-5373c0174c23" providerId="ADAL" clId="{15D06D5B-A851-4BAC-933B-A150F21C6777}" dt="2024-12-19T08:52:18.026" v="2470" actId="47"/>
        <pc:sldMkLst>
          <pc:docMk/>
          <pc:sldMk cId="4237316678" sldId="351"/>
        </pc:sldMkLst>
      </pc:sldChg>
      <pc:sldChg chg="modSp new del mod">
        <pc:chgData name="Viet." userId="8b74393f-d80c-47bd-a370-5373c0174c23" providerId="ADAL" clId="{15D06D5B-A851-4BAC-933B-A150F21C6777}" dt="2024-12-19T07:22:03.283" v="1812" actId="47"/>
        <pc:sldMkLst>
          <pc:docMk/>
          <pc:sldMk cId="1937776430" sldId="352"/>
        </pc:sldMkLst>
      </pc:sldChg>
      <pc:sldChg chg="addSp delSp modSp new mod ord">
        <pc:chgData name="Viet." userId="8b74393f-d80c-47bd-a370-5373c0174c23" providerId="ADAL" clId="{15D06D5B-A851-4BAC-933B-A150F21C6777}" dt="2024-12-19T08:47:44.110" v="2414" actId="20577"/>
        <pc:sldMkLst>
          <pc:docMk/>
          <pc:sldMk cId="4206017536" sldId="353"/>
        </pc:sldMkLst>
      </pc:sldChg>
      <pc:sldChg chg="new del">
        <pc:chgData name="Viet." userId="8b74393f-d80c-47bd-a370-5373c0174c23" providerId="ADAL" clId="{15D06D5B-A851-4BAC-933B-A150F21C6777}" dt="2024-12-19T07:50:29.856" v="2080" actId="680"/>
        <pc:sldMkLst>
          <pc:docMk/>
          <pc:sldMk cId="128138674" sldId="354"/>
        </pc:sldMkLst>
      </pc:sldChg>
      <pc:sldChg chg="new del">
        <pc:chgData name="Viet." userId="8b74393f-d80c-47bd-a370-5373c0174c23" providerId="ADAL" clId="{15D06D5B-A851-4BAC-933B-A150F21C6777}" dt="2024-12-19T07:50:39.091" v="2082" actId="680"/>
        <pc:sldMkLst>
          <pc:docMk/>
          <pc:sldMk cId="2529139327" sldId="354"/>
        </pc:sldMkLst>
      </pc:sldChg>
      <pc:sldChg chg="modSp new del mod">
        <pc:chgData name="Viet." userId="8b74393f-d80c-47bd-a370-5373c0174c23" providerId="ADAL" clId="{15D06D5B-A851-4BAC-933B-A150F21C6777}" dt="2024-12-19T08:53:24.853" v="2473" actId="47"/>
        <pc:sldMkLst>
          <pc:docMk/>
          <pc:sldMk cId="2723097580" sldId="354"/>
        </pc:sldMkLst>
      </pc:sldChg>
      <pc:sldChg chg="addSp delSp modSp new mod">
        <pc:chgData name="Viet." userId="8b74393f-d80c-47bd-a370-5373c0174c23" providerId="ADAL" clId="{15D06D5B-A851-4BAC-933B-A150F21C6777}" dt="2024-12-19T09:02:25.630" v="2494" actId="1076"/>
        <pc:sldMkLst>
          <pc:docMk/>
          <pc:sldMk cId="2474434332" sldId="355"/>
        </pc:sldMkLst>
      </pc:sldChg>
      <pc:sldChg chg="addSp modSp new mod">
        <pc:chgData name="Viet." userId="8b74393f-d80c-47bd-a370-5373c0174c23" providerId="ADAL" clId="{15D06D5B-A851-4BAC-933B-A150F21C6777}" dt="2024-12-19T09:19:01.233" v="2558" actId="27636"/>
        <pc:sldMkLst>
          <pc:docMk/>
          <pc:sldMk cId="3810419677" sldId="356"/>
        </pc:sldMkLst>
      </pc:sldChg>
      <pc:sldChg chg="modSp new del mod">
        <pc:chgData name="Viet." userId="8b74393f-d80c-47bd-a370-5373c0174c23" providerId="ADAL" clId="{15D06D5B-A851-4BAC-933B-A150F21C6777}" dt="2024-12-19T08:36:06.183" v="2213" actId="47"/>
        <pc:sldMkLst>
          <pc:docMk/>
          <pc:sldMk cId="255034370" sldId="357"/>
        </pc:sldMkLst>
      </pc:sldChg>
      <pc:sldChg chg="addSp delSp modSp add mod ord">
        <pc:chgData name="Viet." userId="8b74393f-d80c-47bd-a370-5373c0174c23" providerId="ADAL" clId="{15D06D5B-A851-4BAC-933B-A150F21C6777}" dt="2024-12-19T10:13:37.835" v="2908" actId="113"/>
        <pc:sldMkLst>
          <pc:docMk/>
          <pc:sldMk cId="3150911367" sldId="358"/>
        </pc:sldMkLst>
      </pc:sldChg>
      <pc:sldChg chg="addSp delSp modSp add mod">
        <pc:chgData name="Viet." userId="8b74393f-d80c-47bd-a370-5373c0174c23" providerId="ADAL" clId="{15D06D5B-A851-4BAC-933B-A150F21C6777}" dt="2024-12-19T09:37:33.949" v="2685" actId="20577"/>
        <pc:sldMkLst>
          <pc:docMk/>
          <pc:sldMk cId="2948207458" sldId="359"/>
        </pc:sldMkLst>
      </pc:sldChg>
      <pc:sldChg chg="addSp delSp modSp add del mod">
        <pc:chgData name="Viet." userId="8b74393f-d80c-47bd-a370-5373c0174c23" providerId="ADAL" clId="{15D06D5B-A851-4BAC-933B-A150F21C6777}" dt="2024-12-19T10:21:46.953" v="3056" actId="20577"/>
        <pc:sldMkLst>
          <pc:docMk/>
          <pc:sldMk cId="904856355" sldId="360"/>
        </pc:sldMkLst>
      </pc:sldChg>
      <pc:sldChg chg="modSp add del mod">
        <pc:chgData name="Viet." userId="8b74393f-d80c-47bd-a370-5373c0174c23" providerId="ADAL" clId="{15D06D5B-A851-4BAC-933B-A150F21C6777}" dt="2024-12-19T09:03:20.828" v="2529" actId="47"/>
        <pc:sldMkLst>
          <pc:docMk/>
          <pc:sldMk cId="2794591078" sldId="361"/>
        </pc:sldMkLst>
      </pc:sldChg>
      <pc:sldChg chg="modSp add del mod">
        <pc:chgData name="Viet." userId="8b74393f-d80c-47bd-a370-5373c0174c23" providerId="ADAL" clId="{15D06D5B-A851-4BAC-933B-A150F21C6777}" dt="2024-12-19T09:03:22.250" v="2530" actId="47"/>
        <pc:sldMkLst>
          <pc:docMk/>
          <pc:sldMk cId="82119849" sldId="362"/>
        </pc:sldMkLst>
      </pc:sldChg>
      <pc:sldChg chg="new del">
        <pc:chgData name="Viet." userId="8b74393f-d80c-47bd-a370-5373c0174c23" providerId="ADAL" clId="{15D06D5B-A851-4BAC-933B-A150F21C6777}" dt="2024-12-19T08:36:51.198" v="2319" actId="680"/>
        <pc:sldMkLst>
          <pc:docMk/>
          <pc:sldMk cId="498595469" sldId="363"/>
        </pc:sldMkLst>
      </pc:sldChg>
      <pc:sldChg chg="modSp new mod">
        <pc:chgData name="Viet." userId="8b74393f-d80c-47bd-a370-5373c0174c23" providerId="ADAL" clId="{15D06D5B-A851-4BAC-933B-A150F21C6777}" dt="2024-12-19T08:45:14.616" v="2347" actId="20577"/>
        <pc:sldMkLst>
          <pc:docMk/>
          <pc:sldMk cId="3717916934" sldId="363"/>
        </pc:sldMkLst>
      </pc:sldChg>
      <pc:sldChg chg="modSp new mod">
        <pc:chgData name="Viet." userId="8b74393f-d80c-47bd-a370-5373c0174c23" providerId="ADAL" clId="{15D06D5B-A851-4BAC-933B-A150F21C6777}" dt="2024-12-19T08:45:56.510" v="2380" actId="27636"/>
        <pc:sldMkLst>
          <pc:docMk/>
          <pc:sldMk cId="1719024804" sldId="364"/>
        </pc:sldMkLst>
      </pc:sldChg>
      <pc:sldChg chg="modSp new mod">
        <pc:chgData name="Viet." userId="8b74393f-d80c-47bd-a370-5373c0174c23" providerId="ADAL" clId="{15D06D5B-A851-4BAC-933B-A150F21C6777}" dt="2024-12-19T08:46:24.410" v="2392" actId="27636"/>
        <pc:sldMkLst>
          <pc:docMk/>
          <pc:sldMk cId="2268854210" sldId="365"/>
        </pc:sldMkLst>
      </pc:sldChg>
      <pc:sldChg chg="addSp modSp new mod">
        <pc:chgData name="Viet." userId="8b74393f-d80c-47bd-a370-5373c0174c23" providerId="ADAL" clId="{15D06D5B-A851-4BAC-933B-A150F21C6777}" dt="2024-12-19T08:52:14.665" v="2469" actId="14100"/>
        <pc:sldMkLst>
          <pc:docMk/>
          <pc:sldMk cId="2891594502" sldId="366"/>
        </pc:sldMkLst>
      </pc:sldChg>
      <pc:sldChg chg="add">
        <pc:chgData name="Viet." userId="8b74393f-d80c-47bd-a370-5373c0174c23" providerId="ADAL" clId="{15D06D5B-A851-4BAC-933B-A150F21C6777}" dt="2024-12-19T08:53:19.700" v="2472"/>
        <pc:sldMkLst>
          <pc:docMk/>
          <pc:sldMk cId="0" sldId="367"/>
        </pc:sldMkLst>
      </pc:sldChg>
      <pc:sldChg chg="addSp delSp modSp new mod">
        <pc:chgData name="Viet." userId="8b74393f-d80c-47bd-a370-5373c0174c23" providerId="ADAL" clId="{15D06D5B-A851-4BAC-933B-A150F21C6777}" dt="2024-12-19T09:19:59.553" v="2570" actId="2710"/>
        <pc:sldMkLst>
          <pc:docMk/>
          <pc:sldMk cId="2992779437" sldId="368"/>
        </pc:sldMkLst>
      </pc:sldChg>
      <pc:sldChg chg="new del">
        <pc:chgData name="Viet." userId="8b74393f-d80c-47bd-a370-5373c0174c23" providerId="ADAL" clId="{15D06D5B-A851-4BAC-933B-A150F21C6777}" dt="2024-12-19T08:55:10.323" v="2476" actId="680"/>
        <pc:sldMkLst>
          <pc:docMk/>
          <pc:sldMk cId="3098270678" sldId="368"/>
        </pc:sldMkLst>
      </pc:sldChg>
      <pc:sldChg chg="addSp delSp modSp new mod">
        <pc:chgData name="Viet." userId="8b74393f-d80c-47bd-a370-5373c0174c23" providerId="ADAL" clId="{15D06D5B-A851-4BAC-933B-A150F21C6777}" dt="2024-12-19T09:24:07.152" v="2579" actId="2710"/>
        <pc:sldMkLst>
          <pc:docMk/>
          <pc:sldMk cId="3301713662" sldId="369"/>
        </pc:sldMkLst>
      </pc:sldChg>
      <pc:sldChg chg="addSp delSp modSp new mod">
        <pc:chgData name="Viet." userId="8b74393f-d80c-47bd-a370-5373c0174c23" providerId="ADAL" clId="{15D06D5B-A851-4BAC-933B-A150F21C6777}" dt="2024-12-19T09:26:15.820" v="2588" actId="2710"/>
        <pc:sldMkLst>
          <pc:docMk/>
          <pc:sldMk cId="1787869012" sldId="370"/>
        </pc:sldMkLst>
      </pc:sldChg>
      <pc:sldChg chg="addSp delSp modSp new mod">
        <pc:chgData name="Viet." userId="8b74393f-d80c-47bd-a370-5373c0174c23" providerId="ADAL" clId="{15D06D5B-A851-4BAC-933B-A150F21C6777}" dt="2024-12-19T09:26:53.291" v="2599" actId="2710"/>
        <pc:sldMkLst>
          <pc:docMk/>
          <pc:sldMk cId="3615945223" sldId="371"/>
        </pc:sldMkLst>
      </pc:sldChg>
      <pc:sldChg chg="modSp new del mod">
        <pc:chgData name="Viet." userId="8b74393f-d80c-47bd-a370-5373c0174c23" providerId="ADAL" clId="{15D06D5B-A851-4BAC-933B-A150F21C6777}" dt="2024-12-19T09:28:00.100" v="2626" actId="47"/>
        <pc:sldMkLst>
          <pc:docMk/>
          <pc:sldMk cId="1727272957" sldId="372"/>
        </pc:sldMkLst>
      </pc:sldChg>
      <pc:sldChg chg="addSp delSp modSp new mod">
        <pc:chgData name="Viet." userId="8b74393f-d80c-47bd-a370-5373c0174c23" providerId="ADAL" clId="{15D06D5B-A851-4BAC-933B-A150F21C6777}" dt="2024-12-19T09:31:06.091" v="2645"/>
        <pc:sldMkLst>
          <pc:docMk/>
          <pc:sldMk cId="1619718783" sldId="373"/>
        </pc:sldMkLst>
      </pc:sldChg>
      <pc:sldChg chg="modSp new mod">
        <pc:chgData name="Viet." userId="8b74393f-d80c-47bd-a370-5373c0174c23" providerId="ADAL" clId="{15D06D5B-A851-4BAC-933B-A150F21C6777}" dt="2024-12-19T09:49:51.911" v="2768" actId="20577"/>
        <pc:sldMkLst>
          <pc:docMk/>
          <pc:sldMk cId="1307411753" sldId="374"/>
        </pc:sldMkLst>
      </pc:sldChg>
      <pc:sldChg chg="add del">
        <pc:chgData name="Viet." userId="8b74393f-d80c-47bd-a370-5373c0174c23" providerId="ADAL" clId="{15D06D5B-A851-4BAC-933B-A150F21C6777}" dt="2024-12-19T09:36:35.655" v="2656"/>
        <pc:sldMkLst>
          <pc:docMk/>
          <pc:sldMk cId="4180662851" sldId="374"/>
        </pc:sldMkLst>
      </pc:sldChg>
      <pc:sldChg chg="addSp delSp modSp new mod">
        <pc:chgData name="Viet." userId="8b74393f-d80c-47bd-a370-5373c0174c23" providerId="ADAL" clId="{15D06D5B-A851-4BAC-933B-A150F21C6777}" dt="2024-12-19T09:50:44.796" v="2782" actId="113"/>
        <pc:sldMkLst>
          <pc:docMk/>
          <pc:sldMk cId="170672216" sldId="375"/>
        </pc:sldMkLst>
      </pc:sldChg>
      <pc:sldChg chg="modSp new del mod">
        <pc:chgData name="Viet." userId="8b74393f-d80c-47bd-a370-5373c0174c23" providerId="ADAL" clId="{15D06D5B-A851-4BAC-933B-A150F21C6777}" dt="2024-12-19T09:51:01.413" v="2786" actId="47"/>
        <pc:sldMkLst>
          <pc:docMk/>
          <pc:sldMk cId="2326553778" sldId="376"/>
        </pc:sldMkLst>
      </pc:sldChg>
      <pc:sldChg chg="modSp new del mod">
        <pc:chgData name="Viet." userId="8b74393f-d80c-47bd-a370-5373c0174c23" providerId="ADAL" clId="{15D06D5B-A851-4BAC-933B-A150F21C6777}" dt="2024-12-19T09:51:02.903" v="2787" actId="47"/>
        <pc:sldMkLst>
          <pc:docMk/>
          <pc:sldMk cId="4077154305" sldId="377"/>
        </pc:sldMkLst>
      </pc:sldChg>
      <pc:sldChg chg="new del">
        <pc:chgData name="Viet." userId="8b74393f-d80c-47bd-a370-5373c0174c23" providerId="ADAL" clId="{15D06D5B-A851-4BAC-933B-A150F21C6777}" dt="2024-12-19T09:50:52.795" v="2785" actId="2696"/>
        <pc:sldMkLst>
          <pc:docMk/>
          <pc:sldMk cId="1730352347" sldId="378"/>
        </pc:sldMkLst>
      </pc:sldChg>
      <pc:sldChg chg="modSp add mod">
        <pc:chgData name="Viet." userId="8b74393f-d80c-47bd-a370-5373c0174c23" providerId="ADAL" clId="{15D06D5B-A851-4BAC-933B-A150F21C6777}" dt="2024-12-19T09:53:22.676" v="2815"/>
        <pc:sldMkLst>
          <pc:docMk/>
          <pc:sldMk cId="3631523218" sldId="379"/>
        </pc:sldMkLst>
      </pc:sldChg>
      <pc:sldChg chg="addSp delSp modSp new mod ord">
        <pc:chgData name="Viet." userId="8b74393f-d80c-47bd-a370-5373c0174c23" providerId="ADAL" clId="{15D06D5B-A851-4BAC-933B-A150F21C6777}" dt="2024-12-19T10:27:32.718" v="3179" actId="20577"/>
        <pc:sldMkLst>
          <pc:docMk/>
          <pc:sldMk cId="612482230" sldId="380"/>
        </pc:sldMkLst>
      </pc:sldChg>
      <pc:sldChg chg="addSp delSp modSp new mod">
        <pc:chgData name="Viet." userId="8b74393f-d80c-47bd-a370-5373c0174c23" providerId="ADAL" clId="{15D06D5B-A851-4BAC-933B-A150F21C6777}" dt="2024-12-19T10:17:13.126" v="2947" actId="27636"/>
        <pc:sldMkLst>
          <pc:docMk/>
          <pc:sldMk cId="2358534610" sldId="381"/>
        </pc:sldMkLst>
      </pc:sldChg>
      <pc:sldChg chg="modSp add mod">
        <pc:chgData name="Viet." userId="8b74393f-d80c-47bd-a370-5373c0174c23" providerId="ADAL" clId="{15D06D5B-A851-4BAC-933B-A150F21C6777}" dt="2024-12-19T10:19:08.031" v="3002" actId="20577"/>
        <pc:sldMkLst>
          <pc:docMk/>
          <pc:sldMk cId="2083814574" sldId="382"/>
        </pc:sldMkLst>
      </pc:sldChg>
      <pc:sldChg chg="addSp delSp modSp new mod">
        <pc:chgData name="Viet." userId="8b74393f-d80c-47bd-a370-5373c0174c23" providerId="ADAL" clId="{15D06D5B-A851-4BAC-933B-A150F21C6777}" dt="2024-12-19T10:23:01.533" v="3093" actId="113"/>
        <pc:sldMkLst>
          <pc:docMk/>
          <pc:sldMk cId="3663823692" sldId="383"/>
        </pc:sldMkLst>
      </pc:sldChg>
      <pc:sldChg chg="modSp add mod">
        <pc:chgData name="Viet." userId="8b74393f-d80c-47bd-a370-5373c0174c23" providerId="ADAL" clId="{15D06D5B-A851-4BAC-933B-A150F21C6777}" dt="2024-12-19T10:25:48.232" v="3140"/>
        <pc:sldMkLst>
          <pc:docMk/>
          <pc:sldMk cId="2319346433" sldId="384"/>
        </pc:sldMkLst>
      </pc:sldChg>
    </pc:docChg>
  </pc:docChgLst>
  <pc:docChgLst>
    <pc:chgData name="Viet." userId="8b74393f-d80c-47bd-a370-5373c0174c23" providerId="ADAL" clId="{2E4C8E7C-7542-49CE-AFAA-B0F3D44A6E95}"/>
    <pc:docChg chg="undo redo custSel addSld delSld modSld sldOrd addSection delSection modSection">
      <pc:chgData name="Viet." userId="8b74393f-d80c-47bd-a370-5373c0174c23" providerId="ADAL" clId="{2E4C8E7C-7542-49CE-AFAA-B0F3D44A6E95}" dt="2024-12-24T16:01:30.093" v="2726" actId="47"/>
      <pc:docMkLst>
        <pc:docMk/>
      </pc:docMkLst>
      <pc:sldChg chg="modSp add del mod">
        <pc:chgData name="Viet." userId="8b74393f-d80c-47bd-a370-5373c0174c23" providerId="ADAL" clId="{2E4C8E7C-7542-49CE-AFAA-B0F3D44A6E95}" dt="2024-12-23T04:53:55.273" v="376" actId="20577"/>
        <pc:sldMkLst>
          <pc:docMk/>
          <pc:sldMk cId="1253848682" sldId="267"/>
        </pc:sldMkLst>
        <pc:spChg chg="mod">
          <ac:chgData name="Viet." userId="8b74393f-d80c-47bd-a370-5373c0174c23" providerId="ADAL" clId="{2E4C8E7C-7542-49CE-AFAA-B0F3D44A6E95}" dt="2024-12-23T04:53:55.273" v="376" actId="20577"/>
          <ac:spMkLst>
            <pc:docMk/>
            <pc:sldMk cId="1253848682" sldId="267"/>
            <ac:spMk id="2" creationId="{78EACC5C-4747-42C2-9BF5-D1B4A984743F}"/>
          </ac:spMkLst>
        </pc:spChg>
      </pc:sldChg>
      <pc:sldChg chg="new del">
        <pc:chgData name="Viet." userId="8b74393f-d80c-47bd-a370-5373c0174c23" providerId="ADAL" clId="{2E4C8E7C-7542-49CE-AFAA-B0F3D44A6E95}" dt="2024-12-19T10:30:08.919" v="10" actId="680"/>
        <pc:sldMkLst>
          <pc:docMk/>
          <pc:sldMk cId="713720895" sldId="270"/>
        </pc:sldMkLst>
      </pc:sldChg>
      <pc:sldChg chg="modSp new del mod">
        <pc:chgData name="Viet." userId="8b74393f-d80c-47bd-a370-5373c0174c23" providerId="ADAL" clId="{2E4C8E7C-7542-49CE-AFAA-B0F3D44A6E95}" dt="2024-12-19T14:36:17.020" v="15" actId="47"/>
        <pc:sldMkLst>
          <pc:docMk/>
          <pc:sldMk cId="3367707808" sldId="270"/>
        </pc:sldMkLst>
      </pc:sldChg>
      <pc:sldChg chg="addSp delSp modSp new mod">
        <pc:chgData name="Viet." userId="8b74393f-d80c-47bd-a370-5373c0174c23" providerId="ADAL" clId="{2E4C8E7C-7542-49CE-AFAA-B0F3D44A6E95}" dt="2024-12-23T04:54:44.504" v="404" actId="14100"/>
        <pc:sldMkLst>
          <pc:docMk/>
          <pc:sldMk cId="933841201" sldId="271"/>
        </pc:sldMkLst>
      </pc:sldChg>
      <pc:sldChg chg="addSp modSp new mod">
        <pc:chgData name="Viet." userId="8b74393f-d80c-47bd-a370-5373c0174c23" providerId="ADAL" clId="{2E4C8E7C-7542-49CE-AFAA-B0F3D44A6E95}" dt="2024-12-23T04:43:16.510" v="291" actId="113"/>
        <pc:sldMkLst>
          <pc:docMk/>
          <pc:sldMk cId="2133594070" sldId="272"/>
        </pc:sldMkLst>
      </pc:sldChg>
      <pc:sldChg chg="new del">
        <pc:chgData name="Viet." userId="8b74393f-d80c-47bd-a370-5373c0174c23" providerId="ADAL" clId="{2E4C8E7C-7542-49CE-AFAA-B0F3D44A6E95}" dt="2024-12-20T09:37:47.164" v="23" actId="680"/>
        <pc:sldMkLst>
          <pc:docMk/>
          <pc:sldMk cId="2620294591" sldId="273"/>
        </pc:sldMkLst>
      </pc:sldChg>
      <pc:sldChg chg="addSp modSp new del mod ord">
        <pc:chgData name="Viet." userId="8b74393f-d80c-47bd-a370-5373c0174c23" providerId="ADAL" clId="{2E4C8E7C-7542-49CE-AFAA-B0F3D44A6E95}" dt="2024-12-23T04:37:40.664" v="222" actId="47"/>
        <pc:sldMkLst>
          <pc:docMk/>
          <pc:sldMk cId="3454077674" sldId="273"/>
        </pc:sldMkLst>
      </pc:sldChg>
      <pc:sldChg chg="new del">
        <pc:chgData name="Viet." userId="8b74393f-d80c-47bd-a370-5373c0174c23" providerId="ADAL" clId="{2E4C8E7C-7542-49CE-AFAA-B0F3D44A6E95}" dt="2024-12-20T09:57:08.434" v="103" actId="47"/>
        <pc:sldMkLst>
          <pc:docMk/>
          <pc:sldMk cId="477828656" sldId="274"/>
        </pc:sldMkLst>
      </pc:sldChg>
      <pc:sldChg chg="add del ord">
        <pc:chgData name="Viet." userId="8b74393f-d80c-47bd-a370-5373c0174c23" providerId="ADAL" clId="{2E4C8E7C-7542-49CE-AFAA-B0F3D44A6E95}" dt="2024-12-23T08:32:05.340" v="956" actId="47"/>
        <pc:sldMkLst>
          <pc:docMk/>
          <pc:sldMk cId="0" sldId="281"/>
        </pc:sldMkLst>
      </pc:sldChg>
      <pc:sldChg chg="add del ord">
        <pc:chgData name="Viet." userId="8b74393f-d80c-47bd-a370-5373c0174c23" providerId="ADAL" clId="{2E4C8E7C-7542-49CE-AFAA-B0F3D44A6E95}" dt="2024-12-23T08:16:56.273" v="777" actId="47"/>
        <pc:sldMkLst>
          <pc:docMk/>
          <pc:sldMk cId="0" sldId="282"/>
        </pc:sldMkLst>
      </pc:sldChg>
      <pc:sldChg chg="add del">
        <pc:chgData name="Viet." userId="8b74393f-d80c-47bd-a370-5373c0174c23" providerId="ADAL" clId="{2E4C8E7C-7542-49CE-AFAA-B0F3D44A6E95}" dt="2024-12-23T08:28:59.921" v="923" actId="47"/>
        <pc:sldMkLst>
          <pc:docMk/>
          <pc:sldMk cId="0" sldId="283"/>
        </pc:sldMkLst>
      </pc:sldChg>
      <pc:sldChg chg="add del ord">
        <pc:chgData name="Viet." userId="8b74393f-d80c-47bd-a370-5373c0174c23" providerId="ADAL" clId="{2E4C8E7C-7542-49CE-AFAA-B0F3D44A6E95}" dt="2024-12-23T08:28:54.874" v="922" actId="47"/>
        <pc:sldMkLst>
          <pc:docMk/>
          <pc:sldMk cId="0" sldId="284"/>
        </pc:sldMkLst>
      </pc:sldChg>
      <pc:sldChg chg="addSp modSp add mod">
        <pc:chgData name="Viet." userId="8b74393f-d80c-47bd-a370-5373c0174c23" providerId="ADAL" clId="{2E4C8E7C-7542-49CE-AFAA-B0F3D44A6E95}" dt="2024-12-23T04:46:31.121" v="364" actId="1076"/>
        <pc:sldMkLst>
          <pc:docMk/>
          <pc:sldMk cId="3645335510" sldId="291"/>
        </pc:sldMkLst>
      </pc:sldChg>
      <pc:sldChg chg="add del">
        <pc:chgData name="Viet." userId="8b74393f-d80c-47bd-a370-5373c0174c23" providerId="ADAL" clId="{2E4C8E7C-7542-49CE-AFAA-B0F3D44A6E95}" dt="2024-12-20T10:09:43.208" v="167" actId="2696"/>
        <pc:sldMkLst>
          <pc:docMk/>
          <pc:sldMk cId="0" sldId="292"/>
        </pc:sldMkLst>
      </pc:sldChg>
      <pc:sldChg chg="add del modNotesTx">
        <pc:chgData name="Viet." userId="8b74393f-d80c-47bd-a370-5373c0174c23" providerId="ADAL" clId="{2E4C8E7C-7542-49CE-AFAA-B0F3D44A6E95}" dt="2024-12-23T04:46:44.649" v="365" actId="47"/>
        <pc:sldMkLst>
          <pc:docMk/>
          <pc:sldMk cId="2295421240" sldId="292"/>
        </pc:sldMkLst>
      </pc:sldChg>
      <pc:sldChg chg="addSp modSp new mod modNotesTx">
        <pc:chgData name="Viet." userId="8b74393f-d80c-47bd-a370-5373c0174c23" providerId="ADAL" clId="{2E4C8E7C-7542-49CE-AFAA-B0F3D44A6E95}" dt="2024-12-23T08:34:25.759" v="996" actId="27636"/>
        <pc:sldMkLst>
          <pc:docMk/>
          <pc:sldMk cId="1904943400" sldId="293"/>
        </pc:sldMkLst>
      </pc:sldChg>
      <pc:sldChg chg="addSp modSp new del mod">
        <pc:chgData name="Viet." userId="8b74393f-d80c-47bd-a370-5373c0174c23" providerId="ADAL" clId="{2E4C8E7C-7542-49CE-AFAA-B0F3D44A6E95}" dt="2024-12-24T15:49:23.807" v="2537" actId="47"/>
        <pc:sldMkLst>
          <pc:docMk/>
          <pc:sldMk cId="655586509" sldId="294"/>
        </pc:sldMkLst>
      </pc:sldChg>
      <pc:sldChg chg="addSp delSp modSp new mod">
        <pc:chgData name="Viet." userId="8b74393f-d80c-47bd-a370-5373c0174c23" providerId="ADAL" clId="{2E4C8E7C-7542-49CE-AFAA-B0F3D44A6E95}" dt="2024-12-23T09:11:55.473" v="1165" actId="14100"/>
        <pc:sldMkLst>
          <pc:docMk/>
          <pc:sldMk cId="1782691101" sldId="295"/>
        </pc:sldMkLst>
      </pc:sldChg>
      <pc:sldChg chg="addSp delSp modSp new del mod">
        <pc:chgData name="Viet." userId="8b74393f-d80c-47bd-a370-5373c0174c23" providerId="ADAL" clId="{2E4C8E7C-7542-49CE-AFAA-B0F3D44A6E95}" dt="2024-12-23T05:02:13.195" v="532" actId="680"/>
        <pc:sldMkLst>
          <pc:docMk/>
          <pc:sldMk cId="736664402" sldId="296"/>
        </pc:sldMkLst>
      </pc:sldChg>
      <pc:sldChg chg="addSp delSp modSp new del mod ord">
        <pc:chgData name="Viet." userId="8b74393f-d80c-47bd-a370-5373c0174c23" providerId="ADAL" clId="{2E4C8E7C-7542-49CE-AFAA-B0F3D44A6E95}" dt="2024-12-23T08:14:57.537" v="775" actId="47"/>
        <pc:sldMkLst>
          <pc:docMk/>
          <pc:sldMk cId="3340389636" sldId="296"/>
        </pc:sldMkLst>
      </pc:sldChg>
      <pc:sldChg chg="addSp delSp modSp new mod modNotesTx">
        <pc:chgData name="Viet." userId="8b74393f-d80c-47bd-a370-5373c0174c23" providerId="ADAL" clId="{2E4C8E7C-7542-49CE-AFAA-B0F3D44A6E95}" dt="2024-12-23T08:15:23.656" v="776"/>
        <pc:sldMkLst>
          <pc:docMk/>
          <pc:sldMk cId="261326312" sldId="297"/>
        </pc:sldMkLst>
      </pc:sldChg>
      <pc:sldChg chg="addSp delSp modSp new mod">
        <pc:chgData name="Viet." userId="8b74393f-d80c-47bd-a370-5373c0174c23" providerId="ADAL" clId="{2E4C8E7C-7542-49CE-AFAA-B0F3D44A6E95}" dt="2024-12-23T08:21:06.714" v="837" actId="1076"/>
        <pc:sldMkLst>
          <pc:docMk/>
          <pc:sldMk cId="4161277920" sldId="298"/>
        </pc:sldMkLst>
      </pc:sldChg>
      <pc:sldChg chg="addSp modSp new mod modNotesTx">
        <pc:chgData name="Viet." userId="8b74393f-d80c-47bd-a370-5373c0174c23" providerId="ADAL" clId="{2E4C8E7C-7542-49CE-AFAA-B0F3D44A6E95}" dt="2024-12-23T08:24:44.726" v="873" actId="1076"/>
        <pc:sldMkLst>
          <pc:docMk/>
          <pc:sldMk cId="627850246" sldId="299"/>
        </pc:sldMkLst>
      </pc:sldChg>
      <pc:sldChg chg="addSp modSp new mod">
        <pc:chgData name="Viet." userId="8b74393f-d80c-47bd-a370-5373c0174c23" providerId="ADAL" clId="{2E4C8E7C-7542-49CE-AFAA-B0F3D44A6E95}" dt="2024-12-23T08:28:17.310" v="921" actId="1076"/>
        <pc:sldMkLst>
          <pc:docMk/>
          <pc:sldMk cId="3846496342" sldId="300"/>
        </pc:sldMkLst>
      </pc:sldChg>
      <pc:sldChg chg="addSp modSp new mod modNotesTx">
        <pc:chgData name="Viet." userId="8b74393f-d80c-47bd-a370-5373c0174c23" providerId="ADAL" clId="{2E4C8E7C-7542-49CE-AFAA-B0F3D44A6E95}" dt="2024-12-23T08:32:01.074" v="955"/>
        <pc:sldMkLst>
          <pc:docMk/>
          <pc:sldMk cId="1196503882" sldId="301"/>
        </pc:sldMkLst>
      </pc:sldChg>
      <pc:sldChg chg="addSp modSp new mod modNotesTx">
        <pc:chgData name="Viet." userId="8b74393f-d80c-47bd-a370-5373c0174c23" providerId="ADAL" clId="{2E4C8E7C-7542-49CE-AFAA-B0F3D44A6E95}" dt="2024-12-23T08:49:21.059" v="1050" actId="14100"/>
        <pc:sldMkLst>
          <pc:docMk/>
          <pc:sldMk cId="2363464642" sldId="302"/>
        </pc:sldMkLst>
      </pc:sldChg>
      <pc:sldChg chg="addSp modSp new mod modNotesTx">
        <pc:chgData name="Viet." userId="8b74393f-d80c-47bd-a370-5373c0174c23" providerId="ADAL" clId="{2E4C8E7C-7542-49CE-AFAA-B0F3D44A6E95}" dt="2024-12-23T08:55:37.078" v="1083" actId="1076"/>
        <pc:sldMkLst>
          <pc:docMk/>
          <pc:sldMk cId="2180807293" sldId="303"/>
        </pc:sldMkLst>
      </pc:sldChg>
      <pc:sldChg chg="addSp delSp modSp new mod modNotesTx">
        <pc:chgData name="Viet." userId="8b74393f-d80c-47bd-a370-5373c0174c23" providerId="ADAL" clId="{2E4C8E7C-7542-49CE-AFAA-B0F3D44A6E95}" dt="2024-12-23T09:02:17.828" v="1155" actId="732"/>
        <pc:sldMkLst>
          <pc:docMk/>
          <pc:sldMk cId="995685273" sldId="304"/>
        </pc:sldMkLst>
      </pc:sldChg>
      <pc:sldChg chg="addSp delSp modSp new mod modNotesTx">
        <pc:chgData name="Viet." userId="8b74393f-d80c-47bd-a370-5373c0174c23" providerId="ADAL" clId="{2E4C8E7C-7542-49CE-AFAA-B0F3D44A6E95}" dt="2024-12-23T09:29:57.275" v="1351" actId="20577"/>
        <pc:sldMkLst>
          <pc:docMk/>
          <pc:sldMk cId="938503402" sldId="305"/>
        </pc:sldMkLst>
      </pc:sldChg>
      <pc:sldChg chg="modSp new del mod">
        <pc:chgData name="Viet." userId="8b74393f-d80c-47bd-a370-5373c0174c23" providerId="ADAL" clId="{2E4C8E7C-7542-49CE-AFAA-B0F3D44A6E95}" dt="2024-12-23T09:11:59.320" v="1166" actId="47"/>
        <pc:sldMkLst>
          <pc:docMk/>
          <pc:sldMk cId="2234520822" sldId="305"/>
        </pc:sldMkLst>
      </pc:sldChg>
      <pc:sldChg chg="addSp delSp modSp new mod">
        <pc:chgData name="Viet." userId="8b74393f-d80c-47bd-a370-5373c0174c23" providerId="ADAL" clId="{2E4C8E7C-7542-49CE-AFAA-B0F3D44A6E95}" dt="2024-12-23T09:31:10.773" v="1415" actId="27636"/>
        <pc:sldMkLst>
          <pc:docMk/>
          <pc:sldMk cId="2497540809" sldId="306"/>
        </pc:sldMkLst>
      </pc:sldChg>
      <pc:sldChg chg="addSp delSp modSp new mod">
        <pc:chgData name="Viet." userId="8b74393f-d80c-47bd-a370-5373c0174c23" providerId="ADAL" clId="{2E4C8E7C-7542-49CE-AFAA-B0F3D44A6E95}" dt="2024-12-23T10:22:59.703" v="1468" actId="1076"/>
        <pc:sldMkLst>
          <pc:docMk/>
          <pc:sldMk cId="2348122299" sldId="307"/>
        </pc:sldMkLst>
      </pc:sldChg>
      <pc:sldChg chg="addSp delSp modSp new mod modNotesTx">
        <pc:chgData name="Viet." userId="8b74393f-d80c-47bd-a370-5373c0174c23" providerId="ADAL" clId="{2E4C8E7C-7542-49CE-AFAA-B0F3D44A6E95}" dt="2024-12-24T14:30:00.027" v="1674" actId="113"/>
        <pc:sldMkLst>
          <pc:docMk/>
          <pc:sldMk cId="2725462218" sldId="308"/>
        </pc:sldMkLst>
      </pc:sldChg>
      <pc:sldChg chg="addSp delSp modSp new mod">
        <pc:chgData name="Viet." userId="8b74393f-d80c-47bd-a370-5373c0174c23" providerId="ADAL" clId="{2E4C8E7C-7542-49CE-AFAA-B0F3D44A6E95}" dt="2024-12-24T15:21:49.362" v="2249" actId="1076"/>
        <pc:sldMkLst>
          <pc:docMk/>
          <pc:sldMk cId="325939935" sldId="309"/>
        </pc:sldMkLst>
      </pc:sldChg>
      <pc:sldChg chg="modSp new mod">
        <pc:chgData name="Viet." userId="8b74393f-d80c-47bd-a370-5373c0174c23" providerId="ADAL" clId="{2E4C8E7C-7542-49CE-AFAA-B0F3D44A6E95}" dt="2024-12-24T15:48:49.562" v="2536"/>
        <pc:sldMkLst>
          <pc:docMk/>
          <pc:sldMk cId="2848946386" sldId="310"/>
        </pc:sldMkLst>
      </pc:sldChg>
      <pc:sldChg chg="addSp delSp modSp new mod modNotesTx">
        <pc:chgData name="Viet." userId="8b74393f-d80c-47bd-a370-5373c0174c23" providerId="ADAL" clId="{2E4C8E7C-7542-49CE-AFAA-B0F3D44A6E95}" dt="2024-12-24T15:55:01.747" v="2614"/>
        <pc:sldMkLst>
          <pc:docMk/>
          <pc:sldMk cId="2004606849" sldId="311"/>
        </pc:sldMkLst>
      </pc:sldChg>
      <pc:sldChg chg="modSp new del mod">
        <pc:chgData name="Viet." userId="8b74393f-d80c-47bd-a370-5373c0174c23" providerId="ADAL" clId="{2E4C8E7C-7542-49CE-AFAA-B0F3D44A6E95}" dt="2024-12-24T15:51:33.173" v="2541" actId="47"/>
        <pc:sldMkLst>
          <pc:docMk/>
          <pc:sldMk cId="730801409" sldId="312"/>
        </pc:sldMkLst>
      </pc:sldChg>
      <pc:sldChg chg="addSp delSp modSp new mod">
        <pc:chgData name="Viet." userId="8b74393f-d80c-47bd-a370-5373c0174c23" providerId="ADAL" clId="{2E4C8E7C-7542-49CE-AFAA-B0F3D44A6E95}" dt="2024-12-24T16:00:15.177" v="2716" actId="27636"/>
        <pc:sldMkLst>
          <pc:docMk/>
          <pc:sldMk cId="909265755" sldId="313"/>
        </pc:sldMkLst>
      </pc:sldChg>
      <pc:sldChg chg="addSp delSp modSp new mod">
        <pc:chgData name="Viet." userId="8b74393f-d80c-47bd-a370-5373c0174c23" providerId="ADAL" clId="{2E4C8E7C-7542-49CE-AFAA-B0F3D44A6E95}" dt="2024-12-24T16:01:13.450" v="2725" actId="2710"/>
        <pc:sldMkLst>
          <pc:docMk/>
          <pc:sldMk cId="3004681399" sldId="314"/>
        </pc:sldMkLst>
      </pc:sldChg>
      <pc:sldChg chg="modSp new add del mod">
        <pc:chgData name="Viet." userId="8b74393f-d80c-47bd-a370-5373c0174c23" providerId="ADAL" clId="{2E4C8E7C-7542-49CE-AFAA-B0F3D44A6E95}" dt="2024-12-24T16:01:30.093" v="2726" actId="47"/>
        <pc:sldMkLst>
          <pc:docMk/>
          <pc:sldMk cId="1415252172" sldId="315"/>
        </pc:sldMkLst>
      </pc:sldChg>
      <pc:sldChg chg="addSp delSp modSp new mod">
        <pc:chgData name="Viet." userId="8b74393f-d80c-47bd-a370-5373c0174c23" providerId="ADAL" clId="{2E4C8E7C-7542-49CE-AFAA-B0F3D44A6E95}" dt="2024-12-24T14:17:34.288" v="1606" actId="1076"/>
        <pc:sldMkLst>
          <pc:docMk/>
          <pc:sldMk cId="3951736494" sldId="316"/>
        </pc:sldMkLst>
      </pc:sldChg>
      <pc:sldChg chg="addSp delSp modSp new del mod">
        <pc:chgData name="Viet." userId="8b74393f-d80c-47bd-a370-5373c0174c23" providerId="ADAL" clId="{2E4C8E7C-7542-49CE-AFAA-B0F3D44A6E95}" dt="2024-12-24T14:17:38.056" v="1607" actId="47"/>
        <pc:sldMkLst>
          <pc:docMk/>
          <pc:sldMk cId="1350407529" sldId="317"/>
        </pc:sldMkLst>
      </pc:sldChg>
      <pc:sldChg chg="new del">
        <pc:chgData name="Viet." userId="8b74393f-d80c-47bd-a370-5373c0174c23" providerId="ADAL" clId="{2E4C8E7C-7542-49CE-AFAA-B0F3D44A6E95}" dt="2024-12-24T14:17:51.344" v="1609" actId="47"/>
        <pc:sldMkLst>
          <pc:docMk/>
          <pc:sldMk cId="1487978256" sldId="317"/>
        </pc:sldMkLst>
      </pc:sldChg>
      <pc:sldChg chg="modSp new mod">
        <pc:chgData name="Viet." userId="8b74393f-d80c-47bd-a370-5373c0174c23" providerId="ADAL" clId="{2E4C8E7C-7542-49CE-AFAA-B0F3D44A6E95}" dt="2024-12-24T14:23:29.090" v="1630" actId="27636"/>
        <pc:sldMkLst>
          <pc:docMk/>
          <pc:sldMk cId="2079067374" sldId="317"/>
        </pc:sldMkLst>
      </pc:sldChg>
      <pc:sldChg chg="addSp delSp modSp add mod">
        <pc:chgData name="Viet." userId="8b74393f-d80c-47bd-a370-5373c0174c23" providerId="ADAL" clId="{2E4C8E7C-7542-49CE-AFAA-B0F3D44A6E95}" dt="2024-12-24T14:31:01.970" v="1684" actId="27636"/>
        <pc:sldMkLst>
          <pc:docMk/>
          <pc:sldMk cId="3708176231" sldId="318"/>
        </pc:sldMkLst>
      </pc:sldChg>
      <pc:sldChg chg="addSp delSp modSp add mod">
        <pc:chgData name="Viet." userId="8b74393f-d80c-47bd-a370-5373c0174c23" providerId="ADAL" clId="{2E4C8E7C-7542-49CE-AFAA-B0F3D44A6E95}" dt="2024-12-24T14:34:22.638" v="1738" actId="113"/>
        <pc:sldMkLst>
          <pc:docMk/>
          <pc:sldMk cId="1532523571" sldId="319"/>
        </pc:sldMkLst>
      </pc:sldChg>
      <pc:sldChg chg="addSp delSp modSp new mod">
        <pc:chgData name="Viet." userId="8b74393f-d80c-47bd-a370-5373c0174c23" providerId="ADAL" clId="{2E4C8E7C-7542-49CE-AFAA-B0F3D44A6E95}" dt="2024-12-24T14:41:55.370" v="2035" actId="113"/>
        <pc:sldMkLst>
          <pc:docMk/>
          <pc:sldMk cId="2346931727" sldId="320"/>
        </pc:sldMkLst>
      </pc:sldChg>
      <pc:sldChg chg="addSp delSp modSp new mod">
        <pc:chgData name="Viet." userId="8b74393f-d80c-47bd-a370-5373c0174c23" providerId="ADAL" clId="{2E4C8E7C-7542-49CE-AFAA-B0F3D44A6E95}" dt="2024-12-24T15:09:50.808" v="2190" actId="313"/>
        <pc:sldMkLst>
          <pc:docMk/>
          <pc:sldMk cId="1106988954" sldId="321"/>
        </pc:sldMkLst>
      </pc:sldChg>
      <pc:sldChg chg="modSp new mod">
        <pc:chgData name="Viet." userId="8b74393f-d80c-47bd-a370-5373c0174c23" providerId="ADAL" clId="{2E4C8E7C-7542-49CE-AFAA-B0F3D44A6E95}" dt="2024-12-24T15:07:58.745" v="2170" actId="27636"/>
        <pc:sldMkLst>
          <pc:docMk/>
          <pc:sldMk cId="1425908042" sldId="322"/>
        </pc:sldMkLst>
      </pc:sldChg>
      <pc:sldChg chg="modSp new del mod">
        <pc:chgData name="Viet." userId="8b74393f-d80c-47bd-a370-5373c0174c23" providerId="ADAL" clId="{2E4C8E7C-7542-49CE-AFAA-B0F3D44A6E95}" dt="2024-12-24T15:10:11.760" v="2191" actId="47"/>
        <pc:sldMkLst>
          <pc:docMk/>
          <pc:sldMk cId="1421053112" sldId="323"/>
        </pc:sldMkLst>
      </pc:sldChg>
      <pc:sldChg chg="addSp delSp modSp new del ord">
        <pc:chgData name="Viet." userId="8b74393f-d80c-47bd-a370-5373c0174c23" providerId="ADAL" clId="{2E4C8E7C-7542-49CE-AFAA-B0F3D44A6E95}" dt="2024-12-24T15:51:12.353" v="2538" actId="47"/>
        <pc:sldMkLst>
          <pc:docMk/>
          <pc:sldMk cId="2814906680" sldId="324"/>
        </pc:sldMkLst>
      </pc:sldChg>
      <pc:sldChg chg="addSp delSp modSp new mod">
        <pc:chgData name="Viet." userId="8b74393f-d80c-47bd-a370-5373c0174c23" providerId="ADAL" clId="{2E4C8E7C-7542-49CE-AFAA-B0F3D44A6E95}" dt="2024-12-24T15:26:01.403" v="2297" actId="1076"/>
        <pc:sldMkLst>
          <pc:docMk/>
          <pc:sldMk cId="3057776307" sldId="325"/>
        </pc:sldMkLst>
      </pc:sldChg>
      <pc:sldChg chg="addSp delSp modSp new mod">
        <pc:chgData name="Viet." userId="8b74393f-d80c-47bd-a370-5373c0174c23" providerId="ADAL" clId="{2E4C8E7C-7542-49CE-AFAA-B0F3D44A6E95}" dt="2024-12-24T15:31:28.254" v="2335" actId="1076"/>
        <pc:sldMkLst>
          <pc:docMk/>
          <pc:sldMk cId="3504665661" sldId="326"/>
        </pc:sldMkLst>
      </pc:sldChg>
      <pc:sldChg chg="addSp delSp modSp new mod">
        <pc:chgData name="Viet." userId="8b74393f-d80c-47bd-a370-5373c0174c23" providerId="ADAL" clId="{2E4C8E7C-7542-49CE-AFAA-B0F3D44A6E95}" dt="2024-12-24T15:35:00.082" v="2362"/>
        <pc:sldMkLst>
          <pc:docMk/>
          <pc:sldMk cId="2490131503" sldId="327"/>
        </pc:sldMkLst>
      </pc:sldChg>
      <pc:sldChg chg="modSp new del mod">
        <pc:chgData name="Viet." userId="8b74393f-d80c-47bd-a370-5373c0174c23" providerId="ADAL" clId="{2E4C8E7C-7542-49CE-AFAA-B0F3D44A6E95}" dt="2024-12-24T15:35:53.191" v="2367" actId="47"/>
        <pc:sldMkLst>
          <pc:docMk/>
          <pc:sldMk cId="1160186485" sldId="328"/>
        </pc:sldMkLst>
      </pc:sldChg>
      <pc:sldChg chg="addSp delSp modSp add mod">
        <pc:chgData name="Viet." userId="8b74393f-d80c-47bd-a370-5373c0174c23" providerId="ADAL" clId="{2E4C8E7C-7542-49CE-AFAA-B0F3D44A6E95}" dt="2024-12-24T15:38:22.987" v="2389"/>
        <pc:sldMkLst>
          <pc:docMk/>
          <pc:sldMk cId="3979017945" sldId="329"/>
        </pc:sldMkLst>
      </pc:sldChg>
      <pc:sldChg chg="addSp modSp new mod">
        <pc:chgData name="Viet." userId="8b74393f-d80c-47bd-a370-5373c0174c23" providerId="ADAL" clId="{2E4C8E7C-7542-49CE-AFAA-B0F3D44A6E95}" dt="2024-12-24T15:46:11.212" v="2487" actId="5793"/>
        <pc:sldMkLst>
          <pc:docMk/>
          <pc:sldMk cId="3530672837" sldId="330"/>
        </pc:sldMkLst>
      </pc:sldChg>
      <pc:sldChg chg="modSp new del mod">
        <pc:chgData name="Viet." userId="8b74393f-d80c-47bd-a370-5373c0174c23" providerId="ADAL" clId="{2E4C8E7C-7542-49CE-AFAA-B0F3D44A6E95}" dt="2024-12-24T15:44:21.984" v="2461" actId="47"/>
        <pc:sldMkLst>
          <pc:docMk/>
          <pc:sldMk cId="3792478419" sldId="331"/>
        </pc:sldMkLst>
      </pc:sldChg>
      <pc:sldChg chg="addSp delSp modSp new mod">
        <pc:chgData name="Viet." userId="8b74393f-d80c-47bd-a370-5373c0174c23" providerId="ADAL" clId="{2E4C8E7C-7542-49CE-AFAA-B0F3D44A6E95}" dt="2024-12-24T15:44:06.803" v="2460" actId="113"/>
        <pc:sldMkLst>
          <pc:docMk/>
          <pc:sldMk cId="598819525" sldId="332"/>
        </pc:sldMkLst>
      </pc:sldChg>
      <pc:sldChg chg="add del">
        <pc:chgData name="Viet." userId="8b74393f-d80c-47bd-a370-5373c0174c23" providerId="ADAL" clId="{2E4C8E7C-7542-49CE-AFAA-B0F3D44A6E95}" dt="2024-12-19T10:29:32.789" v="4" actId="47"/>
        <pc:sldMkLst>
          <pc:docMk/>
          <pc:sldMk cId="3335441607" sldId="337"/>
        </pc:sldMkLst>
      </pc:sldChg>
      <pc:sldChg chg="add del">
        <pc:chgData name="Viet." userId="8b74393f-d80c-47bd-a370-5373c0174c23" providerId="ADAL" clId="{2E4C8E7C-7542-49CE-AFAA-B0F3D44A6E95}" dt="2024-12-19T10:29:32.789" v="4" actId="47"/>
        <pc:sldMkLst>
          <pc:docMk/>
          <pc:sldMk cId="3542381496" sldId="338"/>
        </pc:sldMkLst>
      </pc:sldChg>
      <pc:sldChg chg="add del">
        <pc:chgData name="Viet." userId="8b74393f-d80c-47bd-a370-5373c0174c23" providerId="ADAL" clId="{2E4C8E7C-7542-49CE-AFAA-B0F3D44A6E95}" dt="2024-12-19T10:29:32.789" v="4" actId="47"/>
        <pc:sldMkLst>
          <pc:docMk/>
          <pc:sldMk cId="972042927" sldId="343"/>
        </pc:sldMkLst>
      </pc:sldChg>
      <pc:sldChg chg="add del">
        <pc:chgData name="Viet." userId="8b74393f-d80c-47bd-a370-5373c0174c23" providerId="ADAL" clId="{2E4C8E7C-7542-49CE-AFAA-B0F3D44A6E95}" dt="2024-12-19T10:29:32.789" v="4" actId="47"/>
        <pc:sldMkLst>
          <pc:docMk/>
          <pc:sldMk cId="707483570" sldId="346"/>
        </pc:sldMkLst>
      </pc:sldChg>
      <pc:sldChg chg="add del">
        <pc:chgData name="Viet." userId="8b74393f-d80c-47bd-a370-5373c0174c23" providerId="ADAL" clId="{2E4C8E7C-7542-49CE-AFAA-B0F3D44A6E95}" dt="2024-12-19T10:29:32.789" v="4" actId="47"/>
        <pc:sldMkLst>
          <pc:docMk/>
          <pc:sldMk cId="3276500241" sldId="348"/>
        </pc:sldMkLst>
      </pc:sldChg>
      <pc:sldChg chg="add del">
        <pc:chgData name="Viet." userId="8b74393f-d80c-47bd-a370-5373c0174c23" providerId="ADAL" clId="{2E4C8E7C-7542-49CE-AFAA-B0F3D44A6E95}" dt="2024-12-19T10:29:32.789" v="4" actId="47"/>
        <pc:sldMkLst>
          <pc:docMk/>
          <pc:sldMk cId="2446966224" sldId="349"/>
        </pc:sldMkLst>
      </pc:sldChg>
      <pc:sldChg chg="add del">
        <pc:chgData name="Viet." userId="8b74393f-d80c-47bd-a370-5373c0174c23" providerId="ADAL" clId="{2E4C8E7C-7542-49CE-AFAA-B0F3D44A6E95}" dt="2024-12-19T10:29:32.789" v="4" actId="47"/>
        <pc:sldMkLst>
          <pc:docMk/>
          <pc:sldMk cId="4206017536" sldId="353"/>
        </pc:sldMkLst>
      </pc:sldChg>
      <pc:sldChg chg="add del">
        <pc:chgData name="Viet." userId="8b74393f-d80c-47bd-a370-5373c0174c23" providerId="ADAL" clId="{2E4C8E7C-7542-49CE-AFAA-B0F3D44A6E95}" dt="2024-12-19T10:29:32.789" v="4" actId="47"/>
        <pc:sldMkLst>
          <pc:docMk/>
          <pc:sldMk cId="2474434332" sldId="355"/>
        </pc:sldMkLst>
      </pc:sldChg>
      <pc:sldChg chg="add del">
        <pc:chgData name="Viet." userId="8b74393f-d80c-47bd-a370-5373c0174c23" providerId="ADAL" clId="{2E4C8E7C-7542-49CE-AFAA-B0F3D44A6E95}" dt="2024-12-19T10:29:32.789" v="4" actId="47"/>
        <pc:sldMkLst>
          <pc:docMk/>
          <pc:sldMk cId="3810419677" sldId="356"/>
        </pc:sldMkLst>
      </pc:sldChg>
      <pc:sldChg chg="add del">
        <pc:chgData name="Viet." userId="8b74393f-d80c-47bd-a370-5373c0174c23" providerId="ADAL" clId="{2E4C8E7C-7542-49CE-AFAA-B0F3D44A6E95}" dt="2024-12-19T10:29:32.789" v="4" actId="47"/>
        <pc:sldMkLst>
          <pc:docMk/>
          <pc:sldMk cId="3150911367" sldId="358"/>
        </pc:sldMkLst>
      </pc:sldChg>
      <pc:sldChg chg="add del">
        <pc:chgData name="Viet." userId="8b74393f-d80c-47bd-a370-5373c0174c23" providerId="ADAL" clId="{2E4C8E7C-7542-49CE-AFAA-B0F3D44A6E95}" dt="2024-12-19T10:29:32.789" v="4" actId="47"/>
        <pc:sldMkLst>
          <pc:docMk/>
          <pc:sldMk cId="2948207458" sldId="359"/>
        </pc:sldMkLst>
      </pc:sldChg>
      <pc:sldChg chg="add del">
        <pc:chgData name="Viet." userId="8b74393f-d80c-47bd-a370-5373c0174c23" providerId="ADAL" clId="{2E4C8E7C-7542-49CE-AFAA-B0F3D44A6E95}" dt="2024-12-19T10:29:32.789" v="4" actId="47"/>
        <pc:sldMkLst>
          <pc:docMk/>
          <pc:sldMk cId="904856355" sldId="360"/>
        </pc:sldMkLst>
      </pc:sldChg>
      <pc:sldChg chg="add del">
        <pc:chgData name="Viet." userId="8b74393f-d80c-47bd-a370-5373c0174c23" providerId="ADAL" clId="{2E4C8E7C-7542-49CE-AFAA-B0F3D44A6E95}" dt="2024-12-19T10:29:32.789" v="4" actId="47"/>
        <pc:sldMkLst>
          <pc:docMk/>
          <pc:sldMk cId="3717916934" sldId="363"/>
        </pc:sldMkLst>
      </pc:sldChg>
      <pc:sldChg chg="add del">
        <pc:chgData name="Viet." userId="8b74393f-d80c-47bd-a370-5373c0174c23" providerId="ADAL" clId="{2E4C8E7C-7542-49CE-AFAA-B0F3D44A6E95}" dt="2024-12-19T10:29:32.789" v="4" actId="47"/>
        <pc:sldMkLst>
          <pc:docMk/>
          <pc:sldMk cId="1719024804" sldId="364"/>
        </pc:sldMkLst>
      </pc:sldChg>
      <pc:sldChg chg="add del">
        <pc:chgData name="Viet." userId="8b74393f-d80c-47bd-a370-5373c0174c23" providerId="ADAL" clId="{2E4C8E7C-7542-49CE-AFAA-B0F3D44A6E95}" dt="2024-12-19T10:29:32.789" v="4" actId="47"/>
        <pc:sldMkLst>
          <pc:docMk/>
          <pc:sldMk cId="2268854210" sldId="365"/>
        </pc:sldMkLst>
      </pc:sldChg>
      <pc:sldChg chg="add del">
        <pc:chgData name="Viet." userId="8b74393f-d80c-47bd-a370-5373c0174c23" providerId="ADAL" clId="{2E4C8E7C-7542-49CE-AFAA-B0F3D44A6E95}" dt="2024-12-19T10:29:32.789" v="4" actId="47"/>
        <pc:sldMkLst>
          <pc:docMk/>
          <pc:sldMk cId="2891594502" sldId="366"/>
        </pc:sldMkLst>
      </pc:sldChg>
      <pc:sldChg chg="add del">
        <pc:chgData name="Viet." userId="8b74393f-d80c-47bd-a370-5373c0174c23" providerId="ADAL" clId="{2E4C8E7C-7542-49CE-AFAA-B0F3D44A6E95}" dt="2024-12-19T10:29:32.789" v="4" actId="47"/>
        <pc:sldMkLst>
          <pc:docMk/>
          <pc:sldMk cId="0" sldId="367"/>
        </pc:sldMkLst>
      </pc:sldChg>
      <pc:sldChg chg="add del">
        <pc:chgData name="Viet." userId="8b74393f-d80c-47bd-a370-5373c0174c23" providerId="ADAL" clId="{2E4C8E7C-7542-49CE-AFAA-B0F3D44A6E95}" dt="2024-12-19T10:29:32.789" v="4" actId="47"/>
        <pc:sldMkLst>
          <pc:docMk/>
          <pc:sldMk cId="2992779437" sldId="368"/>
        </pc:sldMkLst>
      </pc:sldChg>
      <pc:sldChg chg="add del">
        <pc:chgData name="Viet." userId="8b74393f-d80c-47bd-a370-5373c0174c23" providerId="ADAL" clId="{2E4C8E7C-7542-49CE-AFAA-B0F3D44A6E95}" dt="2024-12-19T10:29:32.789" v="4" actId="47"/>
        <pc:sldMkLst>
          <pc:docMk/>
          <pc:sldMk cId="3301713662" sldId="369"/>
        </pc:sldMkLst>
      </pc:sldChg>
      <pc:sldChg chg="add del">
        <pc:chgData name="Viet." userId="8b74393f-d80c-47bd-a370-5373c0174c23" providerId="ADAL" clId="{2E4C8E7C-7542-49CE-AFAA-B0F3D44A6E95}" dt="2024-12-19T10:29:32.789" v="4" actId="47"/>
        <pc:sldMkLst>
          <pc:docMk/>
          <pc:sldMk cId="1787869012" sldId="370"/>
        </pc:sldMkLst>
      </pc:sldChg>
      <pc:sldChg chg="add del">
        <pc:chgData name="Viet." userId="8b74393f-d80c-47bd-a370-5373c0174c23" providerId="ADAL" clId="{2E4C8E7C-7542-49CE-AFAA-B0F3D44A6E95}" dt="2024-12-19T10:29:32.789" v="4" actId="47"/>
        <pc:sldMkLst>
          <pc:docMk/>
          <pc:sldMk cId="3615945223" sldId="371"/>
        </pc:sldMkLst>
      </pc:sldChg>
      <pc:sldChg chg="add del">
        <pc:chgData name="Viet." userId="8b74393f-d80c-47bd-a370-5373c0174c23" providerId="ADAL" clId="{2E4C8E7C-7542-49CE-AFAA-B0F3D44A6E95}" dt="2024-12-19T10:29:32.789" v="4" actId="47"/>
        <pc:sldMkLst>
          <pc:docMk/>
          <pc:sldMk cId="1619718783" sldId="373"/>
        </pc:sldMkLst>
      </pc:sldChg>
      <pc:sldChg chg="add del">
        <pc:chgData name="Viet." userId="8b74393f-d80c-47bd-a370-5373c0174c23" providerId="ADAL" clId="{2E4C8E7C-7542-49CE-AFAA-B0F3D44A6E95}" dt="2024-12-19T10:29:32.789" v="4" actId="47"/>
        <pc:sldMkLst>
          <pc:docMk/>
          <pc:sldMk cId="1307411753" sldId="374"/>
        </pc:sldMkLst>
      </pc:sldChg>
      <pc:sldChg chg="add del">
        <pc:chgData name="Viet." userId="8b74393f-d80c-47bd-a370-5373c0174c23" providerId="ADAL" clId="{2E4C8E7C-7542-49CE-AFAA-B0F3D44A6E95}" dt="2024-12-19T10:29:32.789" v="4" actId="47"/>
        <pc:sldMkLst>
          <pc:docMk/>
          <pc:sldMk cId="170672216" sldId="375"/>
        </pc:sldMkLst>
      </pc:sldChg>
      <pc:sldChg chg="add del">
        <pc:chgData name="Viet." userId="8b74393f-d80c-47bd-a370-5373c0174c23" providerId="ADAL" clId="{2E4C8E7C-7542-49CE-AFAA-B0F3D44A6E95}" dt="2024-12-19T10:29:32.789" v="4" actId="47"/>
        <pc:sldMkLst>
          <pc:docMk/>
          <pc:sldMk cId="3631523218" sldId="379"/>
        </pc:sldMkLst>
      </pc:sldChg>
      <pc:sldChg chg="add del">
        <pc:chgData name="Viet." userId="8b74393f-d80c-47bd-a370-5373c0174c23" providerId="ADAL" clId="{2E4C8E7C-7542-49CE-AFAA-B0F3D44A6E95}" dt="2024-12-19T10:29:32.789" v="4" actId="47"/>
        <pc:sldMkLst>
          <pc:docMk/>
          <pc:sldMk cId="612482230" sldId="380"/>
        </pc:sldMkLst>
      </pc:sldChg>
      <pc:sldChg chg="add del">
        <pc:chgData name="Viet." userId="8b74393f-d80c-47bd-a370-5373c0174c23" providerId="ADAL" clId="{2E4C8E7C-7542-49CE-AFAA-B0F3D44A6E95}" dt="2024-12-19T10:29:32.789" v="4" actId="47"/>
        <pc:sldMkLst>
          <pc:docMk/>
          <pc:sldMk cId="2358534610" sldId="381"/>
        </pc:sldMkLst>
      </pc:sldChg>
      <pc:sldChg chg="add del">
        <pc:chgData name="Viet." userId="8b74393f-d80c-47bd-a370-5373c0174c23" providerId="ADAL" clId="{2E4C8E7C-7542-49CE-AFAA-B0F3D44A6E95}" dt="2024-12-19T10:29:32.789" v="4" actId="47"/>
        <pc:sldMkLst>
          <pc:docMk/>
          <pc:sldMk cId="2083814574" sldId="382"/>
        </pc:sldMkLst>
      </pc:sldChg>
      <pc:sldChg chg="add del">
        <pc:chgData name="Viet." userId="8b74393f-d80c-47bd-a370-5373c0174c23" providerId="ADAL" clId="{2E4C8E7C-7542-49CE-AFAA-B0F3D44A6E95}" dt="2024-12-19T10:29:32.789" v="4" actId="47"/>
        <pc:sldMkLst>
          <pc:docMk/>
          <pc:sldMk cId="3663823692" sldId="383"/>
        </pc:sldMkLst>
      </pc:sldChg>
      <pc:sldChg chg="add del">
        <pc:chgData name="Viet." userId="8b74393f-d80c-47bd-a370-5373c0174c23" providerId="ADAL" clId="{2E4C8E7C-7542-49CE-AFAA-B0F3D44A6E95}" dt="2024-12-19T10:29:32.789" v="4" actId="47"/>
        <pc:sldMkLst>
          <pc:docMk/>
          <pc:sldMk cId="2319346433" sldId="384"/>
        </pc:sldMkLst>
      </pc:sldChg>
    </pc:docChg>
  </pc:docChgLst>
  <pc:docChgLst>
    <pc:chgData name="Viet." userId="8b74393f-d80c-47bd-a370-5373c0174c23" providerId="ADAL" clId="{D3FFE420-66E3-4E7A-9FBE-DA74DC42E3FA}"/>
    <pc:docChg chg="undo redo custSel addSld delSld modSld sldOrd addSection modSection">
      <pc:chgData name="Viet." userId="8b74393f-d80c-47bd-a370-5373c0174c23" providerId="ADAL" clId="{D3FFE420-66E3-4E7A-9FBE-DA74DC42E3FA}" dt="2024-12-11T03:53:53.871" v="2082" actId="1076"/>
      <pc:docMkLst>
        <pc:docMk/>
      </pc:docMkLst>
      <pc:sldChg chg="modSp mod">
        <pc:chgData name="Viet." userId="8b74393f-d80c-47bd-a370-5373c0174c23" providerId="ADAL" clId="{D3FFE420-66E3-4E7A-9FBE-DA74DC42E3FA}" dt="2024-12-10T09:16:52.736" v="18" actId="20577"/>
        <pc:sldMkLst>
          <pc:docMk/>
          <pc:sldMk cId="376706786" sldId="271"/>
        </pc:sldMkLst>
      </pc:sldChg>
      <pc:sldChg chg="ord">
        <pc:chgData name="Viet." userId="8b74393f-d80c-47bd-a370-5373c0174c23" providerId="ADAL" clId="{D3FFE420-66E3-4E7A-9FBE-DA74DC42E3FA}" dt="2024-12-10T09:34:01.129" v="216"/>
        <pc:sldMkLst>
          <pc:docMk/>
          <pc:sldMk cId="2094170688" sldId="272"/>
        </pc:sldMkLst>
      </pc:sldChg>
      <pc:sldChg chg="del">
        <pc:chgData name="Viet." userId="8b74393f-d80c-47bd-a370-5373c0174c23" providerId="ADAL" clId="{D3FFE420-66E3-4E7A-9FBE-DA74DC42E3FA}" dt="2024-12-11T01:57:41.958" v="915" actId="47"/>
        <pc:sldMkLst>
          <pc:docMk/>
          <pc:sldMk cId="3890155460" sldId="275"/>
        </pc:sldMkLst>
      </pc:sldChg>
      <pc:sldChg chg="modSp new del mod ord">
        <pc:chgData name="Viet." userId="8b74393f-d80c-47bd-a370-5373c0174c23" providerId="ADAL" clId="{D3FFE420-66E3-4E7A-9FBE-DA74DC42E3FA}" dt="2024-12-10T09:33:17.811" v="199" actId="47"/>
        <pc:sldMkLst>
          <pc:docMk/>
          <pc:sldMk cId="1102806552" sldId="282"/>
        </pc:sldMkLst>
      </pc:sldChg>
      <pc:sldChg chg="addSp delSp modSp new mod modNotesTx">
        <pc:chgData name="Viet." userId="8b74393f-d80c-47bd-a370-5373c0174c23" providerId="ADAL" clId="{D3FFE420-66E3-4E7A-9FBE-DA74DC42E3FA}" dt="2024-12-10T09:16:48.617" v="17"/>
        <pc:sldMkLst>
          <pc:docMk/>
          <pc:sldMk cId="875947354" sldId="283"/>
        </pc:sldMkLst>
      </pc:sldChg>
      <pc:sldChg chg="addSp delSp modSp new mod modNotesTx">
        <pc:chgData name="Viet." userId="8b74393f-d80c-47bd-a370-5373c0174c23" providerId="ADAL" clId="{D3FFE420-66E3-4E7A-9FBE-DA74DC42E3FA}" dt="2024-12-10T09:19:02.447" v="48" actId="1076"/>
        <pc:sldMkLst>
          <pc:docMk/>
          <pc:sldMk cId="1582178500" sldId="284"/>
        </pc:sldMkLst>
      </pc:sldChg>
      <pc:sldChg chg="addSp delSp modSp new mod">
        <pc:chgData name="Viet." userId="8b74393f-d80c-47bd-a370-5373c0174c23" providerId="ADAL" clId="{D3FFE420-66E3-4E7A-9FBE-DA74DC42E3FA}" dt="2024-12-10T09:32:28.342" v="198" actId="242"/>
        <pc:sldMkLst>
          <pc:docMk/>
          <pc:sldMk cId="1634580373" sldId="285"/>
        </pc:sldMkLst>
      </pc:sldChg>
      <pc:sldChg chg="addSp delSp modSp new mod">
        <pc:chgData name="Viet." userId="8b74393f-d80c-47bd-a370-5373c0174c23" providerId="ADAL" clId="{D3FFE420-66E3-4E7A-9FBE-DA74DC42E3FA}" dt="2024-12-10T09:33:39.254" v="214" actId="1076"/>
        <pc:sldMkLst>
          <pc:docMk/>
          <pc:sldMk cId="334040366" sldId="286"/>
        </pc:sldMkLst>
      </pc:sldChg>
      <pc:sldChg chg="addSp delSp modSp new mod modNotesTx">
        <pc:chgData name="Viet." userId="8b74393f-d80c-47bd-a370-5373c0174c23" providerId="ADAL" clId="{D3FFE420-66E3-4E7A-9FBE-DA74DC42E3FA}" dt="2024-12-11T03:10:58.640" v="1483" actId="20577"/>
        <pc:sldMkLst>
          <pc:docMk/>
          <pc:sldMk cId="587489568" sldId="287"/>
        </pc:sldMkLst>
      </pc:sldChg>
      <pc:sldChg chg="addSp delSp modSp new mod modNotesTx">
        <pc:chgData name="Viet." userId="8b74393f-d80c-47bd-a370-5373c0174c23" providerId="ADAL" clId="{D3FFE420-66E3-4E7A-9FBE-DA74DC42E3FA}" dt="2024-12-11T03:11:02.593" v="1484" actId="20577"/>
        <pc:sldMkLst>
          <pc:docMk/>
          <pc:sldMk cId="1966936269" sldId="288"/>
        </pc:sldMkLst>
      </pc:sldChg>
      <pc:sldChg chg="addSp delSp modSp new mod modNotesTx">
        <pc:chgData name="Viet." userId="8b74393f-d80c-47bd-a370-5373c0174c23" providerId="ADAL" clId="{D3FFE420-66E3-4E7A-9FBE-DA74DC42E3FA}" dt="2024-12-10T09:55:18.576" v="318" actId="20577"/>
        <pc:sldMkLst>
          <pc:docMk/>
          <pc:sldMk cId="1877105804" sldId="289"/>
        </pc:sldMkLst>
      </pc:sldChg>
      <pc:sldChg chg="new del">
        <pc:chgData name="Viet." userId="8b74393f-d80c-47bd-a370-5373c0174c23" providerId="ADAL" clId="{D3FFE420-66E3-4E7A-9FBE-DA74DC42E3FA}" dt="2024-12-10T09:47:23.951" v="265" actId="680"/>
        <pc:sldMkLst>
          <pc:docMk/>
          <pc:sldMk cId="3235070515" sldId="289"/>
        </pc:sldMkLst>
      </pc:sldChg>
      <pc:sldChg chg="addSp delSp modSp add mod">
        <pc:chgData name="Viet." userId="8b74393f-d80c-47bd-a370-5373c0174c23" providerId="ADAL" clId="{D3FFE420-66E3-4E7A-9FBE-DA74DC42E3FA}" dt="2024-12-10T09:56:33.910" v="362" actId="2710"/>
        <pc:sldMkLst>
          <pc:docMk/>
          <pc:sldMk cId="888022355" sldId="290"/>
        </pc:sldMkLst>
      </pc:sldChg>
      <pc:sldChg chg="addSp delSp modSp add mod">
        <pc:chgData name="Viet." userId="8b74393f-d80c-47bd-a370-5373c0174c23" providerId="ADAL" clId="{D3FFE420-66E3-4E7A-9FBE-DA74DC42E3FA}" dt="2024-12-10T09:57:19.326" v="387" actId="20577"/>
        <pc:sldMkLst>
          <pc:docMk/>
          <pc:sldMk cId="2506865761" sldId="291"/>
        </pc:sldMkLst>
      </pc:sldChg>
      <pc:sldChg chg="addSp delSp modSp add mod modNotesTx">
        <pc:chgData name="Viet." userId="8b74393f-d80c-47bd-a370-5373c0174c23" providerId="ADAL" clId="{D3FFE420-66E3-4E7A-9FBE-DA74DC42E3FA}" dt="2024-12-10T10:00:08.106" v="452" actId="113"/>
        <pc:sldMkLst>
          <pc:docMk/>
          <pc:sldMk cId="3583917961" sldId="292"/>
        </pc:sldMkLst>
      </pc:sldChg>
      <pc:sldChg chg="addSp delSp modSp add mod">
        <pc:chgData name="Viet." userId="8b74393f-d80c-47bd-a370-5373c0174c23" providerId="ADAL" clId="{D3FFE420-66E3-4E7A-9FBE-DA74DC42E3FA}" dt="2024-12-10T09:59:49.622" v="447" actId="27636"/>
        <pc:sldMkLst>
          <pc:docMk/>
          <pc:sldMk cId="1265701753" sldId="293"/>
        </pc:sldMkLst>
      </pc:sldChg>
      <pc:sldChg chg="addSp delSp modSp add mod">
        <pc:chgData name="Viet." userId="8b74393f-d80c-47bd-a370-5373c0174c23" providerId="ADAL" clId="{D3FFE420-66E3-4E7A-9FBE-DA74DC42E3FA}" dt="2024-12-10T10:00:37.980" v="463" actId="2710"/>
        <pc:sldMkLst>
          <pc:docMk/>
          <pc:sldMk cId="3992243246" sldId="294"/>
        </pc:sldMkLst>
      </pc:sldChg>
      <pc:sldChg chg="delSp modSp add mod modNotesTx">
        <pc:chgData name="Viet." userId="8b74393f-d80c-47bd-a370-5373c0174c23" providerId="ADAL" clId="{D3FFE420-66E3-4E7A-9FBE-DA74DC42E3FA}" dt="2024-12-10T10:06:29.324" v="542" actId="20577"/>
        <pc:sldMkLst>
          <pc:docMk/>
          <pc:sldMk cId="3466296032" sldId="295"/>
        </pc:sldMkLst>
      </pc:sldChg>
      <pc:sldChg chg="addSp delSp modSp new del mod">
        <pc:chgData name="Viet." userId="8b74393f-d80c-47bd-a370-5373c0174c23" providerId="ADAL" clId="{D3FFE420-66E3-4E7A-9FBE-DA74DC42E3FA}" dt="2024-12-10T10:11:00.599" v="623" actId="47"/>
        <pc:sldMkLst>
          <pc:docMk/>
          <pc:sldMk cId="214661903" sldId="296"/>
        </pc:sldMkLst>
      </pc:sldChg>
      <pc:sldChg chg="addSp delSp modSp new mod">
        <pc:chgData name="Viet." userId="8b74393f-d80c-47bd-a370-5373c0174c23" providerId="ADAL" clId="{D3FFE420-66E3-4E7A-9FBE-DA74DC42E3FA}" dt="2024-12-10T10:10:57.405" v="622" actId="122"/>
        <pc:sldMkLst>
          <pc:docMk/>
          <pc:sldMk cId="2486421377" sldId="297"/>
        </pc:sldMkLst>
      </pc:sldChg>
      <pc:sldChg chg="addSp delSp modSp new mod ord">
        <pc:chgData name="Viet." userId="8b74393f-d80c-47bd-a370-5373c0174c23" providerId="ADAL" clId="{D3FFE420-66E3-4E7A-9FBE-DA74DC42E3FA}" dt="2024-12-11T03:11:26.737" v="1491" actId="113"/>
        <pc:sldMkLst>
          <pc:docMk/>
          <pc:sldMk cId="266466429" sldId="298"/>
        </pc:sldMkLst>
      </pc:sldChg>
      <pc:sldChg chg="addSp delSp modSp new mod">
        <pc:chgData name="Viet." userId="8b74393f-d80c-47bd-a370-5373c0174c23" providerId="ADAL" clId="{D3FFE420-66E3-4E7A-9FBE-DA74DC42E3FA}" dt="2024-12-10T10:52:33.873" v="809"/>
        <pc:sldMkLst>
          <pc:docMk/>
          <pc:sldMk cId="441416761" sldId="299"/>
        </pc:sldMkLst>
      </pc:sldChg>
      <pc:sldChg chg="addSp delSp modSp new del mod ord">
        <pc:chgData name="Viet." userId="8b74393f-d80c-47bd-a370-5373c0174c23" providerId="ADAL" clId="{D3FFE420-66E3-4E7A-9FBE-DA74DC42E3FA}" dt="2024-12-10T10:36:25.166" v="680" actId="47"/>
        <pc:sldMkLst>
          <pc:docMk/>
          <pc:sldMk cId="1167882960" sldId="299"/>
        </pc:sldMkLst>
      </pc:sldChg>
      <pc:sldChg chg="addSp delSp modSp new mod">
        <pc:chgData name="Viet." userId="8b74393f-d80c-47bd-a370-5373c0174c23" providerId="ADAL" clId="{D3FFE420-66E3-4E7A-9FBE-DA74DC42E3FA}" dt="2024-12-11T02:49:58.689" v="1043" actId="20577"/>
        <pc:sldMkLst>
          <pc:docMk/>
          <pc:sldMk cId="3278453615" sldId="300"/>
        </pc:sldMkLst>
      </pc:sldChg>
      <pc:sldChg chg="addSp delSp modSp new mod modNotesTx">
        <pc:chgData name="Viet." userId="8b74393f-d80c-47bd-a370-5373c0174c23" providerId="ADAL" clId="{D3FFE420-66E3-4E7A-9FBE-DA74DC42E3FA}" dt="2024-12-10T11:06:37.548" v="914"/>
        <pc:sldMkLst>
          <pc:docMk/>
          <pc:sldMk cId="2642598195" sldId="301"/>
        </pc:sldMkLst>
      </pc:sldChg>
      <pc:sldChg chg="addSp delSp modSp new mod modNotesTx">
        <pc:chgData name="Viet." userId="8b74393f-d80c-47bd-a370-5373c0174c23" providerId="ADAL" clId="{D3FFE420-66E3-4E7A-9FBE-DA74DC42E3FA}" dt="2024-12-11T02:11:46.781" v="959" actId="1076"/>
        <pc:sldMkLst>
          <pc:docMk/>
          <pc:sldMk cId="244231631" sldId="302"/>
        </pc:sldMkLst>
      </pc:sldChg>
      <pc:sldChg chg="addSp delSp modSp new mod modNotesTx">
        <pc:chgData name="Viet." userId="8b74393f-d80c-47bd-a370-5373c0174c23" providerId="ADAL" clId="{D3FFE420-66E3-4E7A-9FBE-DA74DC42E3FA}" dt="2024-12-11T02:41:33.285" v="1040" actId="1076"/>
        <pc:sldMkLst>
          <pc:docMk/>
          <pc:sldMk cId="1873726765" sldId="303"/>
        </pc:sldMkLst>
      </pc:sldChg>
      <pc:sldChg chg="addSp modSp new del mod">
        <pc:chgData name="Viet." userId="8b74393f-d80c-47bd-a370-5373c0174c23" providerId="ADAL" clId="{D3FFE420-66E3-4E7A-9FBE-DA74DC42E3FA}" dt="2024-12-11T03:00:08.410" v="1266" actId="47"/>
        <pc:sldMkLst>
          <pc:docMk/>
          <pc:sldMk cId="2310480117" sldId="304"/>
        </pc:sldMkLst>
      </pc:sldChg>
      <pc:sldChg chg="new del">
        <pc:chgData name="Viet." userId="8b74393f-d80c-47bd-a370-5373c0174c23" providerId="ADAL" clId="{D3FFE420-66E3-4E7A-9FBE-DA74DC42E3FA}" dt="2024-12-11T02:54:41.912" v="1167" actId="680"/>
        <pc:sldMkLst>
          <pc:docMk/>
          <pc:sldMk cId="2072217706" sldId="305"/>
        </pc:sldMkLst>
      </pc:sldChg>
      <pc:sldChg chg="addSp delSp modSp new mod modNotesTx">
        <pc:chgData name="Viet." userId="8b74393f-d80c-47bd-a370-5373c0174c23" providerId="ADAL" clId="{D3FFE420-66E3-4E7A-9FBE-DA74DC42E3FA}" dt="2024-12-11T03:00:05.130" v="1265" actId="20577"/>
        <pc:sldMkLst>
          <pc:docMk/>
          <pc:sldMk cId="2846015175" sldId="305"/>
        </pc:sldMkLst>
      </pc:sldChg>
      <pc:sldChg chg="modSp new del mod">
        <pc:chgData name="Viet." userId="8b74393f-d80c-47bd-a370-5373c0174c23" providerId="ADAL" clId="{D3FFE420-66E3-4E7A-9FBE-DA74DC42E3FA}" dt="2024-12-11T03:01:18.352" v="1300" actId="47"/>
        <pc:sldMkLst>
          <pc:docMk/>
          <pc:sldMk cId="460122246" sldId="306"/>
        </pc:sldMkLst>
      </pc:sldChg>
      <pc:sldChg chg="addSp delSp modSp new mod modNotesTx">
        <pc:chgData name="Viet." userId="8b74393f-d80c-47bd-a370-5373c0174c23" providerId="ADAL" clId="{D3FFE420-66E3-4E7A-9FBE-DA74DC42E3FA}" dt="2024-12-11T03:06:35.821" v="1367" actId="20577"/>
        <pc:sldMkLst>
          <pc:docMk/>
          <pc:sldMk cId="542786232" sldId="306"/>
        </pc:sldMkLst>
      </pc:sldChg>
      <pc:sldChg chg="addSp delSp modSp new mod">
        <pc:chgData name="Viet." userId="8b74393f-d80c-47bd-a370-5373c0174c23" providerId="ADAL" clId="{D3FFE420-66E3-4E7A-9FBE-DA74DC42E3FA}" dt="2024-12-11T03:08:17.817" v="1436" actId="20577"/>
        <pc:sldMkLst>
          <pc:docMk/>
          <pc:sldMk cId="2044325086" sldId="307"/>
        </pc:sldMkLst>
      </pc:sldChg>
      <pc:sldChg chg="new del">
        <pc:chgData name="Viet." userId="8b74393f-d80c-47bd-a370-5373c0174c23" providerId="ADAL" clId="{D3FFE420-66E3-4E7A-9FBE-DA74DC42E3FA}" dt="2024-12-11T03:07:03.574" v="1369" actId="680"/>
        <pc:sldMkLst>
          <pc:docMk/>
          <pc:sldMk cId="3373423935" sldId="307"/>
        </pc:sldMkLst>
      </pc:sldChg>
      <pc:sldChg chg="modSp new del mod">
        <pc:chgData name="Viet." userId="8b74393f-d80c-47bd-a370-5373c0174c23" providerId="ADAL" clId="{D3FFE420-66E3-4E7A-9FBE-DA74DC42E3FA}" dt="2024-12-11T03:10:22.185" v="1472" actId="47"/>
        <pc:sldMkLst>
          <pc:docMk/>
          <pc:sldMk cId="1036742409" sldId="308"/>
        </pc:sldMkLst>
      </pc:sldChg>
      <pc:sldChg chg="modSp new del mod">
        <pc:chgData name="Viet." userId="8b74393f-d80c-47bd-a370-5373c0174c23" providerId="ADAL" clId="{D3FFE420-66E3-4E7A-9FBE-DA74DC42E3FA}" dt="2024-12-11T03:08:59.183" v="1446" actId="47"/>
        <pc:sldMkLst>
          <pc:docMk/>
          <pc:sldMk cId="2831856283" sldId="308"/>
        </pc:sldMkLst>
      </pc:sldChg>
      <pc:sldChg chg="addSp delSp modSp new mod">
        <pc:chgData name="Viet." userId="8b74393f-d80c-47bd-a370-5373c0174c23" providerId="ADAL" clId="{D3FFE420-66E3-4E7A-9FBE-DA74DC42E3FA}" dt="2024-12-11T03:20:01.202" v="1770" actId="1076"/>
        <pc:sldMkLst>
          <pc:docMk/>
          <pc:sldMk cId="3623335234" sldId="309"/>
        </pc:sldMkLst>
      </pc:sldChg>
      <pc:sldChg chg="addSp delSp modSp new mod">
        <pc:chgData name="Viet." userId="8b74393f-d80c-47bd-a370-5373c0174c23" providerId="ADAL" clId="{D3FFE420-66E3-4E7A-9FBE-DA74DC42E3FA}" dt="2024-12-11T03:19:07.732" v="1756" actId="255"/>
        <pc:sldMkLst>
          <pc:docMk/>
          <pc:sldMk cId="2324870116" sldId="310"/>
        </pc:sldMkLst>
      </pc:sldChg>
      <pc:sldChg chg="addSp delSp modSp new mod">
        <pc:chgData name="Viet." userId="8b74393f-d80c-47bd-a370-5373c0174c23" providerId="ADAL" clId="{D3FFE420-66E3-4E7A-9FBE-DA74DC42E3FA}" dt="2024-12-11T03:46:33.645" v="2011" actId="27636"/>
        <pc:sldMkLst>
          <pc:docMk/>
          <pc:sldMk cId="3718723415" sldId="311"/>
        </pc:sldMkLst>
      </pc:sldChg>
      <pc:sldChg chg="modSp add mod ord">
        <pc:chgData name="Viet." userId="8b74393f-d80c-47bd-a370-5373c0174c23" providerId="ADAL" clId="{D3FFE420-66E3-4E7A-9FBE-DA74DC42E3FA}" dt="2024-12-11T03:47:30.767" v="2021" actId="20577"/>
        <pc:sldMkLst>
          <pc:docMk/>
          <pc:sldMk cId="808095627" sldId="312"/>
        </pc:sldMkLst>
      </pc:sldChg>
      <pc:sldChg chg="modSp new del mod">
        <pc:chgData name="Viet." userId="8b74393f-d80c-47bd-a370-5373c0174c23" providerId="ADAL" clId="{D3FFE420-66E3-4E7A-9FBE-DA74DC42E3FA}" dt="2024-12-11T03:46:50.197" v="2012" actId="47"/>
        <pc:sldMkLst>
          <pc:docMk/>
          <pc:sldMk cId="3710399042" sldId="312"/>
        </pc:sldMkLst>
      </pc:sldChg>
      <pc:sldChg chg="addSp delSp modSp new mod">
        <pc:chgData name="Viet." userId="8b74393f-d80c-47bd-a370-5373c0174c23" providerId="ADAL" clId="{D3FFE420-66E3-4E7A-9FBE-DA74DC42E3FA}" dt="2024-12-11T03:48:55.121" v="2048" actId="1076"/>
        <pc:sldMkLst>
          <pc:docMk/>
          <pc:sldMk cId="2415700636" sldId="313"/>
        </pc:sldMkLst>
      </pc:sldChg>
      <pc:sldChg chg="addSp delSp modSp new mod">
        <pc:chgData name="Viet." userId="8b74393f-d80c-47bd-a370-5373c0174c23" providerId="ADAL" clId="{D3FFE420-66E3-4E7A-9FBE-DA74DC42E3FA}" dt="2024-12-11T03:53:53.871" v="2082" actId="1076"/>
        <pc:sldMkLst>
          <pc:docMk/>
          <pc:sldMk cId="2809350118" sldId="3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347424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Object-Relational Mapping (ORM)</a:t>
            </a:r>
            <a:r>
              <a:rPr lang="vi-VN" dirty="0"/>
              <a:t> là một kỹ thuật lập trình cho phép các nhà phát triển tương tác với cơ sở dữ liệu quan hệ bằng cách sử dụng các đối tượng trong ngôn ngữ lập trình của họ, thay vì viết các truy vấn SQL thô.</a:t>
            </a:r>
          </a:p>
          <a:p>
            <a:r>
              <a:rPr lang="vi-VN" dirty="0"/>
              <a:t>Nó lấp đầy khoảng trống giữa mô hình hướng đối tượng của lập trình và mô hình quan hệ của cơ sở dữ liệu bằng cách ánh xạ các lớp và đối tượng tới các bảng và hàng trong cơ sở dữ liệu, tương ứng.</a:t>
            </a:r>
          </a:p>
          <a:p>
            <a:endParaRPr lang="en-US" dirty="0"/>
          </a:p>
        </p:txBody>
      </p:sp>
    </p:spTree>
    <p:extLst>
      <p:ext uri="{BB962C8B-B14F-4D97-AF65-F5344CB8AC3E}">
        <p14:creationId xmlns:p14="http://schemas.microsoft.com/office/powerpoint/2010/main" val="1838642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Ánh xạ Giữa Thực Thể và Bảng:</a:t>
            </a:r>
            <a:endParaRPr lang="vi-VN" dirty="0"/>
          </a:p>
          <a:p>
            <a:pPr>
              <a:buFont typeface="Arial" panose="020B0604020202020204" pitchFamily="34" charset="0"/>
              <a:buChar char="•"/>
            </a:pPr>
            <a:r>
              <a:rPr lang="vi-VN" dirty="0"/>
              <a:t>Các công cụ ORM ánh xạ các lớp trong ứng dụng tới các bảng trong cơ sở dữ liệu.</a:t>
            </a:r>
          </a:p>
          <a:p>
            <a:pPr>
              <a:buFont typeface="Arial" panose="020B0604020202020204" pitchFamily="34" charset="0"/>
              <a:buChar char="•"/>
            </a:pPr>
            <a:r>
              <a:rPr lang="vi-VN" dirty="0"/>
              <a:t>Ví dụ: Lớp Người Dùng (User) được ánh xạ tới bảng người_dùng (users).</a:t>
            </a:r>
          </a:p>
          <a:p>
            <a:r>
              <a:rPr lang="vi-VN" b="1" dirty="0"/>
              <a:t>Ánh xạ Giữa Thuộc Tính và Cột:</a:t>
            </a:r>
            <a:endParaRPr lang="vi-VN" dirty="0"/>
          </a:p>
          <a:p>
            <a:pPr>
              <a:buFont typeface="Arial" panose="020B0604020202020204" pitchFamily="34" charset="0"/>
              <a:buChar char="•"/>
            </a:pPr>
            <a:r>
              <a:rPr lang="vi-VN" dirty="0"/>
              <a:t>Các thuộc tính của lớp được ánh xạ tới các cột trong cơ sở dữ liệu.</a:t>
            </a:r>
          </a:p>
          <a:p>
            <a:pPr>
              <a:buFont typeface="Arial" panose="020B0604020202020204" pitchFamily="34" charset="0"/>
              <a:buChar char="•"/>
            </a:pPr>
            <a:r>
              <a:rPr lang="vi-VN" dirty="0"/>
              <a:t>Ví dụ: thuộc tính user.name được ánh xạ tới cột name trong bảng users.</a:t>
            </a:r>
          </a:p>
          <a:p>
            <a:r>
              <a:rPr lang="vi-VN" b="1" dirty="0"/>
              <a:t>Ánh xạ Mối Quan Hệ:</a:t>
            </a:r>
            <a:endParaRPr lang="vi-VN" dirty="0"/>
          </a:p>
          <a:p>
            <a:pPr>
              <a:buFont typeface="Arial" panose="020B0604020202020204" pitchFamily="34" charset="0"/>
              <a:buChar char="•"/>
            </a:pPr>
            <a:r>
              <a:rPr lang="vi-VN" dirty="0"/>
              <a:t>Các mối quan hệ giữa các lớp (ví dụ: một-nhiều, nhiều-nhiều) được ánh xạ tới các khóa ngoại hoặc bảng kết nối.</a:t>
            </a:r>
          </a:p>
          <a:p>
            <a:endParaRPr lang="en-US" dirty="0"/>
          </a:p>
        </p:txBody>
      </p:sp>
    </p:spTree>
    <p:extLst>
      <p:ext uri="{BB962C8B-B14F-4D97-AF65-F5344CB8AC3E}">
        <p14:creationId xmlns:p14="http://schemas.microsoft.com/office/powerpoint/2010/main" val="64505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Cải thiện Năng Suất:</a:t>
            </a:r>
            <a:endParaRPr lang="vi-VN" dirty="0"/>
          </a:p>
          <a:p>
            <a:pPr>
              <a:buFont typeface="Arial" panose="020B0604020202020204" pitchFamily="34" charset="0"/>
              <a:buChar char="•"/>
            </a:pPr>
            <a:r>
              <a:rPr lang="vi-VN" dirty="0"/>
              <a:t>Đơn giản hóa tương tác cơ sở dữ liệu, cho phép nhà phát triển tập trung vào logic nghiệp vụ.</a:t>
            </a:r>
          </a:p>
          <a:p>
            <a:r>
              <a:rPr lang="vi-VN" b="1" dirty="0"/>
              <a:t>Độc Lập với Cơ Sở Dữ Liệu:</a:t>
            </a:r>
            <a:endParaRPr lang="vi-VN" dirty="0"/>
          </a:p>
          <a:p>
            <a:pPr>
              <a:buFont typeface="Arial" panose="020B0604020202020204" pitchFamily="34" charset="0"/>
              <a:buChar char="•"/>
            </a:pPr>
            <a:r>
              <a:rPr lang="vi-VN" dirty="0"/>
              <a:t>Trừu tượng hóa SQL, cho phép ứng dụng chuyển đổi cơ sở dữ liệu với các thay đổi tối thiểu.</a:t>
            </a:r>
          </a:p>
          <a:p>
            <a:r>
              <a:rPr lang="vi-VN" b="1" dirty="0"/>
              <a:t>Code Dễ Đọc và Bảo Trì:</a:t>
            </a:r>
            <a:endParaRPr lang="vi-VN" dirty="0"/>
          </a:p>
          <a:p>
            <a:pPr>
              <a:buFont typeface="Arial" panose="020B0604020202020204" pitchFamily="34" charset="0"/>
              <a:buChar char="•"/>
            </a:pPr>
            <a:r>
              <a:rPr lang="vi-VN" dirty="0"/>
              <a:t>Giảm code soạn sẵn và cải thiện khả năng đọc.</a:t>
            </a:r>
          </a:p>
          <a:p>
            <a:r>
              <a:rPr lang="vi-VN" b="1" dirty="0"/>
              <a:t>Xác Thực Dữ Liệu Tích Hợp:</a:t>
            </a:r>
            <a:endParaRPr lang="vi-VN" dirty="0"/>
          </a:p>
          <a:p>
            <a:pPr>
              <a:buFont typeface="Arial" panose="020B0604020202020204" pitchFamily="34" charset="0"/>
              <a:buChar char="•"/>
            </a:pPr>
            <a:r>
              <a:rPr lang="vi-VN" dirty="0"/>
              <a:t>Tự động thực thi các ràng buộc và mối quan hệ.</a:t>
            </a:r>
          </a:p>
          <a:p>
            <a:r>
              <a:rPr lang="vi-VN" b="1" dirty="0"/>
              <a:t>Tự Động Tạo Lược Đồ:</a:t>
            </a:r>
            <a:endParaRPr lang="vi-VN" dirty="0"/>
          </a:p>
          <a:p>
            <a:pPr>
              <a:buFont typeface="Arial" panose="020B0604020202020204" pitchFamily="34" charset="0"/>
              <a:buChar char="•"/>
            </a:pPr>
            <a:r>
              <a:rPr lang="vi-VN" dirty="0"/>
              <a:t>Có thể tạo lược đồ cơ sở dữ liệu từ định nghĩa lớp và ngược lại.</a:t>
            </a:r>
          </a:p>
          <a:p>
            <a:r>
              <a:rPr lang="vi-VN" b="1" dirty="0"/>
              <a:t>Giảm Lỗi SQL:</a:t>
            </a:r>
            <a:endParaRPr lang="vi-VN" dirty="0"/>
          </a:p>
          <a:p>
            <a:pPr>
              <a:buFont typeface="Arial" panose="020B0604020202020204" pitchFamily="34" charset="0"/>
              <a:buChar char="•"/>
            </a:pPr>
            <a:r>
              <a:rPr lang="vi-VN" dirty="0"/>
              <a:t>SQL được tự động tạo, giảm lỗi do con người trong truy vấn.</a:t>
            </a:r>
          </a:p>
          <a:p>
            <a:endParaRPr lang="en-US" dirty="0"/>
          </a:p>
        </p:txBody>
      </p:sp>
    </p:spTree>
    <p:extLst>
      <p:ext uri="{BB962C8B-B14F-4D97-AF65-F5344CB8AC3E}">
        <p14:creationId xmlns:p14="http://schemas.microsoft.com/office/powerpoint/2010/main" val="2361922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Tốn Hiệu Năng:</a:t>
            </a:r>
            <a:endParaRPr lang="vi-VN" dirty="0"/>
          </a:p>
          <a:p>
            <a:pPr>
              <a:buFont typeface="Arial" panose="020B0604020202020204" pitchFamily="34" charset="0"/>
              <a:buChar char="•"/>
            </a:pPr>
            <a:r>
              <a:rPr lang="vi-VN" dirty="0"/>
              <a:t>Các framework ORM có thể tạo ra các truy vấn không hiệu quả, đặc biệt là đối với các hoạt động phức tạp.</a:t>
            </a:r>
          </a:p>
          <a:p>
            <a:r>
              <a:rPr lang="vi-VN" b="1" dirty="0"/>
              <a:t>Đường Cong Học Tập:</a:t>
            </a:r>
            <a:endParaRPr lang="vi-VN" dirty="0"/>
          </a:p>
          <a:p>
            <a:pPr>
              <a:buFont typeface="Arial" panose="020B0604020202020204" pitchFamily="34" charset="0"/>
              <a:buChar char="•"/>
            </a:pPr>
            <a:r>
              <a:rPr lang="vi-VN" dirty="0"/>
              <a:t>Nhà phát triển cần hiểu framework ORM và những điểm đặc biệt của nó.</a:t>
            </a:r>
          </a:p>
          <a:p>
            <a:r>
              <a:rPr lang="vi-VN" b="1" dirty="0"/>
              <a:t>Ít Kiểm Soát Truy Vấn Hơn:</a:t>
            </a:r>
            <a:endParaRPr lang="vi-VN" dirty="0"/>
          </a:p>
          <a:p>
            <a:pPr>
              <a:buFont typeface="Arial" panose="020B0604020202020204" pitchFamily="34" charset="0"/>
              <a:buChar char="•"/>
            </a:pPr>
            <a:r>
              <a:rPr lang="vi-VN" dirty="0"/>
              <a:t>Khó tinh chỉnh truy vấn cho các hoạt động được tối ưu hóa cao so với SQL thô.</a:t>
            </a:r>
          </a:p>
          <a:p>
            <a:r>
              <a:rPr lang="vi-VN" b="1" dirty="0"/>
              <a:t>Mối Quan Hệ Phức Tạp:</a:t>
            </a:r>
            <a:endParaRPr lang="vi-VN" dirty="0"/>
          </a:p>
          <a:p>
            <a:pPr>
              <a:buFont typeface="Arial" panose="020B0604020202020204" pitchFamily="34" charset="0"/>
              <a:buChar char="•"/>
            </a:pPr>
            <a:r>
              <a:rPr lang="vi-VN" dirty="0"/>
              <a:t>Ánh xạ các mối quan hệ phức tạp trong cơ sở dữ liệu có thể là một thách thức.</a:t>
            </a:r>
          </a:p>
          <a:p>
            <a:r>
              <a:rPr lang="vi-VN" b="1" dirty="0"/>
              <a:t>Thách Thức Gỡ Lỗi:</a:t>
            </a:r>
            <a:endParaRPr lang="vi-VN" dirty="0"/>
          </a:p>
          <a:p>
            <a:pPr>
              <a:buFont typeface="Arial" panose="020B0604020202020204" pitchFamily="34" charset="0"/>
              <a:buChar char="•"/>
            </a:pPr>
            <a:r>
              <a:rPr lang="vi-VN" dirty="0"/>
              <a:t>SQL được tự động tạo có thể gây khó khăn cho việc gỡ lỗi</a:t>
            </a:r>
          </a:p>
          <a:p>
            <a:endParaRPr lang="en-US" dirty="0"/>
          </a:p>
        </p:txBody>
      </p:sp>
    </p:spTree>
    <p:extLst>
      <p:ext uri="{BB962C8B-B14F-4D97-AF65-F5344CB8AC3E}">
        <p14:creationId xmlns:p14="http://schemas.microsoft.com/office/powerpoint/2010/main" val="3759100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J</a:t>
            </a:r>
            <a:r>
              <a:rPr lang="vi-VN" b="1" dirty="0"/>
              <a:t>PA (Java Persistence API)</a:t>
            </a:r>
            <a:r>
              <a:rPr lang="vi-VN" dirty="0"/>
              <a:t> là một đặc tả tiêu chuẩn cho ánh xạ quan hệ đối tượng (ORM) trong Java.</a:t>
            </a:r>
          </a:p>
          <a:p>
            <a:r>
              <a:rPr lang="vi-VN" b="0" dirty="0"/>
              <a:t>Cung cấp một framework để ánh xạ các đối tượng Java tới cơ sở dữ liệu quan hệ.</a:t>
            </a:r>
            <a:endParaRPr lang="en-US" b="0" dirty="0"/>
          </a:p>
          <a:p>
            <a:r>
              <a:rPr lang="vi-VN" dirty="0"/>
              <a:t>JPA là một tập hợp các giao diện và chú thích (annotation) được sử dụng để quản lý dữ liệu trong các ứng dụng Java.</a:t>
            </a:r>
            <a:endParaRPr lang="vi-VN" b="0" dirty="0"/>
          </a:p>
          <a:p>
            <a:r>
              <a:rPr lang="vi-VN" b="1" dirty="0"/>
              <a:t>EntityManagerFactory:</a:t>
            </a:r>
            <a:r>
              <a:rPr lang="vi-VN" dirty="0"/>
              <a:t> Được sử dụng để tạo ra các EntityManager. </a:t>
            </a:r>
            <a:endParaRPr lang="en-US" dirty="0"/>
          </a:p>
          <a:p>
            <a:r>
              <a:rPr lang="vi-VN" b="1" dirty="0"/>
              <a:t>EntityManager:</a:t>
            </a:r>
            <a:r>
              <a:rPr lang="vi-VN" dirty="0"/>
              <a:t> Là interface chính để tương tác với cơ sở dữ liệu. Nó cho phép bạn thực hiện các hoạt động như lưu, đọc, cập nhật và xóa dữ liệu. </a:t>
            </a:r>
            <a:endParaRPr lang="en-US" dirty="0"/>
          </a:p>
          <a:p>
            <a:r>
              <a:rPr lang="vi-VN" b="1" dirty="0"/>
              <a:t>EntityTransaction:</a:t>
            </a:r>
            <a:r>
              <a:rPr lang="vi-VN" dirty="0"/>
              <a:t> Quản lý các giao dịch (transaction) trong cơ sở dữ liệu. </a:t>
            </a:r>
            <a:endParaRPr lang="en-US" dirty="0"/>
          </a:p>
          <a:p>
            <a:r>
              <a:rPr lang="vi-VN" b="1" dirty="0"/>
              <a:t>Entity:</a:t>
            </a:r>
            <a:r>
              <a:rPr lang="vi-VN" dirty="0"/>
              <a:t> Đại diện cho một bảng trong cơ sở dữ liệu. Mỗi entity thường tương ứng với một lớp Java. </a:t>
            </a:r>
            <a:endParaRPr lang="en-US" dirty="0"/>
          </a:p>
          <a:p>
            <a:r>
              <a:rPr lang="vi-VN" b="1" dirty="0"/>
              <a:t>Query:</a:t>
            </a:r>
            <a:r>
              <a:rPr lang="vi-VN" dirty="0"/>
              <a:t> Được sử dụng để truy vấn dữ liệu từ cơ sở dữ liệu.</a:t>
            </a:r>
            <a:endParaRPr lang="en-US" dirty="0"/>
          </a:p>
        </p:txBody>
      </p:sp>
    </p:spTree>
    <p:extLst>
      <p:ext uri="{BB962C8B-B14F-4D97-AF65-F5344CB8AC3E}">
        <p14:creationId xmlns:p14="http://schemas.microsoft.com/office/powerpoint/2010/main" val="2738333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Ánh Xạ Thực Thể:</a:t>
            </a:r>
            <a:endParaRPr lang="vi-VN" dirty="0"/>
          </a:p>
          <a:p>
            <a:pPr>
              <a:buFont typeface="Arial" panose="020B0604020202020204" pitchFamily="34" charset="0"/>
              <a:buChar char="•"/>
            </a:pPr>
            <a:r>
              <a:rPr lang="vi-VN" dirty="0"/>
              <a:t>Ánh xạ các lớp Java tới các bảng cơ sở dữ liệu và các đối tượng Java tới các hàng trong các bảng đó.</a:t>
            </a:r>
          </a:p>
          <a:p>
            <a:r>
              <a:rPr lang="vi-VN" b="1" dirty="0"/>
              <a:t>Ngôn Ngữ Truy Vấn:</a:t>
            </a:r>
            <a:endParaRPr lang="vi-VN" dirty="0"/>
          </a:p>
          <a:p>
            <a:pPr>
              <a:buFont typeface="Arial" panose="020B0604020202020204" pitchFamily="34" charset="0"/>
              <a:buChar char="•"/>
            </a:pPr>
            <a:r>
              <a:rPr lang="vi-VN" dirty="0"/>
              <a:t>JPA cung cấp JPQL (Java Persistence Query Language), một ngôn ngữ truy vấn hướng đối tượng hoạt động trên các đối tượng thực thể thay vì các bảng cơ sở dữ liệu.</a:t>
            </a:r>
          </a:p>
          <a:p>
            <a:r>
              <a:rPr lang="vi-VN" b="1" dirty="0"/>
              <a:t>Tự Động Tạo Lược Đồ:</a:t>
            </a:r>
            <a:endParaRPr lang="vi-VN" dirty="0"/>
          </a:p>
          <a:p>
            <a:pPr>
              <a:buFont typeface="Arial" panose="020B0604020202020204" pitchFamily="34" charset="0"/>
              <a:buChar char="•"/>
            </a:pPr>
            <a:r>
              <a:rPr lang="vi-VN" dirty="0"/>
              <a:t>JPA có thể tạo các bảng và lược đồ cơ sở dữ liệu từ các lớp thực thể.</a:t>
            </a:r>
          </a:p>
          <a:p>
            <a:r>
              <a:rPr lang="vi-VN" b="1" dirty="0"/>
              <a:t>Quản Lý Giao Dịch:</a:t>
            </a:r>
            <a:endParaRPr lang="vi-VN" dirty="0"/>
          </a:p>
          <a:p>
            <a:pPr>
              <a:buFont typeface="Arial" panose="020B0604020202020204" pitchFamily="34" charset="0"/>
              <a:buChar char="•"/>
            </a:pPr>
            <a:r>
              <a:rPr lang="vi-VN" dirty="0"/>
              <a:t>Tích hợp với Java Transaction API (JTA) để quản lý các giao dịch cơ sở dữ liệu.</a:t>
            </a:r>
          </a:p>
          <a:p>
            <a:r>
              <a:rPr lang="vi-VN" b="1" dirty="0"/>
              <a:t>Bộ Nhớ Đệm:</a:t>
            </a:r>
            <a:endParaRPr lang="vi-VN" dirty="0"/>
          </a:p>
          <a:p>
            <a:pPr>
              <a:buFont typeface="Arial" panose="020B0604020202020204" pitchFamily="34" charset="0"/>
              <a:buChar char="•"/>
            </a:pPr>
            <a:r>
              <a:rPr lang="vi-VN" dirty="0"/>
              <a:t>Hỗ trợ bộ nhớ đệm cấp độ một (phiên) và cấp độ hai (chia sẻ) để tối ưu hóa hiệu suất.</a:t>
            </a:r>
          </a:p>
          <a:p>
            <a:endParaRPr lang="en-US" dirty="0"/>
          </a:p>
        </p:txBody>
      </p:sp>
    </p:spTree>
    <p:extLst>
      <p:ext uri="{BB962C8B-B14F-4D97-AF65-F5344CB8AC3E}">
        <p14:creationId xmlns:p14="http://schemas.microsoft.com/office/powerpoint/2010/main" val="848879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Lớp Thực Thể (Entity Classes):</a:t>
            </a:r>
            <a:endParaRPr lang="vi-VN" dirty="0"/>
          </a:p>
          <a:p>
            <a:pPr>
              <a:buFont typeface="Arial" panose="020B0604020202020204" pitchFamily="34" charset="0"/>
              <a:buChar char="•"/>
            </a:pPr>
            <a:r>
              <a:rPr lang="vi-VN" dirty="0"/>
              <a:t>Các lớp Java được đánh dấu bằng chú thích @Entity đại diện cho các bảng trong cơ sở dữ liệu.</a:t>
            </a:r>
          </a:p>
          <a:p>
            <a:r>
              <a:rPr lang="vi-VN" b="1" dirty="0"/>
              <a:t>Ngữ Cảnh Duy Trì (Persistence Context):</a:t>
            </a:r>
            <a:endParaRPr lang="vi-VN" dirty="0"/>
          </a:p>
          <a:p>
            <a:pPr>
              <a:buFont typeface="Arial" panose="020B0604020202020204" pitchFamily="34" charset="0"/>
              <a:buChar char="•"/>
            </a:pPr>
            <a:r>
              <a:rPr lang="vi-VN" dirty="0"/>
              <a:t>Một môi trường được quản lý, theo dõi và đồng bộ hóa các đối tượng thực thể với cơ sở dữ liệu.</a:t>
            </a:r>
          </a:p>
          <a:p>
            <a:r>
              <a:rPr lang="vi-VN" b="1" dirty="0"/>
              <a:t>Trình Quản Lý Thực Thể (Entity Manager):</a:t>
            </a:r>
            <a:endParaRPr lang="vi-VN" dirty="0"/>
          </a:p>
          <a:p>
            <a:pPr>
              <a:buFont typeface="Arial" panose="020B0604020202020204" pitchFamily="34" charset="0"/>
              <a:buChar char="•"/>
            </a:pPr>
            <a:r>
              <a:rPr lang="vi-VN" dirty="0"/>
              <a:t>Giao diện chính để tương tác với ngữ cảnh duy trì và thực hiện các hoạt động cơ sở dữ liệu.</a:t>
            </a:r>
          </a:p>
          <a:p>
            <a:r>
              <a:rPr lang="vi-VN" b="1" dirty="0"/>
              <a:t>JPQL (Java Persistence Query Language):</a:t>
            </a:r>
            <a:endParaRPr lang="vi-VN" dirty="0"/>
          </a:p>
          <a:p>
            <a:pPr>
              <a:buFont typeface="Arial" panose="020B0604020202020204" pitchFamily="34" charset="0"/>
              <a:buChar char="•"/>
            </a:pPr>
            <a:r>
              <a:rPr lang="vi-VN" dirty="0"/>
              <a:t>Cho phép nhà phát triển viết truy vấn bằng cách sử dụng các đối tượng thực thể thay vì SQL thô.</a:t>
            </a:r>
          </a:p>
          <a:p>
            <a:endParaRPr lang="en-US" dirty="0"/>
          </a:p>
        </p:txBody>
      </p:sp>
    </p:spTree>
    <p:extLst>
      <p:ext uri="{BB962C8B-B14F-4D97-AF65-F5344CB8AC3E}">
        <p14:creationId xmlns:p14="http://schemas.microsoft.com/office/powerpoint/2010/main" val="2907515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Hibernate là một framework Ánh Xạ Quan Hệ Đối Tượng (ORM) phổ biến cho các ứng dụng Java:</a:t>
            </a:r>
            <a:endParaRPr lang="vi-VN" dirty="0"/>
          </a:p>
          <a:p>
            <a:pPr>
              <a:buFont typeface="Arial" panose="020B0604020202020204" pitchFamily="34" charset="0"/>
              <a:buChar char="•"/>
            </a:pPr>
            <a:r>
              <a:rPr lang="vi-VN" b="1" dirty="0"/>
              <a:t>Ánh Xạ Quan Hệ Đối Tượng (ORM):</a:t>
            </a:r>
            <a:endParaRPr lang="vi-VN" dirty="0"/>
          </a:p>
          <a:p>
            <a:pPr marL="742950" lvl="1" indent="-285750">
              <a:buFont typeface="Arial" panose="020B0604020202020204" pitchFamily="34" charset="0"/>
              <a:buChar char="•"/>
            </a:pPr>
            <a:r>
              <a:rPr lang="vi-VN" dirty="0"/>
              <a:t>Đơn giản hóa các Hoạt động Cơ Sở Dữ Liệu: Các hoạt động CRUD (Tạo, Đọc, Cập nhật, Xóa) mà không cần các truy vấn SQL thô.</a:t>
            </a:r>
          </a:p>
          <a:p>
            <a:pPr>
              <a:buFont typeface="Arial" panose="020B0604020202020204" pitchFamily="34" charset="0"/>
              <a:buChar char="•"/>
            </a:pPr>
            <a:r>
              <a:rPr lang="vi-VN" b="1" dirty="0"/>
              <a:t>HQL (Hibernate Query Language):</a:t>
            </a:r>
            <a:endParaRPr lang="vi-VN" dirty="0"/>
          </a:p>
          <a:p>
            <a:pPr marL="742950" lvl="1" indent="-285750">
              <a:buFont typeface="Arial" panose="020B0604020202020204" pitchFamily="34" charset="0"/>
              <a:buChar char="•"/>
            </a:pPr>
            <a:r>
              <a:rPr lang="vi-VN" dirty="0"/>
              <a:t>Một ngôn ngữ truy vấn độc lập với cơ sở dữ liệu giống như SQL nhưng hoạt động trên các đối tượng Java thay vì các bảng.</a:t>
            </a:r>
          </a:p>
          <a:p>
            <a:pPr>
              <a:buFont typeface="Arial" panose="020B0604020202020204" pitchFamily="34" charset="0"/>
              <a:buChar char="•"/>
            </a:pPr>
            <a:r>
              <a:rPr lang="vi-VN" b="1" dirty="0"/>
              <a:t>Lazy và Eager Loading:</a:t>
            </a:r>
            <a:endParaRPr lang="vi-VN" dirty="0"/>
          </a:p>
          <a:p>
            <a:pPr marL="742950" lvl="1" indent="-285750">
              <a:buFont typeface="Arial" panose="020B0604020202020204" pitchFamily="34" charset="0"/>
              <a:buChar char="•"/>
            </a:pPr>
            <a:r>
              <a:rPr lang="vi-VN" dirty="0"/>
              <a:t>Kiểm soát cách dữ liệu được tải.</a:t>
            </a:r>
          </a:p>
          <a:p>
            <a:pPr>
              <a:buFont typeface="Arial" panose="020B0604020202020204" pitchFamily="34" charset="0"/>
              <a:buChar char="•"/>
            </a:pPr>
            <a:r>
              <a:rPr lang="vi-VN" b="1" dirty="0"/>
              <a:t>Bộ Nhớ Đệm (Caching):</a:t>
            </a:r>
            <a:endParaRPr lang="vi-VN" dirty="0"/>
          </a:p>
          <a:p>
            <a:pPr marL="742950" lvl="1" indent="-285750">
              <a:buFont typeface="Arial" panose="020B0604020202020204" pitchFamily="34" charset="0"/>
              <a:buChar char="•"/>
            </a:pPr>
            <a:r>
              <a:rPr lang="vi-VN" dirty="0"/>
              <a:t>Hỗ trợ bộ nhớ đệm để cải thiện hiệu suất.</a:t>
            </a:r>
          </a:p>
          <a:p>
            <a:pPr>
              <a:buFont typeface="Arial" panose="020B0604020202020204" pitchFamily="34" charset="0"/>
              <a:buChar char="•"/>
            </a:pPr>
            <a:r>
              <a:rPr lang="vi-VN" b="1" dirty="0"/>
              <a:t>Độc Lập với Cơ Sở Dữ Liệu:</a:t>
            </a:r>
            <a:endParaRPr lang="vi-VN" dirty="0"/>
          </a:p>
          <a:p>
            <a:pPr marL="742950" lvl="1" indent="-285750">
              <a:buFont typeface="Arial" panose="020B0604020202020204" pitchFamily="34" charset="0"/>
              <a:buChar char="•"/>
            </a:pPr>
            <a:r>
              <a:rPr lang="vi-VN" dirty="0"/>
              <a:t>Có thể chuyển đổi cơ sở dữ liệu với các thay đổi cấu hình tối thiểu.</a:t>
            </a:r>
          </a:p>
          <a:p>
            <a:pPr>
              <a:buFont typeface="Arial" panose="020B0604020202020204" pitchFamily="34" charset="0"/>
              <a:buChar char="•"/>
            </a:pPr>
            <a:r>
              <a:rPr lang="vi-VN" b="1" dirty="0"/>
              <a:t>Quản Lý Giao Dịch.</a:t>
            </a:r>
            <a:endParaRPr lang="vi-VN" dirty="0"/>
          </a:p>
          <a:p>
            <a:pPr>
              <a:buFont typeface="Arial" panose="020B0604020202020204" pitchFamily="34" charset="0"/>
              <a:buChar char="•"/>
            </a:pPr>
            <a:r>
              <a:rPr lang="vi-VN" b="1" dirty="0"/>
              <a:t>Cấu Hình bằng Chú Thích (Annotations) và XML.</a:t>
            </a:r>
            <a:endParaRPr lang="vi-VN" dirty="0"/>
          </a:p>
          <a:p>
            <a:endParaRPr lang="en-US" dirty="0"/>
          </a:p>
        </p:txBody>
      </p:sp>
    </p:spTree>
    <p:extLst>
      <p:ext uri="{BB962C8B-B14F-4D97-AF65-F5344CB8AC3E}">
        <p14:creationId xmlns:p14="http://schemas.microsoft.com/office/powerpoint/2010/main" val="232057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Lớp Thực Thể (Entity Classes):</a:t>
            </a:r>
            <a:endParaRPr lang="vi-VN" dirty="0"/>
          </a:p>
          <a:p>
            <a:pPr>
              <a:buFont typeface="Arial" panose="020B0604020202020204" pitchFamily="34" charset="0"/>
              <a:buChar char="•"/>
            </a:pPr>
            <a:r>
              <a:rPr lang="vi-VN" dirty="0"/>
              <a:t>Các lớp Java được đánh dấu bằng chú thích của Hibernate hoặc JPA để định nghĩa ánh xạ tới các bảng cơ sở dữ liệu.</a:t>
            </a:r>
          </a:p>
          <a:p>
            <a:r>
              <a:rPr lang="vi-VN" b="1" dirty="0"/>
              <a:t>Cấu Hình (Configuration):</a:t>
            </a:r>
            <a:endParaRPr lang="vi-VN" dirty="0"/>
          </a:p>
          <a:p>
            <a:pPr>
              <a:buFont typeface="Arial" panose="020B0604020202020204" pitchFamily="34" charset="0"/>
              <a:buChar char="•"/>
            </a:pPr>
            <a:r>
              <a:rPr lang="vi-VN" dirty="0"/>
              <a:t>Hibernate được cấu hình bằng file cấu hình (ví dụ: hibernate.cfg.xml) hoặc bằng lập trình.</a:t>
            </a:r>
          </a:p>
          <a:p>
            <a:r>
              <a:rPr lang="vi-VN" b="1" dirty="0"/>
              <a:t>SessionFactory:</a:t>
            </a:r>
            <a:endParaRPr lang="vi-VN" dirty="0"/>
          </a:p>
          <a:p>
            <a:pPr>
              <a:buFont typeface="Arial" panose="020B0604020202020204" pitchFamily="34" charset="0"/>
              <a:buChar char="•"/>
            </a:pPr>
            <a:r>
              <a:rPr lang="vi-VN" dirty="0"/>
              <a:t>Một </a:t>
            </a:r>
            <a:r>
              <a:rPr lang="az-Cyrl-AZ" dirty="0"/>
              <a:t>фабрика </a:t>
            </a:r>
            <a:r>
              <a:rPr lang="vi-VN" dirty="0"/>
              <a:t>để tạo ra các đối tượng Session, được sử dụng cho các tương tác cơ sở dữ liệu.</a:t>
            </a:r>
          </a:p>
          <a:p>
            <a:r>
              <a:rPr lang="vi-VN" b="1" dirty="0"/>
              <a:t>Session:</a:t>
            </a:r>
            <a:endParaRPr lang="vi-VN" dirty="0"/>
          </a:p>
          <a:p>
            <a:pPr>
              <a:buFont typeface="Arial" panose="020B0604020202020204" pitchFamily="34" charset="0"/>
              <a:buChar char="•"/>
            </a:pPr>
            <a:r>
              <a:rPr lang="vi-VN" dirty="0"/>
              <a:t>Đại diện cho một đơn vị công việc duy nhất (ví dụ: các hoạt động CRUD hoặc một giao dịch).</a:t>
            </a:r>
          </a:p>
          <a:p>
            <a:r>
              <a:rPr lang="vi-VN" b="1" dirty="0"/>
              <a:t>Thực Thi Truy Vấn (Query Execution):</a:t>
            </a:r>
            <a:endParaRPr lang="vi-VN" dirty="0"/>
          </a:p>
          <a:p>
            <a:pPr>
              <a:buFont typeface="Arial" panose="020B0604020202020204" pitchFamily="34" charset="0"/>
              <a:buChar char="•"/>
            </a:pPr>
            <a:r>
              <a:rPr lang="vi-VN" dirty="0"/>
              <a:t>Các truy vấn có thể được viết bằng HQL, Criteria API hoặc SQLNative.</a:t>
            </a:r>
          </a:p>
          <a:p>
            <a:r>
              <a:rPr lang="vi-VN" b="1" dirty="0"/>
              <a:t>Quản Lý Giao Dịch (Transaction Management):</a:t>
            </a:r>
            <a:endParaRPr lang="vi-VN" dirty="0"/>
          </a:p>
          <a:p>
            <a:pPr>
              <a:buFont typeface="Arial" panose="020B0604020202020204" pitchFamily="34" charset="0"/>
              <a:buChar char="•"/>
            </a:pPr>
            <a:r>
              <a:rPr lang="vi-VN" dirty="0"/>
              <a:t>Các giao dịch đảm bảo tính nguyên tử của các hoạt động và được quản lý thông qua Hibernate.</a:t>
            </a:r>
          </a:p>
          <a:p>
            <a:endParaRPr lang="en-US" dirty="0"/>
          </a:p>
        </p:txBody>
      </p:sp>
    </p:spTree>
    <p:extLst>
      <p:ext uri="{BB962C8B-B14F-4D97-AF65-F5344CB8AC3E}">
        <p14:creationId xmlns:p14="http://schemas.microsoft.com/office/powerpoint/2010/main" val="3692818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dirty="0"/>
              <a:t>@Entity:</a:t>
            </a:r>
            <a:endParaRPr lang="vi-VN" dirty="0"/>
          </a:p>
          <a:p>
            <a:pPr marL="742950" lvl="1" indent="-285750">
              <a:buFont typeface="Arial" panose="020B0604020202020204" pitchFamily="34" charset="0"/>
              <a:buChar char="•"/>
            </a:pPr>
            <a:r>
              <a:rPr lang="vi-VN" dirty="0"/>
              <a:t>Đánh dấu một lớp là một entity, nghĩa là nó sẽ được ánh xạ tới một bảng trong cơ sở dữ liệu.</a:t>
            </a:r>
          </a:p>
          <a:p>
            <a:pPr marL="742950" lvl="1" indent="-285750">
              <a:buFont typeface="Arial" panose="020B0604020202020204" pitchFamily="34" charset="0"/>
              <a:buChar char="•"/>
            </a:pPr>
            <a:r>
              <a:rPr lang="vi-VN" dirty="0"/>
              <a:t>Ví dụ: @Entity public class KhachHang { ... }</a:t>
            </a:r>
          </a:p>
          <a:p>
            <a:pPr>
              <a:buFont typeface="Arial" panose="020B0604020202020204" pitchFamily="34" charset="0"/>
              <a:buChar char="•"/>
            </a:pPr>
            <a:r>
              <a:rPr lang="vi-VN" b="1" dirty="0"/>
              <a:t>@Table:</a:t>
            </a:r>
            <a:endParaRPr lang="vi-VN" dirty="0"/>
          </a:p>
          <a:p>
            <a:pPr marL="742950" lvl="1" indent="-285750">
              <a:buFont typeface="Arial" panose="020B0604020202020204" pitchFamily="34" charset="0"/>
              <a:buChar char="•"/>
            </a:pPr>
            <a:r>
              <a:rPr lang="vi-VN" dirty="0"/>
              <a:t>Chỉ định tên bảng và schema (nếu cần) cho entity.</a:t>
            </a:r>
          </a:p>
          <a:p>
            <a:pPr marL="742950" lvl="1" indent="-285750">
              <a:buFont typeface="Arial" panose="020B0604020202020204" pitchFamily="34" charset="0"/>
              <a:buChar char="•"/>
            </a:pPr>
            <a:r>
              <a:rPr lang="vi-VN" dirty="0"/>
              <a:t>Nếu không sử dụng annotation này, JPA sẽ mặc định lấy tên bảng trùng với tên lớp entity.</a:t>
            </a:r>
          </a:p>
          <a:p>
            <a:pPr marL="742950" lvl="1" indent="-285750">
              <a:buFont typeface="Arial" panose="020B0604020202020204" pitchFamily="34" charset="0"/>
              <a:buChar char="•"/>
            </a:pPr>
            <a:r>
              <a:rPr lang="vi-VN" dirty="0"/>
              <a:t>Ví dụ: @Table(name = "khach_hang", schema = "quan_ly_ban_hang")</a:t>
            </a:r>
          </a:p>
          <a:p>
            <a:pPr>
              <a:buFont typeface="Arial" panose="020B0604020202020204" pitchFamily="34" charset="0"/>
              <a:buChar char="•"/>
            </a:pPr>
            <a:r>
              <a:rPr lang="vi-VN" b="1" dirty="0"/>
              <a:t>@Id:</a:t>
            </a:r>
            <a:endParaRPr lang="vi-VN" dirty="0"/>
          </a:p>
          <a:p>
            <a:pPr marL="742950" lvl="1" indent="-285750">
              <a:buFont typeface="Arial" panose="020B0604020202020204" pitchFamily="34" charset="0"/>
              <a:buChar char="•"/>
            </a:pPr>
            <a:r>
              <a:rPr lang="vi-VN" dirty="0"/>
              <a:t>Đánh dấu một trường là khóa chính của entity.</a:t>
            </a:r>
          </a:p>
          <a:p>
            <a:pPr marL="742950" lvl="1" indent="-285750">
              <a:buFont typeface="Arial" panose="020B0604020202020204" pitchFamily="34" charset="0"/>
              <a:buChar char="•"/>
            </a:pPr>
            <a:r>
              <a:rPr lang="vi-VN" dirty="0"/>
              <a:t>Mỗi entity phải có một và chỉ một trường được đánh dấu là @Id.</a:t>
            </a:r>
          </a:p>
          <a:p>
            <a:pPr marL="742950" lvl="1" indent="-285750">
              <a:buFont typeface="Arial" panose="020B0604020202020204" pitchFamily="34" charset="0"/>
              <a:buChar char="•"/>
            </a:pPr>
            <a:r>
              <a:rPr lang="vi-VN" dirty="0"/>
              <a:t>Ví dụ: @Id @GeneratedValue(strategy = GenerationType.IDENTITY) private Long id;</a:t>
            </a:r>
          </a:p>
          <a:p>
            <a:pPr>
              <a:buFont typeface="Arial" panose="020B0604020202020204" pitchFamily="34" charset="0"/>
              <a:buChar char="•"/>
            </a:pPr>
            <a:r>
              <a:rPr lang="vi-VN" b="1" dirty="0"/>
              <a:t>@GeneratedValue:</a:t>
            </a:r>
            <a:endParaRPr lang="vi-VN" dirty="0"/>
          </a:p>
          <a:p>
            <a:pPr marL="742950" lvl="1" indent="-285750">
              <a:buFont typeface="Arial" panose="020B0604020202020204" pitchFamily="34" charset="0"/>
              <a:buChar char="•"/>
            </a:pPr>
            <a:r>
              <a:rPr lang="vi-VN" dirty="0"/>
              <a:t>Cấu hình cách giá trị của khóa chính được tạo ra.</a:t>
            </a:r>
          </a:p>
          <a:p>
            <a:pPr marL="742950" lvl="1" indent="-285750">
              <a:buFont typeface="Arial" panose="020B0604020202020204" pitchFamily="34" charset="0"/>
              <a:buChar char="•"/>
            </a:pPr>
            <a:r>
              <a:rPr lang="vi-VN" dirty="0"/>
              <a:t>Các chiến lược phổ biến bao gồm: </a:t>
            </a:r>
          </a:p>
          <a:p>
            <a:pPr marL="1143000" lvl="2" indent="-228600">
              <a:buFont typeface="Arial" panose="020B0604020202020204" pitchFamily="34" charset="0"/>
              <a:buChar char="•"/>
            </a:pPr>
            <a:r>
              <a:rPr lang="vi-VN" dirty="0"/>
              <a:t>GenerationType.IDENTITY: Giá trị được tự động tăng bởi cơ sở dữ liệu (thường dùng cho các loại khóa tự tăng).</a:t>
            </a:r>
          </a:p>
          <a:p>
            <a:pPr marL="1143000" lvl="2" indent="-228600">
              <a:buFont typeface="Arial" panose="020B0604020202020204" pitchFamily="34" charset="0"/>
              <a:buChar char="•"/>
            </a:pPr>
            <a:r>
              <a:rPr lang="vi-VN" dirty="0"/>
              <a:t>GenerationType.SEQUENCE: Giá trị được lấy từ một sequence (nếu cơ sở dữ liệu hỗ trợ).</a:t>
            </a:r>
          </a:p>
          <a:p>
            <a:pPr marL="1143000" lvl="2" indent="-228600">
              <a:buFont typeface="Arial" panose="020B0604020202020204" pitchFamily="34" charset="0"/>
              <a:buChar char="•"/>
            </a:pPr>
            <a:r>
              <a:rPr lang="vi-VN" dirty="0"/>
              <a:t>GenerationType.TABLE: Giá trị được lưu trữ trong một bảng riêng.</a:t>
            </a:r>
          </a:p>
          <a:p>
            <a:pPr marL="1143000" lvl="2" indent="-228600">
              <a:buFont typeface="Arial" panose="020B0604020202020204" pitchFamily="34" charset="0"/>
              <a:buChar char="•"/>
            </a:pPr>
            <a:r>
              <a:rPr lang="vi-VN" dirty="0"/>
              <a:t>GenerationType.AUTO: JPA sẽ tự động chọn chiến lược phù hợp.</a:t>
            </a:r>
          </a:p>
          <a:p>
            <a:pPr marL="742950" lvl="1" indent="-285750">
              <a:buFont typeface="Arial" panose="020B0604020202020204" pitchFamily="34" charset="0"/>
              <a:buChar char="•"/>
            </a:pPr>
            <a:r>
              <a:rPr lang="vi-VN" dirty="0"/>
              <a:t>Ví dụ: @GeneratedValue(strategy = GenerationType.IDENTITY)</a:t>
            </a:r>
          </a:p>
          <a:p>
            <a:pPr>
              <a:buFont typeface="Arial" panose="020B0604020202020204" pitchFamily="34" charset="0"/>
              <a:buChar char="•"/>
            </a:pPr>
            <a:r>
              <a:rPr lang="vi-VN" b="1" dirty="0"/>
              <a:t>@Column:</a:t>
            </a:r>
            <a:endParaRPr lang="vi-VN" dirty="0"/>
          </a:p>
          <a:p>
            <a:pPr marL="742950" lvl="1" indent="-285750">
              <a:buFont typeface="Arial" panose="020B0604020202020204" pitchFamily="34" charset="0"/>
              <a:buChar char="•"/>
            </a:pPr>
            <a:r>
              <a:rPr lang="vi-VN" dirty="0"/>
              <a:t>Ánh xạ một trường của entity tới một cột cụ thể trong bảng.</a:t>
            </a:r>
          </a:p>
          <a:p>
            <a:pPr marL="742950" lvl="1" indent="-285750">
              <a:buFont typeface="Arial" panose="020B0604020202020204" pitchFamily="34" charset="0"/>
              <a:buChar char="•"/>
            </a:pPr>
            <a:r>
              <a:rPr lang="vi-VN" dirty="0"/>
              <a:t>Nếu tên trường và tên cột giống nhau, bạn có thể không cần sử dụng annotation này.</a:t>
            </a:r>
          </a:p>
          <a:p>
            <a:pPr marL="742950" lvl="1" indent="-285750">
              <a:buFont typeface="Arial" panose="020B0604020202020204" pitchFamily="34" charset="0"/>
              <a:buChar char="•"/>
            </a:pPr>
            <a:r>
              <a:rPr lang="vi-VN" dirty="0"/>
              <a:t>Ví dụ: @Column(name = "ten_khach_hang") private String tenKhachHang;</a:t>
            </a:r>
          </a:p>
          <a:p>
            <a:r>
              <a:rPr lang="vi-VN" b="1" dirty="0"/>
              <a:t>Các Annotation Quan Hệ:</a:t>
            </a:r>
            <a:endParaRPr lang="vi-VN" dirty="0"/>
          </a:p>
          <a:p>
            <a:pPr>
              <a:buFont typeface="Arial" panose="020B0604020202020204" pitchFamily="34" charset="0"/>
              <a:buChar char="•"/>
            </a:pPr>
            <a:r>
              <a:rPr lang="vi-VN" b="1" dirty="0"/>
              <a:t>@OneToOne:</a:t>
            </a:r>
            <a:endParaRPr lang="vi-VN" dirty="0"/>
          </a:p>
          <a:p>
            <a:pPr marL="742950" lvl="1" indent="-285750">
              <a:buFont typeface="Arial" panose="020B0604020202020204" pitchFamily="34" charset="0"/>
              <a:buChar char="•"/>
            </a:pPr>
            <a:r>
              <a:rPr lang="vi-VN" dirty="0"/>
              <a:t>Định nghĩa mối quan hệ một-một giữa hai entities.</a:t>
            </a:r>
          </a:p>
          <a:p>
            <a:pPr marL="742950" lvl="1" indent="-285750">
              <a:buFont typeface="Arial" panose="020B0604020202020204" pitchFamily="34" charset="0"/>
              <a:buChar char="•"/>
            </a:pPr>
            <a:r>
              <a:rPr lang="vi-VN" dirty="0"/>
              <a:t>Ví dụ: Một khách hàng có thể có một địa chỉ duy nhất.</a:t>
            </a:r>
          </a:p>
          <a:p>
            <a:pPr marL="742950" lvl="1" indent="-285750">
              <a:buFont typeface="Arial" panose="020B0604020202020204" pitchFamily="34" charset="0"/>
              <a:buChar char="•"/>
            </a:pPr>
            <a:r>
              <a:rPr lang="vi-VN" dirty="0"/>
              <a:t>@OneToOne private DiaChi diaChi;</a:t>
            </a:r>
          </a:p>
          <a:p>
            <a:pPr>
              <a:buFont typeface="Arial" panose="020B0604020202020204" pitchFamily="34" charset="0"/>
              <a:buChar char="•"/>
            </a:pPr>
            <a:r>
              <a:rPr lang="vi-VN" b="1" dirty="0"/>
              <a:t>@OneToMany:</a:t>
            </a:r>
            <a:endParaRPr lang="vi-VN" dirty="0"/>
          </a:p>
          <a:p>
            <a:pPr marL="742950" lvl="1" indent="-285750">
              <a:buFont typeface="Arial" panose="020B0604020202020204" pitchFamily="34" charset="0"/>
              <a:buChar char="•"/>
            </a:pPr>
            <a:r>
              <a:rPr lang="vi-VN" dirty="0"/>
              <a:t>Định nghĩa mối quan hệ một-nhiều giữa hai entities.</a:t>
            </a:r>
          </a:p>
          <a:p>
            <a:pPr marL="742950" lvl="1" indent="-285750">
              <a:buFont typeface="Arial" panose="020B0604020202020204" pitchFamily="34" charset="0"/>
              <a:buChar char="•"/>
            </a:pPr>
            <a:r>
              <a:rPr lang="vi-VN" dirty="0"/>
              <a:t>Ví dụ: Một khách hàng có thể có nhiều đơn hàng.</a:t>
            </a:r>
          </a:p>
          <a:p>
            <a:pPr marL="742950" lvl="1" indent="-285750">
              <a:buFont typeface="Arial" panose="020B0604020202020204" pitchFamily="34" charset="0"/>
              <a:buChar char="•"/>
            </a:pPr>
            <a:r>
              <a:rPr lang="vi-VN" dirty="0"/>
              <a:t>@OneToMany(mappedBy = "khachHang") private List&lt;DonHang&gt; donHangs;</a:t>
            </a:r>
          </a:p>
          <a:p>
            <a:pPr>
              <a:buFont typeface="Arial" panose="020B0604020202020204" pitchFamily="34" charset="0"/>
              <a:buChar char="•"/>
            </a:pPr>
            <a:r>
              <a:rPr lang="vi-VN" b="1" dirty="0"/>
              <a:t>@ManyToOne:</a:t>
            </a:r>
            <a:endParaRPr lang="vi-VN" dirty="0"/>
          </a:p>
          <a:p>
            <a:pPr marL="742950" lvl="1" indent="-285750">
              <a:buFont typeface="Arial" panose="020B0604020202020204" pitchFamily="34" charset="0"/>
              <a:buChar char="•"/>
            </a:pPr>
            <a:r>
              <a:rPr lang="vi-VN" dirty="0"/>
              <a:t>Định nghĩa mối quan hệ nhiều-một giữa hai entities.</a:t>
            </a:r>
          </a:p>
          <a:p>
            <a:pPr marL="742950" lvl="1" indent="-285750">
              <a:buFont typeface="Arial" panose="020B0604020202020204" pitchFamily="34" charset="0"/>
              <a:buChar char="•"/>
            </a:pPr>
            <a:r>
              <a:rPr lang="vi-VN" dirty="0"/>
              <a:t>Ví dụ: Nhiều đơn hàng có thể thuộc về một khách hàng.</a:t>
            </a:r>
          </a:p>
          <a:p>
            <a:pPr marL="742950" lvl="1" indent="-285750">
              <a:buFont typeface="Arial" panose="020B0604020202020204" pitchFamily="34" charset="0"/>
              <a:buChar char="•"/>
            </a:pPr>
            <a:r>
              <a:rPr lang="vi-VN" dirty="0"/>
              <a:t>@ManyToOne private KhachHang khachHang;</a:t>
            </a:r>
          </a:p>
          <a:p>
            <a:pPr>
              <a:buFont typeface="Arial" panose="020B0604020202020204" pitchFamily="34" charset="0"/>
              <a:buChar char="•"/>
            </a:pPr>
            <a:r>
              <a:rPr lang="vi-VN" b="1" dirty="0"/>
              <a:t>@ManyToMany:</a:t>
            </a:r>
            <a:endParaRPr lang="vi-VN" dirty="0"/>
          </a:p>
          <a:p>
            <a:pPr marL="742950" lvl="1" indent="-285750">
              <a:buFont typeface="Arial" panose="020B0604020202020204" pitchFamily="34" charset="0"/>
              <a:buChar char="•"/>
            </a:pPr>
            <a:r>
              <a:rPr lang="vi-VN" dirty="0"/>
              <a:t>Định nghĩa mối quan hệ nhiều-nhiều giữa hai entities.</a:t>
            </a:r>
          </a:p>
          <a:p>
            <a:pPr marL="742950" lvl="1" indent="-285750">
              <a:buFont typeface="Arial" panose="020B0604020202020204" pitchFamily="34" charset="0"/>
              <a:buChar char="•"/>
            </a:pPr>
            <a:r>
              <a:rPr lang="vi-VN" dirty="0"/>
              <a:t>Ví dụ: Nhiều sản phẩm có thể thuộc về nhiều danh mục.</a:t>
            </a:r>
          </a:p>
          <a:p>
            <a:pPr marL="742950" lvl="1" indent="-285750">
              <a:buFont typeface="Arial" panose="020B0604020202020204" pitchFamily="34" charset="0"/>
              <a:buChar char="•"/>
            </a:pPr>
            <a:r>
              <a:rPr lang="vi-VN" dirty="0"/>
              <a:t>@ManyToMany private List&lt;DanhMuc&gt; danhMucs;</a:t>
            </a:r>
          </a:p>
          <a:p>
            <a:pPr>
              <a:buFont typeface="Arial" panose="020B0604020202020204" pitchFamily="34" charset="0"/>
              <a:buChar char="•"/>
            </a:pPr>
            <a:r>
              <a:rPr lang="vi-VN" b="1" dirty="0"/>
              <a:t>@JoinColumn:</a:t>
            </a:r>
            <a:endParaRPr lang="vi-VN" dirty="0"/>
          </a:p>
          <a:p>
            <a:pPr marL="742950" lvl="1" indent="-285750">
              <a:buFont typeface="Arial" panose="020B0604020202020204" pitchFamily="34" charset="0"/>
              <a:buChar char="•"/>
            </a:pPr>
            <a:r>
              <a:rPr lang="vi-VN" dirty="0"/>
              <a:t>Chỉ định cột khóa ngoại cho một mối quan hệ.</a:t>
            </a:r>
          </a:p>
          <a:p>
            <a:pPr marL="742950" lvl="1" indent="-285750">
              <a:buFont typeface="Arial" panose="020B0604020202020204" pitchFamily="34" charset="0"/>
              <a:buChar char="•"/>
            </a:pPr>
            <a:r>
              <a:rPr lang="vi-VN" dirty="0"/>
              <a:t>Ví dụ: @JoinColumn(name = "khach_hang_id") trong entity DonHang chỉ định rằng cột khach_hang_id là khóa ngoại liên kết với bảng khach_hang</a:t>
            </a:r>
          </a:p>
          <a:p>
            <a:endParaRPr lang="en-US" dirty="0"/>
          </a:p>
        </p:txBody>
      </p:sp>
    </p:spTree>
    <p:extLst>
      <p:ext uri="{BB962C8B-B14F-4D97-AF65-F5344CB8AC3E}">
        <p14:creationId xmlns:p14="http://schemas.microsoft.com/office/powerpoint/2010/main" val="454672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Đánh dấu lớp là một entity JPA, cho phép ánh xạ nó tới một bảng trong cơ sở dữ liệu.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Ánh xạ lớp này tới bảng "customer" trong cơ sở dữ liệu.</a:t>
            </a:r>
          </a:p>
          <a:p>
            <a:endParaRPr lang="en-US" dirty="0"/>
          </a:p>
          <a:p>
            <a:endParaRPr lang="en-US" dirty="0"/>
          </a:p>
        </p:txBody>
      </p:sp>
    </p:spTree>
    <p:extLst>
      <p:ext uri="{BB962C8B-B14F-4D97-AF65-F5344CB8AC3E}">
        <p14:creationId xmlns:p14="http://schemas.microsoft.com/office/powerpoint/2010/main" val="2212797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buFont typeface="Arial" panose="020B0604020202020204" pitchFamily="34" charset="0"/>
              <a:buChar char="•"/>
            </a:pPr>
            <a:r>
              <a:rPr lang="vi-VN" b="1" dirty="0"/>
              <a:t>CascadeType.ALL:</a:t>
            </a:r>
            <a:r>
              <a:rPr lang="vi-VN" dirty="0"/>
              <a:t> Bao gồm tất cả các hoạt động sau: </a:t>
            </a:r>
            <a:r>
              <a:rPr lang="vi-VN" b="1" dirty="0"/>
              <a:t>PERSIST:</a:t>
            </a:r>
            <a:r>
              <a:rPr lang="vi-VN" dirty="0"/>
              <a:t> Khi lưu (persist) entity cha, entity con cũng được lưu.</a:t>
            </a:r>
          </a:p>
          <a:p>
            <a:pPr>
              <a:buFont typeface="Arial" panose="020B0604020202020204" pitchFamily="34" charset="0"/>
              <a:buChar char="•"/>
            </a:pPr>
            <a:r>
              <a:rPr lang="vi-VN" b="1" dirty="0"/>
              <a:t>MERGE:</a:t>
            </a:r>
            <a:r>
              <a:rPr lang="vi-VN" dirty="0"/>
              <a:t> Khi cập nhật (merge) entity cha, entity con cũng được cập nhật.</a:t>
            </a:r>
          </a:p>
          <a:p>
            <a:pPr>
              <a:buFont typeface="Arial" panose="020B0604020202020204" pitchFamily="34" charset="0"/>
              <a:buChar char="•"/>
            </a:pPr>
            <a:r>
              <a:rPr lang="vi-VN" b="1" dirty="0"/>
              <a:t>REMOVE:</a:t>
            </a:r>
            <a:r>
              <a:rPr lang="vi-VN" dirty="0"/>
              <a:t> Khi xóa (remove) entity cha, entity con cũng bị xóa.</a:t>
            </a:r>
          </a:p>
          <a:p>
            <a:pPr>
              <a:buFont typeface="Arial" panose="020B0604020202020204" pitchFamily="34" charset="0"/>
              <a:buChar char="•"/>
            </a:pPr>
            <a:r>
              <a:rPr lang="vi-VN" b="1" dirty="0"/>
              <a:t>REFRESH:</a:t>
            </a:r>
            <a:r>
              <a:rPr lang="vi-VN" dirty="0"/>
              <a:t> Khi làm mới (refresh) entity cha, entity con cũng được làm mới.</a:t>
            </a:r>
          </a:p>
          <a:p>
            <a:pPr>
              <a:buFont typeface="Arial" panose="020B0604020202020204" pitchFamily="34" charset="0"/>
              <a:buChar char="•"/>
            </a:pPr>
            <a:r>
              <a:rPr lang="vi-VN" b="1" dirty="0"/>
              <a:t>DETACH:</a:t>
            </a:r>
            <a:r>
              <a:rPr lang="vi-VN" dirty="0"/>
              <a:t> Khi tách (detach) entity cha khỏi persistence context, entity con cũng bị tách.</a:t>
            </a:r>
          </a:p>
          <a:p>
            <a:r>
              <a:rPr lang="vi-VN" b="1" dirty="0"/>
              <a:t>orphanRemoval </a:t>
            </a:r>
            <a:r>
              <a:rPr lang="vi-VN" b="1"/>
              <a:t>= true:</a:t>
            </a:r>
            <a:r>
              <a:rPr lang="vi-VN"/>
              <a:t> </a:t>
            </a:r>
            <a:r>
              <a:rPr lang="vi-VN" dirty="0"/>
              <a:t>Tự động xóa các entity con "mồ côi" khi chúng không còn được liên kết với entity cha</a:t>
            </a:r>
          </a:p>
          <a:p>
            <a:endParaRPr lang="en-US" dirty="0"/>
          </a:p>
        </p:txBody>
      </p:sp>
    </p:spTree>
    <p:extLst>
      <p:ext uri="{BB962C8B-B14F-4D97-AF65-F5344CB8AC3E}">
        <p14:creationId xmlns:p14="http://schemas.microsoft.com/office/powerpoint/2010/main" val="3649461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Hệ thống quản lý thư viện: quản lý Sách, tác giả và người mượn. Mối quan hệ giữa các thực thể như sau:</a:t>
            </a:r>
          </a:p>
          <a:p>
            <a:r>
              <a:rPr lang="vi-VN" dirty="0"/>
              <a:t>Một cuốn sách có thể có một hoặc nhiều tác giả (Mối quan hệ nhiều-nhiều).</a:t>
            </a:r>
          </a:p>
          <a:p>
            <a:r>
              <a:rPr lang="vi-VN" dirty="0"/>
              <a:t>Người mượn có thể mượn nhiều cuốn sách, nhưng mỗi lần chỉ có thể mượn một cuốn sách (Mối quan hệ một-nhiều).</a:t>
            </a:r>
          </a:p>
          <a:p>
            <a:r>
              <a:rPr lang="vi-VN" dirty="0"/>
              <a:t>Hệ thống cũng sẽ theo dõi thời điểm sách được mượn.</a:t>
            </a:r>
            <a:endParaRPr lang="en-US" dirty="0"/>
          </a:p>
        </p:txBody>
      </p:sp>
    </p:spTree>
    <p:extLst>
      <p:ext uri="{BB962C8B-B14F-4D97-AF65-F5344CB8AC3E}">
        <p14:creationId xmlns:p14="http://schemas.microsoft.com/office/powerpoint/2010/main" val="2226569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Tạo các thực thể sau:</a:t>
            </a:r>
          </a:p>
          <a:p>
            <a:r>
              <a:rPr lang="vi-VN" dirty="0"/>
              <a:t>Sách</a:t>
            </a:r>
          </a:p>
          <a:p>
            <a:r>
              <a:rPr lang="vi-VN" dirty="0"/>
              <a:t>Tác giả</a:t>
            </a:r>
          </a:p>
          <a:p>
            <a:r>
              <a:rPr lang="vi-VN" dirty="0"/>
              <a:t>Người vay</a:t>
            </a:r>
          </a:p>
          <a:p>
            <a:r>
              <a:rPr lang="vi-VN" dirty="0"/>
              <a:t>Thực hiện các mối quan hệ:</a:t>
            </a:r>
          </a:p>
          <a:p>
            <a:r>
              <a:rPr lang="vi-VN" dirty="0"/>
              <a:t>Nhiều-nhiều giữa Sách và Tác giả.</a:t>
            </a:r>
          </a:p>
          <a:p>
            <a:r>
              <a:rPr lang="vi-VN" dirty="0"/>
              <a:t>Một-nhiều giữa Người mượn và Sách.</a:t>
            </a:r>
          </a:p>
          <a:p>
            <a:r>
              <a:rPr lang="vi-VN" dirty="0"/>
              <a:t>Viết mã tới:</a:t>
            </a:r>
          </a:p>
          <a:p>
            <a:r>
              <a:rPr lang="vi-VN" dirty="0"/>
              <a:t>Thêm tác giả và sách mới vào cơ sở dữ liệu.</a:t>
            </a:r>
          </a:p>
          <a:p>
            <a:r>
              <a:rPr lang="vi-VN" dirty="0"/>
              <a:t>Chỉ định tác giả cho sách.</a:t>
            </a:r>
          </a:p>
          <a:p>
            <a:r>
              <a:rPr lang="vi-VN" dirty="0"/>
              <a:t>Ghi nhận người mượn sách.</a:t>
            </a:r>
          </a:p>
          <a:p>
            <a:r>
              <a:rPr lang="vi-VN" dirty="0"/>
              <a:t>Tìm nạp và hiển thị tất cả sách được mượn bởi một người mượn cụ thể.</a:t>
            </a:r>
            <a:endParaRPr lang="en-US" dirty="0"/>
          </a:p>
        </p:txBody>
      </p:sp>
    </p:spTree>
    <p:extLst>
      <p:ext uri="{BB962C8B-B14F-4D97-AF65-F5344CB8AC3E}">
        <p14:creationId xmlns:p14="http://schemas.microsoft.com/office/powerpoint/2010/main" val="3991271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lnSpc>
                <a:spcPct val="150000"/>
              </a:lnSpc>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lnSpc>
                <a:spcPct val="150000"/>
              </a:lnSpc>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lnSpc>
                <a:spcPct val="150000"/>
              </a:lnSpc>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lnSpc>
                <a:spcPct val="150000"/>
              </a:lnSpc>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lIns="91440" tIns="45720" rIns="91440" bIns="45720" anchor="t"/>
          <a:lstStyle/>
          <a:p>
            <a:r>
              <a:rPr lang="en-US" sz="5750" dirty="0">
                <a:latin typeface="Arial"/>
                <a:cs typeface="Arial"/>
              </a:rPr>
              <a:t>Data Management With </a:t>
            </a:r>
            <a:endParaRPr lang="en-US" dirty="0"/>
          </a:p>
          <a:p>
            <a:r>
              <a:rPr lang="en-US" sz="5750" dirty="0">
                <a:latin typeface="Arial"/>
                <a:cs typeface="Arial"/>
              </a:rPr>
              <a:t>JPA &amp; Hibernate</a:t>
            </a:r>
            <a:endParaRPr lang="en-US" sz="5750" dirty="0"/>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2DF768-8D46-C364-70C5-1F9A8E39A49F}"/>
              </a:ext>
            </a:extLst>
          </p:cNvPr>
          <p:cNvSpPr>
            <a:spLocks noGrp="1"/>
          </p:cNvSpPr>
          <p:nvPr>
            <p:ph idx="1"/>
          </p:nvPr>
        </p:nvSpPr>
        <p:spPr/>
        <p:txBody>
          <a:bodyPr vert="horz" lIns="91440" tIns="45720" rIns="91440" bIns="45720" rtlCol="0" anchor="t">
            <a:normAutofit lnSpcReduction="10000"/>
          </a:bodyPr>
          <a:lstStyle/>
          <a:p>
            <a:r>
              <a:rPr lang="en-US" sz="3350" dirty="0">
                <a:cs typeface="Arial"/>
              </a:rPr>
              <a:t>Object-Relational Mapping (ORM) is a programming technique that allows developers to interact with a relational database using objects in their programming language, rather than writing raw SQL queries. </a:t>
            </a:r>
            <a:endParaRPr lang="en-US" dirty="0">
              <a:cs typeface="Arial"/>
            </a:endParaRPr>
          </a:p>
          <a:p>
            <a:r>
              <a:rPr lang="en-US" sz="3350" dirty="0">
                <a:cs typeface="Arial"/>
              </a:rPr>
              <a:t>It bridges the gap between the object-oriented paradigm of programming and the relational model of databases by mapping classes and objects to database tables and rows, respectively.</a:t>
            </a:r>
          </a:p>
        </p:txBody>
      </p:sp>
      <p:sp>
        <p:nvSpPr>
          <p:cNvPr id="3" name="Slide Number Placeholder 2">
            <a:extLst>
              <a:ext uri="{FF2B5EF4-FFF2-40B4-BE49-F238E27FC236}">
                <a16:creationId xmlns:a16="http://schemas.microsoft.com/office/drawing/2014/main" id="{42381243-1DE8-5B52-99D8-61496E96D32C}"/>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70874654-D494-024D-6537-C6CD11A81E25}"/>
              </a:ext>
            </a:extLst>
          </p:cNvPr>
          <p:cNvSpPr>
            <a:spLocks noGrp="1"/>
          </p:cNvSpPr>
          <p:nvPr>
            <p:ph type="title"/>
          </p:nvPr>
        </p:nvSpPr>
        <p:spPr/>
        <p:txBody>
          <a:bodyPr/>
          <a:lstStyle/>
          <a:p>
            <a:r>
              <a:rPr lang="en-US" sz="2750" dirty="0">
                <a:cs typeface="Arial"/>
              </a:rPr>
              <a:t>ORM</a:t>
            </a:r>
            <a:endParaRPr lang="en-US" dirty="0"/>
          </a:p>
        </p:txBody>
      </p:sp>
    </p:spTree>
    <p:extLst>
      <p:ext uri="{BB962C8B-B14F-4D97-AF65-F5344CB8AC3E}">
        <p14:creationId xmlns:p14="http://schemas.microsoft.com/office/powerpoint/2010/main" val="2245949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2FF755-6D51-70BB-716C-8EE2C08E91E4}"/>
              </a:ext>
            </a:extLst>
          </p:cNvPr>
          <p:cNvSpPr>
            <a:spLocks noGrp="1"/>
          </p:cNvSpPr>
          <p:nvPr>
            <p:ph idx="1"/>
          </p:nvPr>
        </p:nvSpPr>
        <p:spPr>
          <a:xfrm>
            <a:off x="747000" y="985925"/>
            <a:ext cx="13166084" cy="6426430"/>
          </a:xfrm>
        </p:spPr>
        <p:txBody>
          <a:bodyPr vert="horz" lIns="91440" tIns="45720" rIns="91440" bIns="45720" rtlCol="0" anchor="t">
            <a:normAutofit fontScale="85000" lnSpcReduction="20000"/>
          </a:bodyPr>
          <a:lstStyle/>
          <a:p>
            <a:pPr>
              <a:lnSpc>
                <a:spcPct val="130000"/>
              </a:lnSpc>
            </a:pPr>
            <a:r>
              <a:rPr lang="en-US" sz="3350" b="1" dirty="0">
                <a:ea typeface="+mj-lt"/>
                <a:cs typeface="+mj-lt"/>
              </a:rPr>
              <a:t>Entities and Tables Mapping</a:t>
            </a:r>
            <a:r>
              <a:rPr lang="en-US" sz="3350" dirty="0">
                <a:ea typeface="+mj-lt"/>
                <a:cs typeface="+mj-lt"/>
              </a:rPr>
              <a:t>:</a:t>
            </a:r>
          </a:p>
          <a:p>
            <a:pPr lvl="1">
              <a:lnSpc>
                <a:spcPct val="130000"/>
              </a:lnSpc>
            </a:pPr>
            <a:r>
              <a:rPr lang="en-US" sz="2850" dirty="0">
                <a:ea typeface="+mj-lt"/>
                <a:cs typeface="+mj-lt"/>
              </a:rPr>
              <a:t>ORM tools map classes in the application to tables in the database.</a:t>
            </a:r>
          </a:p>
          <a:p>
            <a:pPr lvl="1"/>
            <a:r>
              <a:rPr lang="en-US" sz="2350" dirty="0">
                <a:ea typeface="+mj-lt"/>
                <a:cs typeface="+mj-lt"/>
              </a:rPr>
              <a:t>Example:</a:t>
            </a:r>
            <a:r>
              <a:rPr lang="en-US" sz="2350" dirty="0">
                <a:cs typeface="Arial"/>
              </a:rPr>
              <a:t> A User class maps to a users table.</a:t>
            </a:r>
          </a:p>
          <a:p>
            <a:pPr>
              <a:lnSpc>
                <a:spcPct val="130000"/>
              </a:lnSpc>
            </a:pPr>
            <a:r>
              <a:rPr lang="en-US" sz="3350" b="1" dirty="0">
                <a:cs typeface="Arial"/>
              </a:rPr>
              <a:t>Attributes and Columns Mapping:</a:t>
            </a:r>
            <a:endParaRPr lang="en-US" b="1" dirty="0"/>
          </a:p>
          <a:p>
            <a:pPr lvl="1">
              <a:lnSpc>
                <a:spcPct val="130000"/>
              </a:lnSpc>
            </a:pPr>
            <a:r>
              <a:rPr lang="en-US" sz="2850" dirty="0">
                <a:cs typeface="Arial"/>
              </a:rPr>
              <a:t>Class attributes are mapped to database columns.</a:t>
            </a:r>
          </a:p>
          <a:p>
            <a:pPr lvl="1">
              <a:lnSpc>
                <a:spcPct val="130000"/>
              </a:lnSpc>
            </a:pPr>
            <a:r>
              <a:rPr lang="en-US" sz="2850" dirty="0">
                <a:cs typeface="Arial"/>
              </a:rPr>
              <a:t>Example: user.name maps to the name column in the users table.</a:t>
            </a:r>
          </a:p>
          <a:p>
            <a:pPr>
              <a:lnSpc>
                <a:spcPct val="130000"/>
              </a:lnSpc>
            </a:pPr>
            <a:r>
              <a:rPr lang="en-US" sz="3350" b="1" dirty="0">
                <a:ea typeface="+mj-lt"/>
                <a:cs typeface="+mj-lt"/>
              </a:rPr>
              <a:t>Relationships Mapping:</a:t>
            </a:r>
            <a:endParaRPr lang="en-US" sz="3350" dirty="0">
              <a:cs typeface="Arial"/>
            </a:endParaRPr>
          </a:p>
          <a:p>
            <a:pPr lvl="1">
              <a:lnSpc>
                <a:spcPct val="130000"/>
              </a:lnSpc>
            </a:pPr>
            <a:r>
              <a:rPr lang="en-US" sz="2850" dirty="0">
                <a:cs typeface="Arial"/>
              </a:rPr>
              <a:t>Relationships between classes (e.g., one-to-many, many-to-many) are mapped to foreign keys or join tables.</a:t>
            </a:r>
          </a:p>
          <a:p>
            <a:pPr>
              <a:lnSpc>
                <a:spcPct val="130000"/>
              </a:lnSpc>
            </a:pPr>
            <a:r>
              <a:rPr lang="en-US" sz="3350" b="1" dirty="0">
                <a:cs typeface="Arial"/>
              </a:rPr>
              <a:t>SQL Generation:</a:t>
            </a:r>
            <a:endParaRPr lang="en-US" b="1" dirty="0"/>
          </a:p>
          <a:p>
            <a:pPr lvl="1">
              <a:lnSpc>
                <a:spcPct val="130000"/>
              </a:lnSpc>
            </a:pPr>
            <a:r>
              <a:rPr lang="en-US" sz="2850" dirty="0">
                <a:cs typeface="Arial"/>
              </a:rPr>
              <a:t>ORM tools generate SQL queries automatically based on the methods invoked on objects (e.g., save, update, delete, find).</a:t>
            </a:r>
          </a:p>
          <a:p>
            <a:endParaRPr lang="en-US" sz="3350" dirty="0">
              <a:cs typeface="Arial"/>
            </a:endParaRPr>
          </a:p>
        </p:txBody>
      </p:sp>
      <p:sp>
        <p:nvSpPr>
          <p:cNvPr id="3" name="Slide Number Placeholder 2">
            <a:extLst>
              <a:ext uri="{FF2B5EF4-FFF2-40B4-BE49-F238E27FC236}">
                <a16:creationId xmlns:a16="http://schemas.microsoft.com/office/drawing/2014/main" id="{40CC5B35-4E99-2E38-2D1A-ABCC90C50D9E}"/>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255F3C0E-6DAE-20EC-6D8D-FA0AFF068F4E}"/>
              </a:ext>
            </a:extLst>
          </p:cNvPr>
          <p:cNvSpPr>
            <a:spLocks noGrp="1"/>
          </p:cNvSpPr>
          <p:nvPr>
            <p:ph type="title"/>
          </p:nvPr>
        </p:nvSpPr>
        <p:spPr/>
        <p:txBody>
          <a:bodyPr/>
          <a:lstStyle/>
          <a:p>
            <a:r>
              <a:rPr lang="en-US" sz="2750" dirty="0">
                <a:cs typeface="Arial"/>
              </a:rPr>
              <a:t>How ORM Works</a:t>
            </a:r>
            <a:endParaRPr lang="en-US" dirty="0"/>
          </a:p>
        </p:txBody>
      </p:sp>
    </p:spTree>
    <p:extLst>
      <p:ext uri="{BB962C8B-B14F-4D97-AF65-F5344CB8AC3E}">
        <p14:creationId xmlns:p14="http://schemas.microsoft.com/office/powerpoint/2010/main" val="61585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577F87-E9C5-29B0-9BE1-B99B6DC72259}"/>
              </a:ext>
            </a:extLst>
          </p:cNvPr>
          <p:cNvSpPr>
            <a:spLocks noGrp="1"/>
          </p:cNvSpPr>
          <p:nvPr>
            <p:ph idx="1"/>
          </p:nvPr>
        </p:nvSpPr>
        <p:spPr>
          <a:xfrm>
            <a:off x="747000" y="968672"/>
            <a:ext cx="13166084" cy="6443683"/>
          </a:xfrm>
        </p:spPr>
        <p:txBody>
          <a:bodyPr vert="horz" lIns="91440" tIns="45720" rIns="91440" bIns="45720" rtlCol="0" anchor="t">
            <a:normAutofit fontScale="70000" lnSpcReduction="20000"/>
          </a:bodyPr>
          <a:lstStyle/>
          <a:p>
            <a:r>
              <a:rPr lang="en-US" sz="3350" b="1" dirty="0">
                <a:ea typeface="+mj-lt"/>
                <a:cs typeface="+mj-lt"/>
              </a:rPr>
              <a:t>Improved Productivity:</a:t>
            </a:r>
            <a:endParaRPr lang="en-US" dirty="0">
              <a:cs typeface="Arial" panose="020B0604020202020204"/>
            </a:endParaRPr>
          </a:p>
          <a:p>
            <a:pPr lvl="1">
              <a:buFont typeface="Courier New" panose="020B0604020202020204" pitchFamily="34" charset="0"/>
              <a:buChar char="o"/>
            </a:pPr>
            <a:r>
              <a:rPr lang="en-US" sz="2850" dirty="0">
                <a:ea typeface="+mj-lt"/>
                <a:cs typeface="+mj-lt"/>
              </a:rPr>
              <a:t>Simplifies database interactions, allowing developers to focus on business logic.</a:t>
            </a:r>
            <a:endParaRPr lang="en-US" sz="2850" dirty="0">
              <a:cs typeface="Arial"/>
            </a:endParaRPr>
          </a:p>
          <a:p>
            <a:r>
              <a:rPr lang="en-US" sz="3350" b="1" dirty="0">
                <a:ea typeface="+mj-lt"/>
                <a:cs typeface="+mj-lt"/>
              </a:rPr>
              <a:t>Database Independence:</a:t>
            </a:r>
            <a:endParaRPr lang="en-US" dirty="0"/>
          </a:p>
          <a:p>
            <a:pPr lvl="1">
              <a:buFont typeface="Courier New" panose="020B0604020202020204" pitchFamily="34" charset="0"/>
              <a:buChar char="o"/>
            </a:pPr>
            <a:r>
              <a:rPr lang="en-US" sz="2850" dirty="0">
                <a:ea typeface="+mj-lt"/>
                <a:cs typeface="+mj-lt"/>
              </a:rPr>
              <a:t>Abstracts SQL, enabling applications to switch databases with minimal changes.</a:t>
            </a:r>
            <a:endParaRPr lang="en-US" sz="2850" dirty="0">
              <a:cs typeface="Arial"/>
            </a:endParaRPr>
          </a:p>
          <a:p>
            <a:r>
              <a:rPr lang="en-US" sz="3350" b="1" dirty="0">
                <a:ea typeface="+mj-lt"/>
                <a:cs typeface="+mj-lt"/>
              </a:rPr>
              <a:t>Readable and Maintainable Code:</a:t>
            </a:r>
            <a:endParaRPr lang="en-US" dirty="0"/>
          </a:p>
          <a:p>
            <a:pPr lvl="1">
              <a:buFont typeface="Courier New" panose="020B0604020202020204" pitchFamily="34" charset="0"/>
              <a:buChar char="o"/>
            </a:pPr>
            <a:r>
              <a:rPr lang="en-US" sz="2850" dirty="0">
                <a:ea typeface="+mj-lt"/>
                <a:cs typeface="+mj-lt"/>
              </a:rPr>
              <a:t>Reduces boilerplate code and improves readability.</a:t>
            </a:r>
            <a:endParaRPr lang="en-US" sz="2850" dirty="0">
              <a:cs typeface="Arial"/>
            </a:endParaRPr>
          </a:p>
          <a:p>
            <a:r>
              <a:rPr lang="en-US" sz="3350" b="1" dirty="0">
                <a:ea typeface="+mj-lt"/>
                <a:cs typeface="+mj-lt"/>
              </a:rPr>
              <a:t>Built-in Data Validation:</a:t>
            </a:r>
            <a:endParaRPr lang="en-US" dirty="0"/>
          </a:p>
          <a:p>
            <a:pPr lvl="1">
              <a:buFont typeface="Courier New" panose="020B0604020202020204" pitchFamily="34" charset="0"/>
              <a:buChar char="o"/>
            </a:pPr>
            <a:r>
              <a:rPr lang="en-US" sz="2850" dirty="0">
                <a:ea typeface="+mj-lt"/>
                <a:cs typeface="+mj-lt"/>
              </a:rPr>
              <a:t>Automatically enforces constraints and relationships.</a:t>
            </a:r>
            <a:endParaRPr lang="en-US" sz="2850" dirty="0">
              <a:cs typeface="Arial"/>
            </a:endParaRPr>
          </a:p>
          <a:p>
            <a:r>
              <a:rPr lang="en-US" sz="3350" b="1" dirty="0">
                <a:ea typeface="+mj-lt"/>
                <a:cs typeface="+mj-lt"/>
              </a:rPr>
              <a:t>Automatic Schema Generation:</a:t>
            </a:r>
            <a:endParaRPr lang="en-US" dirty="0"/>
          </a:p>
          <a:p>
            <a:pPr lvl="1">
              <a:buFont typeface="Courier New" panose="020B0604020202020204" pitchFamily="34" charset="0"/>
              <a:buChar char="o"/>
            </a:pPr>
            <a:r>
              <a:rPr lang="en-US" sz="2850" dirty="0">
                <a:ea typeface="+mj-lt"/>
                <a:cs typeface="+mj-lt"/>
              </a:rPr>
              <a:t>Can generate database schemas from class definitions and vice versa.</a:t>
            </a:r>
            <a:endParaRPr lang="en-US" sz="2850" dirty="0">
              <a:cs typeface="Arial"/>
            </a:endParaRPr>
          </a:p>
          <a:p>
            <a:r>
              <a:rPr lang="en-US" sz="3350" b="1" dirty="0">
                <a:ea typeface="+mj-lt"/>
                <a:cs typeface="+mj-lt"/>
              </a:rPr>
              <a:t>Reduces SQL Errors:</a:t>
            </a:r>
            <a:endParaRPr lang="en-US" dirty="0"/>
          </a:p>
          <a:p>
            <a:pPr lvl="1">
              <a:buFont typeface="Courier New" panose="020B0604020202020204" pitchFamily="34" charset="0"/>
              <a:buChar char="o"/>
            </a:pPr>
            <a:r>
              <a:rPr lang="en-US" sz="2850" dirty="0">
                <a:ea typeface="+mj-lt"/>
                <a:cs typeface="+mj-lt"/>
              </a:rPr>
              <a:t>SQL is auto-generated, reducing human errors in queries.</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C1C50076-7D12-DB0A-FB0F-B7CA04CFB2A7}"/>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7CB33748-C9AB-84A6-DCF0-3F44714A0D78}"/>
              </a:ext>
            </a:extLst>
          </p:cNvPr>
          <p:cNvSpPr>
            <a:spLocks noGrp="1"/>
          </p:cNvSpPr>
          <p:nvPr>
            <p:ph type="title"/>
          </p:nvPr>
        </p:nvSpPr>
        <p:spPr/>
        <p:txBody>
          <a:bodyPr/>
          <a:lstStyle/>
          <a:p>
            <a:r>
              <a:rPr lang="en-US" sz="2750" dirty="0">
                <a:cs typeface="Arial"/>
              </a:rPr>
              <a:t>Why ORM?</a:t>
            </a:r>
          </a:p>
        </p:txBody>
      </p:sp>
    </p:spTree>
    <p:extLst>
      <p:ext uri="{BB962C8B-B14F-4D97-AF65-F5344CB8AC3E}">
        <p14:creationId xmlns:p14="http://schemas.microsoft.com/office/powerpoint/2010/main" val="4249492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68C2F-B162-B55B-9BF5-9A641328C0AA}"/>
              </a:ext>
            </a:extLst>
          </p:cNvPr>
          <p:cNvSpPr>
            <a:spLocks noGrp="1"/>
          </p:cNvSpPr>
          <p:nvPr>
            <p:ph idx="1"/>
          </p:nvPr>
        </p:nvSpPr>
        <p:spPr/>
        <p:txBody>
          <a:bodyPr vert="horz" lIns="91440" tIns="45720" rIns="91440" bIns="45720" rtlCol="0" anchor="t">
            <a:normAutofit fontScale="70000" lnSpcReduction="20000"/>
          </a:bodyPr>
          <a:lstStyle/>
          <a:p>
            <a:r>
              <a:rPr lang="en-US" sz="3350" b="1" dirty="0">
                <a:ea typeface="+mj-lt"/>
                <a:cs typeface="+mj-lt"/>
              </a:rPr>
              <a:t>Performance Overhead:</a:t>
            </a:r>
            <a:endParaRPr lang="en-US" dirty="0">
              <a:cs typeface="Arial" panose="020B0604020202020204"/>
            </a:endParaRPr>
          </a:p>
          <a:p>
            <a:pPr lvl="1">
              <a:buFont typeface="Courier New" panose="020B0604020202020204" pitchFamily="34" charset="0"/>
              <a:buChar char="o"/>
            </a:pPr>
            <a:r>
              <a:rPr lang="en-US" sz="2850" dirty="0">
                <a:ea typeface="+mj-lt"/>
                <a:cs typeface="+mj-lt"/>
              </a:rPr>
              <a:t>ORM frameworks may generate inefficient queries, especially for complex operations.</a:t>
            </a:r>
            <a:endParaRPr lang="en-US" sz="2850" dirty="0">
              <a:cs typeface="Arial"/>
            </a:endParaRPr>
          </a:p>
          <a:p>
            <a:r>
              <a:rPr lang="en-US" sz="3350" b="1" dirty="0">
                <a:ea typeface="+mj-lt"/>
                <a:cs typeface="+mj-lt"/>
              </a:rPr>
              <a:t>Learning Curve:</a:t>
            </a:r>
            <a:endParaRPr lang="en-US" dirty="0"/>
          </a:p>
          <a:p>
            <a:pPr lvl="1">
              <a:buFont typeface="Courier New" panose="020B0604020202020204" pitchFamily="34" charset="0"/>
              <a:buChar char="o"/>
            </a:pPr>
            <a:r>
              <a:rPr lang="en-US" sz="2850" dirty="0">
                <a:ea typeface="+mj-lt"/>
                <a:cs typeface="+mj-lt"/>
              </a:rPr>
              <a:t>Developers need to understand the ORM framework and its quirks.</a:t>
            </a:r>
            <a:endParaRPr lang="en-US" sz="2850" dirty="0">
              <a:cs typeface="Arial"/>
            </a:endParaRPr>
          </a:p>
          <a:p>
            <a:r>
              <a:rPr lang="en-US" sz="3350" b="1" dirty="0">
                <a:ea typeface="+mj-lt"/>
                <a:cs typeface="+mj-lt"/>
              </a:rPr>
              <a:t>Less Control Over Queries:</a:t>
            </a:r>
            <a:endParaRPr lang="en-US" dirty="0"/>
          </a:p>
          <a:p>
            <a:pPr lvl="1">
              <a:buFont typeface="Courier New" panose="020B0604020202020204" pitchFamily="34" charset="0"/>
              <a:buChar char="o"/>
            </a:pPr>
            <a:r>
              <a:rPr lang="en-US" sz="2850" dirty="0">
                <a:ea typeface="+mj-lt"/>
                <a:cs typeface="+mj-lt"/>
              </a:rPr>
              <a:t>Difficult to fine-tune queries for highly optimized operations compared to raw SQL.</a:t>
            </a:r>
            <a:endParaRPr lang="en-US" sz="2850" dirty="0">
              <a:cs typeface="Arial"/>
            </a:endParaRPr>
          </a:p>
          <a:p>
            <a:r>
              <a:rPr lang="en-US" sz="3350" b="1" dirty="0">
                <a:ea typeface="+mj-lt"/>
                <a:cs typeface="+mj-lt"/>
              </a:rPr>
              <a:t>Complex Relationships:</a:t>
            </a:r>
            <a:endParaRPr lang="en-US" dirty="0"/>
          </a:p>
          <a:p>
            <a:pPr lvl="1">
              <a:buFont typeface="Courier New" panose="020B0604020202020204" pitchFamily="34" charset="0"/>
              <a:buChar char="o"/>
            </a:pPr>
            <a:r>
              <a:rPr lang="en-US" sz="2850" dirty="0">
                <a:ea typeface="+mj-lt"/>
                <a:cs typeface="+mj-lt"/>
              </a:rPr>
              <a:t>Mapping complex database relationships can be challenging.</a:t>
            </a:r>
            <a:endParaRPr lang="en-US" sz="2850" dirty="0">
              <a:cs typeface="Arial"/>
            </a:endParaRPr>
          </a:p>
          <a:p>
            <a:r>
              <a:rPr lang="en-US" sz="3350" b="1" dirty="0">
                <a:ea typeface="+mj-lt"/>
                <a:cs typeface="+mj-lt"/>
              </a:rPr>
              <a:t>Debugging Challenges:</a:t>
            </a:r>
            <a:endParaRPr lang="en-US" dirty="0"/>
          </a:p>
          <a:p>
            <a:pPr lvl="1">
              <a:buFont typeface="Courier New" panose="020B0604020202020204" pitchFamily="34" charset="0"/>
              <a:buChar char="o"/>
            </a:pPr>
            <a:r>
              <a:rPr lang="en-US" sz="2850" dirty="0">
                <a:ea typeface="+mj-lt"/>
                <a:cs typeface="+mj-lt"/>
              </a:rPr>
              <a:t>Auto-generated SQL can make debugging difficult.</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AC30EB04-C5C0-5C36-5728-C07F8CB13DAC}"/>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CBFA9F18-5674-A9CC-4A36-9AB9065FFF7B}"/>
              </a:ext>
            </a:extLst>
          </p:cNvPr>
          <p:cNvSpPr>
            <a:spLocks noGrp="1"/>
          </p:cNvSpPr>
          <p:nvPr>
            <p:ph type="title"/>
          </p:nvPr>
        </p:nvSpPr>
        <p:spPr/>
        <p:txBody>
          <a:bodyPr/>
          <a:lstStyle/>
          <a:p>
            <a:r>
              <a:rPr lang="en-US" sz="2750" dirty="0">
                <a:ea typeface="+mj-lt"/>
                <a:cs typeface="+mj-lt"/>
              </a:rPr>
              <a:t>Disadvantages of ORM</a:t>
            </a:r>
            <a:endParaRPr lang="en-US" dirty="0"/>
          </a:p>
        </p:txBody>
      </p:sp>
    </p:spTree>
    <p:extLst>
      <p:ext uri="{BB962C8B-B14F-4D97-AF65-F5344CB8AC3E}">
        <p14:creationId xmlns:p14="http://schemas.microsoft.com/office/powerpoint/2010/main" val="1150469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BAB052-FA95-5DDE-E7FA-B4A2B6A9BB31}"/>
              </a:ext>
            </a:extLst>
          </p:cNvPr>
          <p:cNvSpPr>
            <a:spLocks noGrp="1"/>
          </p:cNvSpPr>
          <p:nvPr>
            <p:ph idx="1"/>
          </p:nvPr>
        </p:nvSpPr>
        <p:spPr>
          <a:xfrm>
            <a:off x="747000" y="1917577"/>
            <a:ext cx="7386387" cy="5494778"/>
          </a:xfrm>
        </p:spPr>
        <p:txBody>
          <a:bodyPr vert="horz" lIns="91440" tIns="45720" rIns="91440" bIns="45720" rtlCol="0" anchor="t">
            <a:normAutofit/>
          </a:bodyPr>
          <a:lstStyle/>
          <a:p>
            <a:r>
              <a:rPr lang="en-US" sz="3350" dirty="0">
                <a:ea typeface="+mj-lt"/>
                <a:cs typeface="+mj-lt"/>
              </a:rPr>
              <a:t>JPA (Java Persistence API) is a standard specification for object-relational mapping (ORM) in Java.</a:t>
            </a:r>
            <a:endParaRPr lang="en-US" sz="3350" dirty="0">
              <a:cs typeface="Arial" panose="020B0604020202020204"/>
            </a:endParaRPr>
          </a:p>
          <a:p>
            <a:r>
              <a:rPr lang="en-US" sz="3350" dirty="0">
                <a:ea typeface="+mj-lt"/>
                <a:cs typeface="+mj-lt"/>
              </a:rPr>
              <a:t>Provides a framework for mapping Java objects to relational databases.</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8BCF170F-1978-F2A7-114F-64C4D4838B4E}"/>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9EBEA9D8-9DB8-416E-B368-4E8029600510}"/>
              </a:ext>
            </a:extLst>
          </p:cNvPr>
          <p:cNvSpPr>
            <a:spLocks noGrp="1"/>
          </p:cNvSpPr>
          <p:nvPr>
            <p:ph type="title"/>
          </p:nvPr>
        </p:nvSpPr>
        <p:spPr/>
        <p:txBody>
          <a:bodyPr/>
          <a:lstStyle/>
          <a:p>
            <a:r>
              <a:rPr lang="en-US" sz="2750" dirty="0">
                <a:cs typeface="Arial"/>
              </a:rPr>
              <a:t>What is JPA?</a:t>
            </a:r>
            <a:endParaRPr lang="en-US" dirty="0"/>
          </a:p>
        </p:txBody>
      </p:sp>
      <p:pic>
        <p:nvPicPr>
          <p:cNvPr id="5" name="Picture 4">
            <a:extLst>
              <a:ext uri="{FF2B5EF4-FFF2-40B4-BE49-F238E27FC236}">
                <a16:creationId xmlns:a16="http://schemas.microsoft.com/office/drawing/2014/main" id="{11124CA5-3285-5AD4-C3EB-7F9FCCCF7960}"/>
              </a:ext>
            </a:extLst>
          </p:cNvPr>
          <p:cNvPicPr>
            <a:picLocks noChangeAspect="1"/>
          </p:cNvPicPr>
          <p:nvPr/>
        </p:nvPicPr>
        <p:blipFill>
          <a:blip r:embed="rId3"/>
          <a:stretch>
            <a:fillRect/>
          </a:stretch>
        </p:blipFill>
        <p:spPr>
          <a:xfrm>
            <a:off x="8064830" y="2061460"/>
            <a:ext cx="6331788" cy="3778875"/>
          </a:xfrm>
          <a:prstGeom prst="rect">
            <a:avLst/>
          </a:prstGeom>
        </p:spPr>
      </p:pic>
    </p:spTree>
    <p:extLst>
      <p:ext uri="{BB962C8B-B14F-4D97-AF65-F5344CB8AC3E}">
        <p14:creationId xmlns:p14="http://schemas.microsoft.com/office/powerpoint/2010/main" val="4294721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DD906D-C975-8046-7E4C-B57CDCB848D2}"/>
              </a:ext>
            </a:extLst>
          </p:cNvPr>
          <p:cNvSpPr>
            <a:spLocks noGrp="1"/>
          </p:cNvSpPr>
          <p:nvPr>
            <p:ph idx="1"/>
          </p:nvPr>
        </p:nvSpPr>
        <p:spPr/>
        <p:txBody>
          <a:bodyPr vert="horz" lIns="91440" tIns="45720" rIns="91440" bIns="45720" rtlCol="0" anchor="t">
            <a:normAutofit fontScale="62500" lnSpcReduction="20000"/>
          </a:bodyPr>
          <a:lstStyle/>
          <a:p>
            <a:r>
              <a:rPr lang="en-US" sz="3350" b="1" dirty="0">
                <a:ea typeface="+mj-lt"/>
                <a:cs typeface="+mj-lt"/>
              </a:rPr>
              <a:t>Entity Mapping:</a:t>
            </a:r>
            <a:endParaRPr lang="en-US" sz="3350" dirty="0">
              <a:cs typeface="Arial"/>
            </a:endParaRPr>
          </a:p>
          <a:p>
            <a:pPr lvl="1">
              <a:buFont typeface="Courier New" panose="020B0604020202020204" pitchFamily="34" charset="0"/>
              <a:buChar char="o"/>
            </a:pPr>
            <a:r>
              <a:rPr lang="en-US" sz="2850" dirty="0">
                <a:ea typeface="+mj-lt"/>
                <a:cs typeface="+mj-lt"/>
              </a:rPr>
              <a:t>Maps Java classes to database tables and Java objects to rows in those tables.</a:t>
            </a:r>
            <a:endParaRPr lang="en-US" sz="2850" dirty="0">
              <a:cs typeface="Arial"/>
            </a:endParaRPr>
          </a:p>
          <a:p>
            <a:r>
              <a:rPr lang="en-US" sz="3350" b="1" dirty="0">
                <a:ea typeface="+mj-lt"/>
                <a:cs typeface="+mj-lt"/>
              </a:rPr>
              <a:t>Query Language:</a:t>
            </a:r>
            <a:endParaRPr lang="en-US" dirty="0"/>
          </a:p>
          <a:p>
            <a:pPr lvl="1">
              <a:buFont typeface="Courier New" panose="020B0604020202020204" pitchFamily="34" charset="0"/>
              <a:buChar char="o"/>
            </a:pPr>
            <a:r>
              <a:rPr lang="en-US" sz="2850" dirty="0">
                <a:ea typeface="+mj-lt"/>
                <a:cs typeface="+mj-lt"/>
              </a:rPr>
              <a:t>JPA provides </a:t>
            </a:r>
            <a:r>
              <a:rPr lang="en-US" sz="2850" b="1" dirty="0">
                <a:ea typeface="+mj-lt"/>
                <a:cs typeface="+mj-lt"/>
              </a:rPr>
              <a:t>JPQL (Java Persistence Query Language)</a:t>
            </a:r>
            <a:r>
              <a:rPr lang="en-US" sz="2850" dirty="0">
                <a:ea typeface="+mj-lt"/>
                <a:cs typeface="+mj-lt"/>
              </a:rPr>
              <a:t>, an object-oriented query language that operates on entity objects instead of database tables.</a:t>
            </a:r>
            <a:endParaRPr lang="en-US" sz="2850" dirty="0">
              <a:cs typeface="Arial"/>
            </a:endParaRPr>
          </a:p>
          <a:p>
            <a:r>
              <a:rPr lang="en-US" sz="3350" b="1" dirty="0">
                <a:ea typeface="+mj-lt"/>
                <a:cs typeface="+mj-lt"/>
              </a:rPr>
              <a:t>Automatic Schema Generation:</a:t>
            </a:r>
            <a:endParaRPr lang="en-US" dirty="0"/>
          </a:p>
          <a:p>
            <a:pPr lvl="1">
              <a:buFont typeface="Courier New" panose="020B0604020202020204" pitchFamily="34" charset="0"/>
              <a:buChar char="o"/>
            </a:pPr>
            <a:r>
              <a:rPr lang="en-US" sz="2850" dirty="0">
                <a:ea typeface="+mj-lt"/>
                <a:cs typeface="+mj-lt"/>
              </a:rPr>
              <a:t>JPA can generate database tables and schemas from entity classes.</a:t>
            </a:r>
            <a:endParaRPr lang="en-US" sz="2850" dirty="0">
              <a:cs typeface="Arial"/>
            </a:endParaRPr>
          </a:p>
          <a:p>
            <a:r>
              <a:rPr lang="en-US" sz="3350" b="1" dirty="0">
                <a:ea typeface="+mj-lt"/>
                <a:cs typeface="+mj-lt"/>
              </a:rPr>
              <a:t>Transaction Management:</a:t>
            </a:r>
            <a:endParaRPr lang="en-US" dirty="0"/>
          </a:p>
          <a:p>
            <a:pPr lvl="1">
              <a:buFont typeface="Courier New" panose="020B0604020202020204" pitchFamily="34" charset="0"/>
              <a:buChar char="o"/>
            </a:pPr>
            <a:r>
              <a:rPr lang="en-US" sz="2850" dirty="0">
                <a:ea typeface="+mj-lt"/>
                <a:cs typeface="+mj-lt"/>
              </a:rPr>
              <a:t>Integrates with Java Transaction API (JTA) for managing database transactions.</a:t>
            </a:r>
            <a:endParaRPr lang="en-US" sz="2850" dirty="0">
              <a:cs typeface="Arial"/>
            </a:endParaRPr>
          </a:p>
          <a:p>
            <a:r>
              <a:rPr lang="en-US" sz="3350" b="1" dirty="0">
                <a:ea typeface="+mj-lt"/>
                <a:cs typeface="+mj-lt"/>
              </a:rPr>
              <a:t>Caching:</a:t>
            </a:r>
            <a:endParaRPr lang="en-US" dirty="0"/>
          </a:p>
          <a:p>
            <a:pPr lvl="1">
              <a:buFont typeface="Courier New" panose="020B0604020202020204" pitchFamily="34" charset="0"/>
              <a:buChar char="o"/>
            </a:pPr>
            <a:r>
              <a:rPr lang="en-US" sz="2850" dirty="0">
                <a:ea typeface="+mj-lt"/>
                <a:cs typeface="+mj-lt"/>
              </a:rPr>
              <a:t>Supports first-level (session) and second-level (shared) caching for performance optimization.</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CFFFC3F2-BE3E-C975-E7A8-13869FFF02AC}"/>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D3A53F4E-7843-2510-7C8E-90A92DEADFCE}"/>
              </a:ext>
            </a:extLst>
          </p:cNvPr>
          <p:cNvSpPr>
            <a:spLocks noGrp="1"/>
          </p:cNvSpPr>
          <p:nvPr>
            <p:ph type="title"/>
          </p:nvPr>
        </p:nvSpPr>
        <p:spPr/>
        <p:txBody>
          <a:bodyPr/>
          <a:lstStyle/>
          <a:p>
            <a:r>
              <a:rPr lang="en-US" sz="2750" dirty="0">
                <a:ea typeface="+mj-lt"/>
                <a:cs typeface="+mj-lt"/>
              </a:rPr>
              <a:t>Key Features of JPA</a:t>
            </a:r>
            <a:endParaRPr lang="en-US" dirty="0"/>
          </a:p>
        </p:txBody>
      </p:sp>
    </p:spTree>
    <p:extLst>
      <p:ext uri="{BB962C8B-B14F-4D97-AF65-F5344CB8AC3E}">
        <p14:creationId xmlns:p14="http://schemas.microsoft.com/office/powerpoint/2010/main" val="97998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DF8110-1867-EDA9-D712-66F55AAEBC06}"/>
              </a:ext>
            </a:extLst>
          </p:cNvPr>
          <p:cNvSpPr>
            <a:spLocks noGrp="1"/>
          </p:cNvSpPr>
          <p:nvPr>
            <p:ph idx="1"/>
          </p:nvPr>
        </p:nvSpPr>
        <p:spPr/>
        <p:txBody>
          <a:bodyPr vert="horz" lIns="91440" tIns="45720" rIns="91440" bIns="45720" rtlCol="0" anchor="t">
            <a:normAutofit fontScale="85000" lnSpcReduction="10000"/>
          </a:bodyPr>
          <a:lstStyle/>
          <a:p>
            <a:pPr>
              <a:lnSpc>
                <a:spcPct val="130000"/>
              </a:lnSpc>
            </a:pPr>
            <a:r>
              <a:rPr lang="en-US" sz="3350" b="1" dirty="0">
                <a:cs typeface="Arial"/>
              </a:rPr>
              <a:t>Entity Classes:</a:t>
            </a:r>
          </a:p>
          <a:p>
            <a:pPr lvl="1">
              <a:lnSpc>
                <a:spcPct val="130000"/>
              </a:lnSpc>
            </a:pPr>
            <a:r>
              <a:rPr lang="en-US" sz="2850" dirty="0">
                <a:cs typeface="Arial"/>
              </a:rPr>
              <a:t>Java classes annotated with @Entity represent database tables.</a:t>
            </a:r>
          </a:p>
          <a:p>
            <a:pPr>
              <a:lnSpc>
                <a:spcPct val="130000"/>
              </a:lnSpc>
            </a:pPr>
            <a:r>
              <a:rPr lang="en-US" sz="3350" b="1" dirty="0">
                <a:cs typeface="Arial"/>
              </a:rPr>
              <a:t>Persistence Context:</a:t>
            </a:r>
            <a:endParaRPr lang="en-US" b="1" dirty="0"/>
          </a:p>
          <a:p>
            <a:pPr lvl="1">
              <a:lnSpc>
                <a:spcPct val="130000"/>
              </a:lnSpc>
            </a:pPr>
            <a:r>
              <a:rPr lang="en-US" sz="2850" dirty="0">
                <a:cs typeface="Arial"/>
              </a:rPr>
              <a:t>A managed environment that tracks and synchronizes entity objects with the database.</a:t>
            </a:r>
          </a:p>
          <a:p>
            <a:pPr>
              <a:lnSpc>
                <a:spcPct val="130000"/>
              </a:lnSpc>
            </a:pPr>
            <a:r>
              <a:rPr lang="en-US" sz="3350" b="1" dirty="0">
                <a:cs typeface="Arial"/>
              </a:rPr>
              <a:t>Entity Manager:</a:t>
            </a:r>
            <a:endParaRPr lang="en-US" dirty="0">
              <a:cs typeface="Arial" panose="020B0604020202020204"/>
            </a:endParaRPr>
          </a:p>
          <a:p>
            <a:pPr lvl="1">
              <a:lnSpc>
                <a:spcPct val="130000"/>
              </a:lnSpc>
            </a:pPr>
            <a:r>
              <a:rPr lang="en-US" sz="2850" dirty="0">
                <a:cs typeface="Arial"/>
              </a:rPr>
              <a:t>The primary interface for interacting with the persistence context and performing database operations.</a:t>
            </a:r>
          </a:p>
          <a:p>
            <a:pPr>
              <a:lnSpc>
                <a:spcPct val="130000"/>
              </a:lnSpc>
            </a:pPr>
            <a:r>
              <a:rPr lang="en-US" sz="3350" b="1" dirty="0">
                <a:cs typeface="Arial"/>
              </a:rPr>
              <a:t>JPQL:</a:t>
            </a:r>
            <a:endParaRPr lang="en-US" dirty="0">
              <a:cs typeface="Arial" panose="020B0604020202020204"/>
            </a:endParaRPr>
          </a:p>
          <a:p>
            <a:pPr lvl="1">
              <a:lnSpc>
                <a:spcPct val="130000"/>
              </a:lnSpc>
            </a:pPr>
            <a:r>
              <a:rPr lang="en-US" sz="2850" dirty="0">
                <a:cs typeface="Arial"/>
              </a:rPr>
              <a:t>Allows developers to write queries using entity objects instead of raw SQL.</a:t>
            </a:r>
          </a:p>
          <a:p>
            <a:endParaRPr lang="en-US" sz="3350" dirty="0">
              <a:cs typeface="Arial"/>
            </a:endParaRPr>
          </a:p>
        </p:txBody>
      </p:sp>
      <p:sp>
        <p:nvSpPr>
          <p:cNvPr id="3" name="Slide Number Placeholder 2">
            <a:extLst>
              <a:ext uri="{FF2B5EF4-FFF2-40B4-BE49-F238E27FC236}">
                <a16:creationId xmlns:a16="http://schemas.microsoft.com/office/drawing/2014/main" id="{DF492CE7-996E-D408-8A78-68A8EC298A08}"/>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6EF385F7-2A67-1B7C-4CE4-EFE898BA1113}"/>
              </a:ext>
            </a:extLst>
          </p:cNvPr>
          <p:cNvSpPr>
            <a:spLocks noGrp="1"/>
          </p:cNvSpPr>
          <p:nvPr>
            <p:ph type="title"/>
          </p:nvPr>
        </p:nvSpPr>
        <p:spPr/>
        <p:txBody>
          <a:bodyPr/>
          <a:lstStyle/>
          <a:p>
            <a:r>
              <a:rPr lang="en-US" sz="2750" dirty="0">
                <a:ea typeface="+mj-lt"/>
                <a:cs typeface="+mj-lt"/>
              </a:rPr>
              <a:t>How JPA Works</a:t>
            </a:r>
            <a:endParaRPr lang="en-US" dirty="0"/>
          </a:p>
        </p:txBody>
      </p:sp>
    </p:spTree>
    <p:extLst>
      <p:ext uri="{BB962C8B-B14F-4D97-AF65-F5344CB8AC3E}">
        <p14:creationId xmlns:p14="http://schemas.microsoft.com/office/powerpoint/2010/main" val="1465469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1AE962-B514-D888-6778-0BC6AE2ACFD4}"/>
              </a:ext>
            </a:extLst>
          </p:cNvPr>
          <p:cNvSpPr>
            <a:spLocks noGrp="1"/>
          </p:cNvSpPr>
          <p:nvPr>
            <p:ph idx="1"/>
          </p:nvPr>
        </p:nvSpPr>
        <p:spPr/>
        <p:txBody>
          <a:bodyPr vert="horz" lIns="91440" tIns="45720" rIns="91440" bIns="45720" rtlCol="0" anchor="t">
            <a:normAutofit fontScale="70000" lnSpcReduction="20000"/>
          </a:bodyPr>
          <a:lstStyle/>
          <a:p>
            <a:r>
              <a:rPr lang="en-US" sz="3350" b="1" dirty="0">
                <a:ea typeface="+mj-lt"/>
                <a:cs typeface="+mj-lt"/>
              </a:rPr>
              <a:t>Hibernate </a:t>
            </a:r>
            <a:r>
              <a:rPr lang="en-US" sz="3350" dirty="0">
                <a:ea typeface="+mj-lt"/>
                <a:cs typeface="+mj-lt"/>
              </a:rPr>
              <a:t>is a popular Object-Relational Mapping (</a:t>
            </a:r>
            <a:r>
              <a:rPr lang="en-US" sz="3350" b="1" dirty="0">
                <a:ea typeface="+mj-lt"/>
                <a:cs typeface="+mj-lt"/>
              </a:rPr>
              <a:t>ORM</a:t>
            </a:r>
            <a:r>
              <a:rPr lang="en-US" sz="3350" dirty="0">
                <a:ea typeface="+mj-lt"/>
                <a:cs typeface="+mj-lt"/>
              </a:rPr>
              <a:t>) framework for Java applications:</a:t>
            </a:r>
            <a:endParaRPr lang="en-US" dirty="0"/>
          </a:p>
          <a:p>
            <a:pPr lvl="1"/>
            <a:r>
              <a:rPr lang="en-US" sz="2850" dirty="0">
                <a:cs typeface="Arial"/>
              </a:rPr>
              <a:t>Object-Relational Mapping (ORM):</a:t>
            </a:r>
            <a:endParaRPr lang="en-US" dirty="0">
              <a:cs typeface="Arial"/>
            </a:endParaRPr>
          </a:p>
          <a:p>
            <a:pPr lvl="1"/>
            <a:r>
              <a:rPr lang="en-US" sz="2850" dirty="0">
                <a:cs typeface="Arial"/>
              </a:rPr>
              <a:t>Simplifies Database Operations: CRUD (Create, Read, Update, Delete) operations without requiring raw SQL queries.</a:t>
            </a:r>
          </a:p>
          <a:p>
            <a:pPr lvl="1"/>
            <a:r>
              <a:rPr lang="en-US" sz="2850" dirty="0">
                <a:cs typeface="Arial"/>
              </a:rPr>
              <a:t>HQL (Hibernate Query Language): A database-independent query language like SQL but operates on Java objects instead of tables.</a:t>
            </a:r>
          </a:p>
          <a:p>
            <a:pPr lvl="1"/>
            <a:r>
              <a:rPr lang="en-US" sz="2850" dirty="0">
                <a:cs typeface="Arial"/>
              </a:rPr>
              <a:t>Lazy and Eager Loading: Controls how data is loaded.</a:t>
            </a:r>
          </a:p>
          <a:p>
            <a:pPr lvl="1"/>
            <a:r>
              <a:rPr lang="en-US" sz="2850" dirty="0">
                <a:cs typeface="Arial"/>
              </a:rPr>
              <a:t>Caching: Supports caching to improve performance.</a:t>
            </a:r>
          </a:p>
          <a:p>
            <a:pPr lvl="1"/>
            <a:r>
              <a:rPr lang="en-US" sz="2850" dirty="0">
                <a:cs typeface="Arial"/>
              </a:rPr>
              <a:t>Database Independence: can switch databases with minimal configuration changes.</a:t>
            </a:r>
          </a:p>
          <a:p>
            <a:pPr lvl="1"/>
            <a:r>
              <a:rPr lang="en-US" sz="2850" dirty="0">
                <a:cs typeface="Arial"/>
              </a:rPr>
              <a:t>Transaction Management.</a:t>
            </a:r>
          </a:p>
          <a:p>
            <a:pPr lvl="1"/>
            <a:r>
              <a:rPr lang="en-US" sz="2850" dirty="0">
                <a:cs typeface="Arial"/>
              </a:rPr>
              <a:t>Annotations and XML Configuration.</a:t>
            </a:r>
          </a:p>
          <a:p>
            <a:endParaRPr lang="en-US" sz="33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5D893B7F-6430-C8F7-BAA6-FDE71ED3F91E}"/>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DFE71076-B08B-8A36-48E5-5FC9DBC1A953}"/>
              </a:ext>
            </a:extLst>
          </p:cNvPr>
          <p:cNvSpPr>
            <a:spLocks noGrp="1"/>
          </p:cNvSpPr>
          <p:nvPr>
            <p:ph type="title"/>
          </p:nvPr>
        </p:nvSpPr>
        <p:spPr/>
        <p:txBody>
          <a:bodyPr>
            <a:normAutofit/>
          </a:bodyPr>
          <a:lstStyle/>
          <a:p>
            <a:r>
              <a:rPr lang="en-US" sz="2750" dirty="0">
                <a:ea typeface="+mj-lt"/>
                <a:cs typeface="+mj-lt"/>
              </a:rPr>
              <a:t>What is Hibernate?</a:t>
            </a:r>
            <a:endParaRPr lang="en-US" dirty="0"/>
          </a:p>
        </p:txBody>
      </p:sp>
    </p:spTree>
    <p:extLst>
      <p:ext uri="{BB962C8B-B14F-4D97-AF65-F5344CB8AC3E}">
        <p14:creationId xmlns:p14="http://schemas.microsoft.com/office/powerpoint/2010/main" val="361227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5DBE1F-DE51-348B-F562-2509078C2828}"/>
              </a:ext>
            </a:extLst>
          </p:cNvPr>
          <p:cNvSpPr>
            <a:spLocks noGrp="1"/>
          </p:cNvSpPr>
          <p:nvPr>
            <p:ph idx="1"/>
          </p:nvPr>
        </p:nvSpPr>
        <p:spPr/>
        <p:txBody>
          <a:bodyPr vert="horz" lIns="91440" tIns="45720" rIns="91440" bIns="45720" rtlCol="0" anchor="t">
            <a:normAutofit fontScale="62500" lnSpcReduction="20000"/>
          </a:bodyPr>
          <a:lstStyle/>
          <a:p>
            <a:pPr>
              <a:lnSpc>
                <a:spcPct val="130000"/>
              </a:lnSpc>
            </a:pPr>
            <a:r>
              <a:rPr lang="en-US" sz="3350" b="1" dirty="0">
                <a:cs typeface="Arial"/>
              </a:rPr>
              <a:t>Entity Classes:</a:t>
            </a:r>
          </a:p>
          <a:p>
            <a:pPr lvl="1">
              <a:lnSpc>
                <a:spcPct val="130000"/>
              </a:lnSpc>
              <a:buFont typeface="Courier New" panose="020B0604020202020204" pitchFamily="34" charset="0"/>
              <a:buChar char="o"/>
            </a:pPr>
            <a:r>
              <a:rPr lang="en-US" sz="2850" dirty="0">
                <a:cs typeface="Arial"/>
              </a:rPr>
              <a:t>Java classes annotated with Hibernate or JPA annotations to define mappings to database tables.</a:t>
            </a:r>
          </a:p>
          <a:p>
            <a:pPr>
              <a:lnSpc>
                <a:spcPct val="130000"/>
              </a:lnSpc>
            </a:pPr>
            <a:r>
              <a:rPr lang="en-US" sz="3350" b="1" dirty="0">
                <a:cs typeface="Arial"/>
              </a:rPr>
              <a:t>Configuration:</a:t>
            </a:r>
            <a:endParaRPr lang="en-US" b="1" dirty="0"/>
          </a:p>
          <a:p>
            <a:pPr lvl="1">
              <a:lnSpc>
                <a:spcPct val="130000"/>
              </a:lnSpc>
              <a:buFont typeface="Courier New" panose="020B0604020202020204" pitchFamily="34" charset="0"/>
              <a:buChar char="o"/>
            </a:pPr>
            <a:r>
              <a:rPr lang="en-US" sz="2850" dirty="0">
                <a:cs typeface="Arial"/>
              </a:rPr>
              <a:t>Hibernate is configured using a configuration file (e.g., hibernate.cfg.xml) or programmatically.</a:t>
            </a:r>
          </a:p>
          <a:p>
            <a:pPr>
              <a:lnSpc>
                <a:spcPct val="130000"/>
              </a:lnSpc>
            </a:pPr>
            <a:r>
              <a:rPr lang="en-US" sz="3350" b="1" dirty="0" err="1">
                <a:cs typeface="Arial"/>
              </a:rPr>
              <a:t>SessionFactory</a:t>
            </a:r>
            <a:r>
              <a:rPr lang="en-US" sz="3350" b="1" dirty="0">
                <a:cs typeface="Arial"/>
              </a:rPr>
              <a:t>:</a:t>
            </a:r>
            <a:endParaRPr lang="en-US" dirty="0">
              <a:cs typeface="Arial" panose="020B0604020202020204"/>
            </a:endParaRPr>
          </a:p>
          <a:p>
            <a:pPr lvl="1">
              <a:lnSpc>
                <a:spcPct val="130000"/>
              </a:lnSpc>
              <a:buFont typeface="Courier New" panose="020B0604020202020204" pitchFamily="34" charset="0"/>
              <a:buChar char="o"/>
            </a:pPr>
            <a:r>
              <a:rPr lang="en-US" sz="2850" dirty="0">
                <a:cs typeface="Arial"/>
              </a:rPr>
              <a:t>A factory for creating Session objects, which are used for database interactions.</a:t>
            </a:r>
          </a:p>
          <a:p>
            <a:pPr>
              <a:lnSpc>
                <a:spcPct val="130000"/>
              </a:lnSpc>
            </a:pPr>
            <a:r>
              <a:rPr lang="en-US" sz="3350" b="1" dirty="0">
                <a:cs typeface="Arial"/>
              </a:rPr>
              <a:t>Session:</a:t>
            </a:r>
            <a:endParaRPr lang="en-US" dirty="0">
              <a:cs typeface="Arial" panose="020B0604020202020204"/>
            </a:endParaRPr>
          </a:p>
          <a:p>
            <a:pPr lvl="1">
              <a:lnSpc>
                <a:spcPct val="130000"/>
              </a:lnSpc>
              <a:buFont typeface="Courier New" panose="020B0604020202020204" pitchFamily="34" charset="0"/>
              <a:buChar char="o"/>
            </a:pPr>
            <a:r>
              <a:rPr lang="en-US" sz="2850" dirty="0">
                <a:cs typeface="Arial"/>
              </a:rPr>
              <a:t>Represents a single unit of work (e.g., CRUD operations or a transaction).</a:t>
            </a:r>
          </a:p>
          <a:p>
            <a:pPr>
              <a:lnSpc>
                <a:spcPct val="130000"/>
              </a:lnSpc>
            </a:pPr>
            <a:r>
              <a:rPr lang="en-US" sz="3350" b="1" dirty="0">
                <a:cs typeface="Arial"/>
              </a:rPr>
              <a:t>Query Execution:</a:t>
            </a:r>
            <a:endParaRPr lang="en-US" dirty="0">
              <a:cs typeface="Arial" panose="020B0604020202020204"/>
            </a:endParaRPr>
          </a:p>
          <a:p>
            <a:pPr lvl="1">
              <a:lnSpc>
                <a:spcPct val="130000"/>
              </a:lnSpc>
              <a:buFont typeface="Courier New" panose="020B0604020202020204" pitchFamily="34" charset="0"/>
              <a:buChar char="o"/>
            </a:pPr>
            <a:r>
              <a:rPr lang="en-US" sz="2850" dirty="0">
                <a:cs typeface="Arial"/>
              </a:rPr>
              <a:t>Queries can be written using HQL, Criteria API, or native SQL.</a:t>
            </a:r>
          </a:p>
          <a:p>
            <a:pPr>
              <a:lnSpc>
                <a:spcPct val="130000"/>
              </a:lnSpc>
            </a:pPr>
            <a:r>
              <a:rPr lang="en-US" sz="3350" b="1" dirty="0">
                <a:cs typeface="Arial"/>
              </a:rPr>
              <a:t>Transaction Management:</a:t>
            </a:r>
            <a:endParaRPr lang="en-US" dirty="0">
              <a:cs typeface="Arial" panose="020B0604020202020204"/>
            </a:endParaRPr>
          </a:p>
          <a:p>
            <a:pPr lvl="1">
              <a:lnSpc>
                <a:spcPct val="130000"/>
              </a:lnSpc>
              <a:buFont typeface="Courier New" panose="020B0604020202020204" pitchFamily="34" charset="0"/>
              <a:buChar char="o"/>
            </a:pPr>
            <a:r>
              <a:rPr lang="en-US" sz="2850" dirty="0">
                <a:cs typeface="Arial"/>
              </a:rPr>
              <a:t>Transactions ensure the atomicity of operations and are managed via Hibernate.</a:t>
            </a:r>
          </a:p>
          <a:p>
            <a:endParaRPr lang="en-US" sz="3350" dirty="0">
              <a:cs typeface="Arial"/>
            </a:endParaRPr>
          </a:p>
        </p:txBody>
      </p:sp>
      <p:sp>
        <p:nvSpPr>
          <p:cNvPr id="3" name="Slide Number Placeholder 2">
            <a:extLst>
              <a:ext uri="{FF2B5EF4-FFF2-40B4-BE49-F238E27FC236}">
                <a16:creationId xmlns:a16="http://schemas.microsoft.com/office/drawing/2014/main" id="{4A53FC43-D708-E194-E7E6-4C234F512939}"/>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8319D2A6-9ACC-DAE3-9304-92D21E612195}"/>
              </a:ext>
            </a:extLst>
          </p:cNvPr>
          <p:cNvSpPr>
            <a:spLocks noGrp="1"/>
          </p:cNvSpPr>
          <p:nvPr>
            <p:ph type="title"/>
          </p:nvPr>
        </p:nvSpPr>
        <p:spPr/>
        <p:txBody>
          <a:bodyPr/>
          <a:lstStyle/>
          <a:p>
            <a:r>
              <a:rPr lang="en-US"/>
              <a:t>How Hibernate Works</a:t>
            </a:r>
          </a:p>
        </p:txBody>
      </p:sp>
    </p:spTree>
    <p:extLst>
      <p:ext uri="{BB962C8B-B14F-4D97-AF65-F5344CB8AC3E}">
        <p14:creationId xmlns:p14="http://schemas.microsoft.com/office/powerpoint/2010/main" val="312002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D24141-B376-9985-E433-324292AE37BE}"/>
              </a:ext>
            </a:extLst>
          </p:cNvPr>
          <p:cNvSpPr>
            <a:spLocks noGrp="1"/>
          </p:cNvSpPr>
          <p:nvPr>
            <p:ph idx="1"/>
          </p:nvPr>
        </p:nvSpPr>
        <p:spPr/>
        <p:txBody>
          <a:bodyPr vert="horz" lIns="91440" tIns="45720" rIns="91440" bIns="45720" rtlCol="0" anchor="t">
            <a:normAutofit/>
          </a:bodyPr>
          <a:lstStyle/>
          <a:p>
            <a:r>
              <a:rPr lang="en-US" sz="3350" b="1" dirty="0"/>
              <a:t>Supported Databases</a:t>
            </a:r>
            <a:endParaRPr lang="en-US" sz="3350" dirty="0">
              <a:cs typeface="Arial" panose="020B0604020202020204"/>
            </a:endParaRPr>
          </a:p>
          <a:p>
            <a:pPr lvl="1"/>
            <a:r>
              <a:rPr lang="en-US" sz="3350" dirty="0">
                <a:ea typeface="+mj-lt"/>
                <a:cs typeface="+mj-lt"/>
              </a:rPr>
              <a:t>MySQL</a:t>
            </a:r>
            <a:endParaRPr lang="en-US" dirty="0"/>
          </a:p>
          <a:p>
            <a:pPr lvl="1"/>
            <a:r>
              <a:rPr lang="en-US" sz="3350" dirty="0">
                <a:ea typeface="+mj-lt"/>
                <a:cs typeface="+mj-lt"/>
              </a:rPr>
              <a:t>PostgreSQL</a:t>
            </a:r>
            <a:endParaRPr lang="en-US" dirty="0"/>
          </a:p>
          <a:p>
            <a:pPr lvl="1"/>
            <a:r>
              <a:rPr lang="en-US" sz="3350" dirty="0">
                <a:ea typeface="+mj-lt"/>
                <a:cs typeface="+mj-lt"/>
              </a:rPr>
              <a:t>Oracle DB</a:t>
            </a:r>
            <a:endParaRPr lang="en-US" dirty="0"/>
          </a:p>
          <a:p>
            <a:pPr lvl="1"/>
            <a:r>
              <a:rPr lang="en-US" sz="3350" dirty="0">
                <a:ea typeface="+mj-lt"/>
                <a:cs typeface="+mj-lt"/>
              </a:rPr>
              <a:t>SQLite</a:t>
            </a:r>
            <a:endParaRPr lang="en-US" dirty="0"/>
          </a:p>
          <a:p>
            <a:pPr lvl="1"/>
            <a:r>
              <a:rPr lang="en-US" sz="3350" dirty="0">
                <a:cs typeface="Arial"/>
              </a:rPr>
              <a:t>...</a:t>
            </a:r>
          </a:p>
          <a:p>
            <a:endParaRPr lang="en-US" sz="3350" dirty="0">
              <a:cs typeface="Arial"/>
            </a:endParaRPr>
          </a:p>
        </p:txBody>
      </p:sp>
      <p:sp>
        <p:nvSpPr>
          <p:cNvPr id="3" name="Slide Number Placeholder 2">
            <a:extLst>
              <a:ext uri="{FF2B5EF4-FFF2-40B4-BE49-F238E27FC236}">
                <a16:creationId xmlns:a16="http://schemas.microsoft.com/office/drawing/2014/main" id="{745B1C90-A690-DCEC-BA1C-233FE9C16B97}"/>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73715D06-F121-2E53-222C-0B0B557F47E5}"/>
              </a:ext>
            </a:extLst>
          </p:cNvPr>
          <p:cNvSpPr>
            <a:spLocks noGrp="1"/>
          </p:cNvSpPr>
          <p:nvPr>
            <p:ph type="title"/>
          </p:nvPr>
        </p:nvSpPr>
        <p:spPr/>
        <p:txBody>
          <a:bodyPr/>
          <a:lstStyle/>
          <a:p>
            <a:r>
              <a:rPr lang="en-US" sz="2750" dirty="0">
                <a:ea typeface="+mj-lt"/>
                <a:cs typeface="+mj-lt"/>
              </a:rPr>
              <a:t>Connecting to Databases</a:t>
            </a:r>
            <a:endParaRPr lang="en-US" dirty="0"/>
          </a:p>
        </p:txBody>
      </p:sp>
      <p:pic>
        <p:nvPicPr>
          <p:cNvPr id="6" name="Picture 5" descr="GitHub - tirmizee/Spring-Boot-JPA-Multi-Databases-And-Rollback-Transaction:  Spring Data JPA multi-databases and rollback transaction using Hikari  connection pool.">
            <a:extLst>
              <a:ext uri="{FF2B5EF4-FFF2-40B4-BE49-F238E27FC236}">
                <a16:creationId xmlns:a16="http://schemas.microsoft.com/office/drawing/2014/main" id="{AA3D71D8-8690-844C-A561-D8C8F63E4F8B}"/>
              </a:ext>
            </a:extLst>
          </p:cNvPr>
          <p:cNvPicPr>
            <a:picLocks noChangeAspect="1"/>
          </p:cNvPicPr>
          <p:nvPr/>
        </p:nvPicPr>
        <p:blipFill>
          <a:blip r:embed="rId2"/>
          <a:stretch>
            <a:fillRect/>
          </a:stretch>
        </p:blipFill>
        <p:spPr>
          <a:xfrm>
            <a:off x="6512943" y="2056538"/>
            <a:ext cx="6228271" cy="4496087"/>
          </a:xfrm>
          <a:prstGeom prst="rect">
            <a:avLst/>
          </a:prstGeom>
        </p:spPr>
      </p:pic>
    </p:spTree>
    <p:extLst>
      <p:ext uri="{BB962C8B-B14F-4D97-AF65-F5344CB8AC3E}">
        <p14:creationId xmlns:p14="http://schemas.microsoft.com/office/powerpoint/2010/main" val="4004207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29BBA-517B-9D52-B690-1F60DE12C9B7}"/>
              </a:ext>
            </a:extLst>
          </p:cNvPr>
          <p:cNvSpPr>
            <a:spLocks noGrp="1"/>
          </p:cNvSpPr>
          <p:nvPr>
            <p:ph idx="1"/>
          </p:nvPr>
        </p:nvSpPr>
        <p:spPr/>
        <p:txBody>
          <a:bodyPr vert="horz" lIns="91440" tIns="45720" rIns="91440" bIns="45720" rtlCol="0" anchor="t">
            <a:normAutofit/>
          </a:bodyPr>
          <a:lstStyle/>
          <a:p>
            <a:pPr marL="514350" indent="-514350">
              <a:buAutoNum type="arabicPeriod"/>
            </a:pPr>
            <a:r>
              <a:rPr lang="en-US" sz="3350" dirty="0">
                <a:cs typeface="Arial"/>
              </a:rPr>
              <a:t>Add dependencies.</a:t>
            </a:r>
            <a:endParaRPr lang="en-US" dirty="0">
              <a:cs typeface="Arial" panose="020B0604020202020204"/>
            </a:endParaRPr>
          </a:p>
          <a:p>
            <a:pPr marL="514350" indent="-514350">
              <a:buAutoNum type="arabicPeriod"/>
            </a:pPr>
            <a:r>
              <a:rPr lang="en-US" sz="3350" dirty="0">
                <a:cs typeface="Arial"/>
              </a:rPr>
              <a:t>Configure </a:t>
            </a:r>
            <a:r>
              <a:rPr lang="en-US" sz="3350" dirty="0" err="1">
                <a:cs typeface="Arial"/>
              </a:rPr>
              <a:t>application.properties</a:t>
            </a:r>
            <a:r>
              <a:rPr lang="en-US" sz="3350" dirty="0">
                <a:cs typeface="Arial"/>
              </a:rPr>
              <a:t>.</a:t>
            </a:r>
            <a:endParaRPr lang="en-US" dirty="0">
              <a:cs typeface="Arial" panose="020B0604020202020204"/>
            </a:endParaRPr>
          </a:p>
          <a:p>
            <a:pPr marL="514350" indent="-514350">
              <a:buAutoNum type="arabicPeriod"/>
            </a:pPr>
            <a:r>
              <a:rPr lang="en-US" sz="3350" dirty="0">
                <a:cs typeface="Arial"/>
              </a:rPr>
              <a:t>Define entities and repositories.</a:t>
            </a:r>
            <a:endParaRPr lang="en-US" dirty="0">
              <a:cs typeface="Arial" panose="020B0604020202020204"/>
            </a:endParaRPr>
          </a:p>
          <a:p>
            <a:pPr marL="514350" indent="-514350">
              <a:buAutoNum type="arabicPeriod"/>
            </a:pPr>
            <a:r>
              <a:rPr lang="en-US" sz="3350" dirty="0">
                <a:cs typeface="Arial"/>
              </a:rPr>
              <a:t>Use </a:t>
            </a:r>
            <a:r>
              <a:rPr lang="en-US" sz="3350" dirty="0" err="1">
                <a:cs typeface="Arial"/>
              </a:rPr>
              <a:t>EntityManager</a:t>
            </a:r>
            <a:r>
              <a:rPr lang="en-US" sz="3350" dirty="0">
                <a:cs typeface="Arial"/>
              </a:rPr>
              <a:t> or </a:t>
            </a:r>
            <a:r>
              <a:rPr lang="en-US" sz="3350" dirty="0" err="1">
                <a:cs typeface="Arial"/>
              </a:rPr>
              <a:t>JpaRepository</a:t>
            </a:r>
            <a:r>
              <a:rPr lang="en-US" sz="3350" dirty="0">
                <a:cs typeface="Arial"/>
              </a:rPr>
              <a:t> for operations.</a:t>
            </a:r>
            <a:endParaRPr lang="en-US" dirty="0">
              <a:cs typeface="Arial" panose="020B0604020202020204"/>
            </a:endParaRPr>
          </a:p>
          <a:p>
            <a:pPr marL="514350" indent="-514350">
              <a:buAutoNum type="arabicPeriod"/>
            </a:pPr>
            <a:endParaRPr lang="en-US" sz="3350" dirty="0">
              <a:cs typeface="Arial"/>
            </a:endParaRPr>
          </a:p>
        </p:txBody>
      </p:sp>
      <p:sp>
        <p:nvSpPr>
          <p:cNvPr id="3" name="Slide Number Placeholder 2">
            <a:extLst>
              <a:ext uri="{FF2B5EF4-FFF2-40B4-BE49-F238E27FC236}">
                <a16:creationId xmlns:a16="http://schemas.microsoft.com/office/drawing/2014/main" id="{8CDC2756-1F72-18CD-CA64-0FE357320185}"/>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387A85EE-333B-4718-CA61-6C3594391949}"/>
              </a:ext>
            </a:extLst>
          </p:cNvPr>
          <p:cNvSpPr>
            <a:spLocks noGrp="1"/>
          </p:cNvSpPr>
          <p:nvPr>
            <p:ph type="title"/>
          </p:nvPr>
        </p:nvSpPr>
        <p:spPr/>
        <p:txBody>
          <a:bodyPr/>
          <a:lstStyle/>
          <a:p>
            <a:r>
              <a:rPr lang="en-US" sz="2750" dirty="0">
                <a:ea typeface="+mj-lt"/>
                <a:cs typeface="+mj-lt"/>
              </a:rPr>
              <a:t>Steps to Connect JPA/Hibernate</a:t>
            </a:r>
            <a:endParaRPr lang="en-US" dirty="0"/>
          </a:p>
        </p:txBody>
      </p:sp>
    </p:spTree>
    <p:extLst>
      <p:ext uri="{BB962C8B-B14F-4D97-AF65-F5344CB8AC3E}">
        <p14:creationId xmlns:p14="http://schemas.microsoft.com/office/powerpoint/2010/main" val="185914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 shot of a computer program&#10;&#10;Description automatically generated">
            <a:extLst>
              <a:ext uri="{FF2B5EF4-FFF2-40B4-BE49-F238E27FC236}">
                <a16:creationId xmlns:a16="http://schemas.microsoft.com/office/drawing/2014/main" id="{4BF2B9C9-10F0-61D5-E427-7DBE7818B8AC}"/>
              </a:ext>
            </a:extLst>
          </p:cNvPr>
          <p:cNvPicPr>
            <a:picLocks noGrp="1" noChangeAspect="1"/>
          </p:cNvPicPr>
          <p:nvPr>
            <p:ph idx="1"/>
          </p:nvPr>
        </p:nvPicPr>
        <p:blipFill>
          <a:blip r:embed="rId2"/>
          <a:stretch>
            <a:fillRect/>
          </a:stretch>
        </p:blipFill>
        <p:spPr>
          <a:xfrm>
            <a:off x="2008622" y="1972895"/>
            <a:ext cx="10867126" cy="4279959"/>
          </a:xfrm>
        </p:spPr>
      </p:pic>
      <p:sp>
        <p:nvSpPr>
          <p:cNvPr id="3" name="Slide Number Placeholder 2">
            <a:extLst>
              <a:ext uri="{FF2B5EF4-FFF2-40B4-BE49-F238E27FC236}">
                <a16:creationId xmlns:a16="http://schemas.microsoft.com/office/drawing/2014/main" id="{0A98B6D5-981B-B54F-C313-E30E211140EF}"/>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6DD029F4-FB90-4C60-75A7-4CF9740EFE97}"/>
              </a:ext>
            </a:extLst>
          </p:cNvPr>
          <p:cNvSpPr>
            <a:spLocks noGrp="1"/>
          </p:cNvSpPr>
          <p:nvPr>
            <p:ph type="title"/>
          </p:nvPr>
        </p:nvSpPr>
        <p:spPr/>
        <p:txBody>
          <a:bodyPr>
            <a:normAutofit/>
          </a:bodyPr>
          <a:lstStyle/>
          <a:p>
            <a:r>
              <a:rPr lang="en-US" sz="2750" dirty="0">
                <a:cs typeface="Arial"/>
              </a:rPr>
              <a:t>Maven Dependencies</a:t>
            </a:r>
            <a:endParaRPr lang="en-US" dirty="0"/>
          </a:p>
        </p:txBody>
      </p:sp>
    </p:spTree>
    <p:extLst>
      <p:ext uri="{BB962C8B-B14F-4D97-AF65-F5344CB8AC3E}">
        <p14:creationId xmlns:p14="http://schemas.microsoft.com/office/powerpoint/2010/main" val="1435354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mputer screen with white text&#10;&#10;Description automatically generated">
            <a:extLst>
              <a:ext uri="{FF2B5EF4-FFF2-40B4-BE49-F238E27FC236}">
                <a16:creationId xmlns:a16="http://schemas.microsoft.com/office/drawing/2014/main" id="{B2244E9E-4912-7FA6-D8CC-9E7858095ECC}"/>
              </a:ext>
            </a:extLst>
          </p:cNvPr>
          <p:cNvPicPr>
            <a:picLocks noGrp="1" noChangeAspect="1"/>
          </p:cNvPicPr>
          <p:nvPr>
            <p:ph idx="1"/>
          </p:nvPr>
        </p:nvPicPr>
        <p:blipFill>
          <a:blip r:embed="rId2"/>
          <a:stretch>
            <a:fillRect/>
          </a:stretch>
        </p:blipFill>
        <p:spPr>
          <a:xfrm>
            <a:off x="1931972" y="1447222"/>
            <a:ext cx="11158445" cy="2898654"/>
          </a:xfrm>
        </p:spPr>
      </p:pic>
      <p:sp>
        <p:nvSpPr>
          <p:cNvPr id="3" name="Slide Number Placeholder 2">
            <a:extLst>
              <a:ext uri="{FF2B5EF4-FFF2-40B4-BE49-F238E27FC236}">
                <a16:creationId xmlns:a16="http://schemas.microsoft.com/office/drawing/2014/main" id="{143BEDFE-F659-9621-7DD5-09D35BDAAA26}"/>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97CDF710-78A8-FF6F-ED82-A3DBFE428A70}"/>
              </a:ext>
            </a:extLst>
          </p:cNvPr>
          <p:cNvSpPr>
            <a:spLocks noGrp="1"/>
          </p:cNvSpPr>
          <p:nvPr>
            <p:ph type="title"/>
          </p:nvPr>
        </p:nvSpPr>
        <p:spPr/>
        <p:txBody>
          <a:bodyPr/>
          <a:lstStyle/>
          <a:p>
            <a:r>
              <a:rPr lang="en-US" sz="2750" dirty="0">
                <a:ea typeface="+mj-lt"/>
                <a:cs typeface="+mj-lt"/>
              </a:rPr>
              <a:t>Configuring DB in Spring Boot</a:t>
            </a:r>
            <a:endParaRPr lang="en-US" dirty="0"/>
          </a:p>
        </p:txBody>
      </p:sp>
      <p:pic>
        <p:nvPicPr>
          <p:cNvPr id="6" name="Picture 5" descr="A black screen with white text&#10;&#10;Description automatically generated">
            <a:extLst>
              <a:ext uri="{FF2B5EF4-FFF2-40B4-BE49-F238E27FC236}">
                <a16:creationId xmlns:a16="http://schemas.microsoft.com/office/drawing/2014/main" id="{8C009D10-6E80-60C0-A537-DC39CB590004}"/>
              </a:ext>
            </a:extLst>
          </p:cNvPr>
          <p:cNvPicPr>
            <a:picLocks noChangeAspect="1"/>
          </p:cNvPicPr>
          <p:nvPr/>
        </p:nvPicPr>
        <p:blipFill>
          <a:blip r:embed="rId3"/>
          <a:stretch>
            <a:fillRect/>
          </a:stretch>
        </p:blipFill>
        <p:spPr>
          <a:xfrm>
            <a:off x="1937798" y="4800510"/>
            <a:ext cx="11151618" cy="1613319"/>
          </a:xfrm>
          <a:prstGeom prst="rect">
            <a:avLst/>
          </a:prstGeom>
        </p:spPr>
      </p:pic>
    </p:spTree>
    <p:extLst>
      <p:ext uri="{BB962C8B-B14F-4D97-AF65-F5344CB8AC3E}">
        <p14:creationId xmlns:p14="http://schemas.microsoft.com/office/powerpoint/2010/main" val="2521102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A3ADD5-DB1F-F374-132F-95F677D5C6AC}"/>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10CD5BA5-E74B-3575-BDDE-E16F4446801A}"/>
              </a:ext>
            </a:extLst>
          </p:cNvPr>
          <p:cNvSpPr>
            <a:spLocks noGrp="1"/>
          </p:cNvSpPr>
          <p:nvPr>
            <p:ph type="title"/>
          </p:nvPr>
        </p:nvSpPr>
        <p:spPr/>
        <p:txBody>
          <a:bodyPr/>
          <a:lstStyle/>
          <a:p>
            <a:r>
              <a:rPr lang="en-US" sz="2750" dirty="0">
                <a:ea typeface="+mj-lt"/>
                <a:cs typeface="+mj-lt"/>
              </a:rPr>
              <a:t>Common JPA/Hibernate Annotations</a:t>
            </a:r>
            <a:endParaRPr lang="en-US" dirty="0"/>
          </a:p>
        </p:txBody>
      </p:sp>
      <p:sp>
        <p:nvSpPr>
          <p:cNvPr id="7" name="Content Placeholder 6">
            <a:extLst>
              <a:ext uri="{FF2B5EF4-FFF2-40B4-BE49-F238E27FC236}">
                <a16:creationId xmlns:a16="http://schemas.microsoft.com/office/drawing/2014/main" id="{B3B74AD2-589B-62D2-4B85-5BE791C0C38E}"/>
              </a:ext>
            </a:extLst>
          </p:cNvPr>
          <p:cNvSpPr>
            <a:spLocks noGrp="1"/>
          </p:cNvSpPr>
          <p:nvPr>
            <p:ph idx="1"/>
          </p:nvPr>
        </p:nvSpPr>
        <p:spPr/>
        <p:txBody>
          <a:bodyPr vert="horz" lIns="91440" tIns="45720" rIns="91440" bIns="45720" rtlCol="0" anchor="t">
            <a:normAutofit fontScale="62500" lnSpcReduction="20000"/>
          </a:bodyPr>
          <a:lstStyle/>
          <a:p>
            <a:pPr>
              <a:lnSpc>
                <a:spcPct val="130000"/>
              </a:lnSpc>
            </a:pPr>
            <a:r>
              <a:rPr lang="en-US" sz="3350" b="1" dirty="0">
                <a:cs typeface="Arial"/>
              </a:rPr>
              <a:t>@Entity:</a:t>
            </a:r>
            <a:r>
              <a:rPr lang="en-US" sz="3350" dirty="0">
                <a:cs typeface="Arial"/>
              </a:rPr>
              <a:t> Marks a class as an entity to map it to a database table.</a:t>
            </a:r>
          </a:p>
          <a:p>
            <a:pPr>
              <a:lnSpc>
                <a:spcPct val="130000"/>
              </a:lnSpc>
            </a:pPr>
            <a:r>
              <a:rPr lang="en-US" sz="3350" b="1" dirty="0">
                <a:cs typeface="Arial"/>
              </a:rPr>
              <a:t>@Table:</a:t>
            </a:r>
            <a:r>
              <a:rPr lang="en-US" sz="3350" dirty="0">
                <a:cs typeface="Arial"/>
              </a:rPr>
              <a:t> Specifies the table name and schema for the entity.</a:t>
            </a:r>
            <a:endParaRPr lang="en-US" dirty="0">
              <a:cs typeface="Arial" panose="020B0604020202020204"/>
            </a:endParaRPr>
          </a:p>
          <a:p>
            <a:pPr>
              <a:lnSpc>
                <a:spcPct val="130000"/>
              </a:lnSpc>
            </a:pPr>
            <a:r>
              <a:rPr lang="en-US" sz="3350" b="1" dirty="0">
                <a:cs typeface="Arial"/>
              </a:rPr>
              <a:t>@Id:</a:t>
            </a:r>
            <a:r>
              <a:rPr lang="en-US" sz="3350" dirty="0">
                <a:cs typeface="Arial"/>
              </a:rPr>
              <a:t> Marks a field as the primary key.</a:t>
            </a:r>
            <a:endParaRPr lang="en-US" dirty="0"/>
          </a:p>
          <a:p>
            <a:pPr>
              <a:lnSpc>
                <a:spcPct val="130000"/>
              </a:lnSpc>
            </a:pPr>
            <a:r>
              <a:rPr lang="en-US" sz="3350" b="1" dirty="0">
                <a:cs typeface="Arial"/>
              </a:rPr>
              <a:t>@GeneratedValue:</a:t>
            </a:r>
            <a:r>
              <a:rPr lang="en-US" sz="3350" dirty="0">
                <a:cs typeface="Arial"/>
              </a:rPr>
              <a:t> Configures how the primary key value is generated.</a:t>
            </a:r>
            <a:endParaRPr lang="en-US" dirty="0">
              <a:cs typeface="Arial" panose="020B0604020202020204"/>
            </a:endParaRPr>
          </a:p>
          <a:p>
            <a:pPr>
              <a:lnSpc>
                <a:spcPct val="130000"/>
              </a:lnSpc>
            </a:pPr>
            <a:r>
              <a:rPr lang="en-US" sz="3350" b="1" dirty="0">
                <a:cs typeface="Arial"/>
              </a:rPr>
              <a:t>@Column:</a:t>
            </a:r>
            <a:r>
              <a:rPr lang="en-US" sz="3350" dirty="0">
                <a:cs typeface="Arial"/>
              </a:rPr>
              <a:t> Maps a field to a specific column in the database table.</a:t>
            </a:r>
            <a:endParaRPr lang="en-US" dirty="0">
              <a:cs typeface="Arial" panose="020B0604020202020204"/>
            </a:endParaRPr>
          </a:p>
          <a:p>
            <a:pPr>
              <a:lnSpc>
                <a:spcPct val="130000"/>
              </a:lnSpc>
            </a:pPr>
            <a:r>
              <a:rPr lang="en-US" sz="3350" b="1" dirty="0">
                <a:cs typeface="Arial"/>
              </a:rPr>
              <a:t>@OneToOne:</a:t>
            </a:r>
            <a:r>
              <a:rPr lang="en-US" sz="3350" dirty="0">
                <a:cs typeface="Arial"/>
              </a:rPr>
              <a:t> Defines a one-to-one relationship between entities.</a:t>
            </a:r>
          </a:p>
          <a:p>
            <a:pPr>
              <a:lnSpc>
                <a:spcPct val="130000"/>
              </a:lnSpc>
            </a:pPr>
            <a:r>
              <a:rPr lang="en-US" sz="3350" b="1" dirty="0">
                <a:cs typeface="Arial"/>
              </a:rPr>
              <a:t>@OneToMany:</a:t>
            </a:r>
            <a:r>
              <a:rPr lang="en-US" sz="3350" dirty="0">
                <a:cs typeface="Arial"/>
              </a:rPr>
              <a:t> Defines a one-to-many relationship between entities.</a:t>
            </a:r>
            <a:endParaRPr lang="en-US" dirty="0">
              <a:cs typeface="Arial" panose="020B0604020202020204"/>
            </a:endParaRPr>
          </a:p>
          <a:p>
            <a:pPr>
              <a:lnSpc>
                <a:spcPct val="130000"/>
              </a:lnSpc>
            </a:pPr>
            <a:r>
              <a:rPr lang="en-US" sz="3350" b="1" dirty="0">
                <a:cs typeface="Arial"/>
              </a:rPr>
              <a:t>@ManyToOne:</a:t>
            </a:r>
            <a:r>
              <a:rPr lang="en-US" sz="3350" dirty="0">
                <a:cs typeface="Arial"/>
              </a:rPr>
              <a:t> Defines a many-to-one relationship between entities.</a:t>
            </a:r>
            <a:endParaRPr lang="en-US" dirty="0">
              <a:cs typeface="Arial" panose="020B0604020202020204"/>
            </a:endParaRPr>
          </a:p>
          <a:p>
            <a:pPr>
              <a:lnSpc>
                <a:spcPct val="130000"/>
              </a:lnSpc>
            </a:pPr>
            <a:r>
              <a:rPr lang="en-US" sz="3350" b="1" dirty="0">
                <a:cs typeface="Arial"/>
              </a:rPr>
              <a:t>@ManyToMany:</a:t>
            </a:r>
            <a:r>
              <a:rPr lang="en-US" sz="3350" dirty="0">
                <a:cs typeface="Arial"/>
              </a:rPr>
              <a:t> Defines a many-to-many relationship between entities.</a:t>
            </a:r>
            <a:endParaRPr lang="en-US" dirty="0">
              <a:cs typeface="Arial" panose="020B0604020202020204"/>
            </a:endParaRPr>
          </a:p>
          <a:p>
            <a:pPr>
              <a:lnSpc>
                <a:spcPct val="130000"/>
              </a:lnSpc>
            </a:pPr>
            <a:r>
              <a:rPr lang="en-US" sz="3350" b="1" dirty="0">
                <a:cs typeface="Arial"/>
              </a:rPr>
              <a:t>@JoinColumn:</a:t>
            </a:r>
            <a:r>
              <a:rPr lang="en-US" sz="3350" dirty="0">
                <a:cs typeface="Arial"/>
              </a:rPr>
              <a:t> Specifies the foreign key column for a relationship.</a:t>
            </a:r>
            <a:endParaRPr lang="en-US" dirty="0">
              <a:cs typeface="Arial" panose="020B0604020202020204"/>
            </a:endParaRPr>
          </a:p>
          <a:p>
            <a:pPr>
              <a:lnSpc>
                <a:spcPct val="130000"/>
              </a:lnSpc>
            </a:pPr>
            <a:r>
              <a:rPr lang="en-US" sz="3350" b="1" dirty="0">
                <a:cs typeface="Arial"/>
              </a:rPr>
              <a:t>@Query:</a:t>
            </a:r>
            <a:r>
              <a:rPr lang="en-US" sz="3350" dirty="0">
                <a:cs typeface="Arial"/>
              </a:rPr>
              <a:t> Allows writing custom JPQL queries in repositories.</a:t>
            </a:r>
            <a:endParaRPr lang="en-US" dirty="0">
              <a:cs typeface="Arial" panose="020B0604020202020204"/>
            </a:endParaRPr>
          </a:p>
          <a:p>
            <a:endParaRPr lang="en-US" sz="3350" dirty="0">
              <a:cs typeface="Arial"/>
            </a:endParaRPr>
          </a:p>
        </p:txBody>
      </p:sp>
    </p:spTree>
    <p:extLst>
      <p:ext uri="{BB962C8B-B14F-4D97-AF65-F5344CB8AC3E}">
        <p14:creationId xmlns:p14="http://schemas.microsoft.com/office/powerpoint/2010/main" val="3523622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30C3B5-4079-F843-8697-C614DBCA0F8D}"/>
              </a:ext>
            </a:extLst>
          </p:cNvPr>
          <p:cNvSpPr>
            <a:spLocks noGrp="1"/>
          </p:cNvSpPr>
          <p:nvPr>
            <p:ph idx="1"/>
          </p:nvPr>
        </p:nvSpPr>
        <p:spPr/>
        <p:txBody>
          <a:bodyPr vert="horz" lIns="91440" tIns="45720" rIns="91440" bIns="45720" rtlCol="0" anchor="t">
            <a:normAutofit/>
          </a:bodyPr>
          <a:lstStyle/>
          <a:p>
            <a:r>
              <a:rPr lang="en-US" sz="3350" dirty="0">
                <a:ea typeface="+mj-lt"/>
                <a:cs typeface="+mj-lt"/>
              </a:rPr>
              <a:t>Create Entity using annotations</a:t>
            </a:r>
          </a:p>
          <a:p>
            <a:r>
              <a:rPr lang="en-US" sz="3350" dirty="0">
                <a:ea typeface="+mj-lt"/>
                <a:cs typeface="+mj-lt"/>
              </a:rPr>
              <a:t>Mapping Primary Keys.</a:t>
            </a:r>
          </a:p>
          <a:p>
            <a:r>
              <a:rPr lang="en-US" sz="3350" dirty="0">
                <a:ea typeface="+mj-lt"/>
                <a:cs typeface="+mj-lt"/>
              </a:rPr>
              <a:t>Mapping Columns.</a:t>
            </a:r>
          </a:p>
          <a:p>
            <a:r>
              <a:rPr lang="en-US" sz="3400" dirty="0">
                <a:cs typeface="Arial"/>
              </a:rPr>
              <a:t>Mapping Relationships. (optional)</a:t>
            </a:r>
          </a:p>
          <a:p>
            <a:r>
              <a:rPr lang="en-US" sz="3400" dirty="0">
                <a:cs typeface="Arial"/>
              </a:rPr>
              <a:t>Getters &amp; Setters</a:t>
            </a:r>
          </a:p>
          <a:p>
            <a:r>
              <a:rPr lang="en-US" sz="3400" dirty="0">
                <a:cs typeface="Arial"/>
              </a:rPr>
              <a:t>Functions</a:t>
            </a:r>
            <a:endParaRPr lang="en-US" sz="3350" dirty="0">
              <a:cs typeface="Arial"/>
            </a:endParaRPr>
          </a:p>
        </p:txBody>
      </p:sp>
      <p:sp>
        <p:nvSpPr>
          <p:cNvPr id="3" name="Slide Number Placeholder 2">
            <a:extLst>
              <a:ext uri="{FF2B5EF4-FFF2-40B4-BE49-F238E27FC236}">
                <a16:creationId xmlns:a16="http://schemas.microsoft.com/office/drawing/2014/main" id="{92324AB3-8BAE-A6CC-87D2-064A9D5CF16B}"/>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65A84D72-7C05-D3FD-3359-A36DD3AEA385}"/>
              </a:ext>
            </a:extLst>
          </p:cNvPr>
          <p:cNvSpPr>
            <a:spLocks noGrp="1"/>
          </p:cNvSpPr>
          <p:nvPr>
            <p:ph type="title"/>
          </p:nvPr>
        </p:nvSpPr>
        <p:spPr/>
        <p:txBody>
          <a:bodyPr/>
          <a:lstStyle/>
          <a:p>
            <a:r>
              <a:rPr lang="en-US" sz="2750" dirty="0">
                <a:cs typeface="Arial"/>
              </a:rPr>
              <a:t>Mapping Steps Using Annotations</a:t>
            </a:r>
            <a:endParaRPr lang="en-US" dirty="0" err="1"/>
          </a:p>
        </p:txBody>
      </p:sp>
    </p:spTree>
    <p:extLst>
      <p:ext uri="{BB962C8B-B14F-4D97-AF65-F5344CB8AC3E}">
        <p14:creationId xmlns:p14="http://schemas.microsoft.com/office/powerpoint/2010/main" val="291770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computer screen shot of text&#10;&#10;Description automatically generated">
            <a:extLst>
              <a:ext uri="{FF2B5EF4-FFF2-40B4-BE49-F238E27FC236}">
                <a16:creationId xmlns:a16="http://schemas.microsoft.com/office/drawing/2014/main" id="{1C619EB1-05D1-DA82-63CB-F69C1C86A9E7}"/>
              </a:ext>
            </a:extLst>
          </p:cNvPr>
          <p:cNvPicPr>
            <a:picLocks noGrp="1" noChangeAspect="1"/>
          </p:cNvPicPr>
          <p:nvPr>
            <p:ph idx="1"/>
          </p:nvPr>
        </p:nvPicPr>
        <p:blipFill>
          <a:blip r:embed="rId2"/>
          <a:stretch>
            <a:fillRect/>
          </a:stretch>
        </p:blipFill>
        <p:spPr>
          <a:xfrm>
            <a:off x="3408168" y="1721110"/>
            <a:ext cx="8361331" cy="4783526"/>
          </a:xfrm>
        </p:spPr>
      </p:pic>
      <p:sp>
        <p:nvSpPr>
          <p:cNvPr id="3" name="Slide Number Placeholder 2">
            <a:extLst>
              <a:ext uri="{FF2B5EF4-FFF2-40B4-BE49-F238E27FC236}">
                <a16:creationId xmlns:a16="http://schemas.microsoft.com/office/drawing/2014/main" id="{2A24D5EB-D1E5-769A-001E-8BB0D24814A0}"/>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8770AA3D-76A2-4E8B-76C8-D1A2F22B5E70}"/>
              </a:ext>
            </a:extLst>
          </p:cNvPr>
          <p:cNvSpPr>
            <a:spLocks noGrp="1"/>
          </p:cNvSpPr>
          <p:nvPr>
            <p:ph type="title"/>
          </p:nvPr>
        </p:nvSpPr>
        <p:spPr/>
        <p:txBody>
          <a:bodyPr/>
          <a:lstStyle/>
          <a:p>
            <a:r>
              <a:rPr lang="en-US" sz="2750" dirty="0">
                <a:cs typeface="Arial"/>
              </a:rPr>
              <a:t>Sample: Customer Table</a:t>
            </a:r>
            <a:endParaRPr lang="en-US" dirty="0"/>
          </a:p>
        </p:txBody>
      </p:sp>
    </p:spTree>
    <p:extLst>
      <p:ext uri="{BB962C8B-B14F-4D97-AF65-F5344CB8AC3E}">
        <p14:creationId xmlns:p14="http://schemas.microsoft.com/office/powerpoint/2010/main" val="4276209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7427F9-A4FC-563C-E907-D004DA6CA307}"/>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1634D22E-8148-FDA1-B80E-87432FAB3B01}"/>
              </a:ext>
            </a:extLst>
          </p:cNvPr>
          <p:cNvSpPr>
            <a:spLocks noGrp="1"/>
          </p:cNvSpPr>
          <p:nvPr>
            <p:ph type="title"/>
          </p:nvPr>
        </p:nvSpPr>
        <p:spPr/>
        <p:txBody>
          <a:bodyPr/>
          <a:lstStyle/>
          <a:p>
            <a:r>
              <a:rPr lang="en-US" sz="2750" dirty="0">
                <a:cs typeface="Arial"/>
              </a:rPr>
              <a:t>Init Entity</a:t>
            </a:r>
            <a:endParaRPr lang="en-US" dirty="0"/>
          </a:p>
        </p:txBody>
      </p:sp>
      <p:sp>
        <p:nvSpPr>
          <p:cNvPr id="7" name="Content Placeholder 6">
            <a:extLst>
              <a:ext uri="{FF2B5EF4-FFF2-40B4-BE49-F238E27FC236}">
                <a16:creationId xmlns:a16="http://schemas.microsoft.com/office/drawing/2014/main" id="{2693116A-CEB4-04E1-41D8-46E15ED6B1E2}"/>
              </a:ext>
            </a:extLst>
          </p:cNvPr>
          <p:cNvSpPr>
            <a:spLocks noGrp="1"/>
          </p:cNvSpPr>
          <p:nvPr>
            <p:ph idx="1"/>
          </p:nvPr>
        </p:nvSpPr>
        <p:spPr>
          <a:xfrm>
            <a:off x="747000" y="1917577"/>
            <a:ext cx="7179352" cy="5494778"/>
          </a:xfrm>
        </p:spPr>
        <p:txBody>
          <a:bodyPr vert="horz" lIns="91440" tIns="45720" rIns="91440" bIns="45720" rtlCol="0" anchor="t">
            <a:normAutofit fontScale="92500" lnSpcReduction="10000"/>
          </a:bodyPr>
          <a:lstStyle/>
          <a:p>
            <a:r>
              <a:rPr lang="en-US" sz="3350" b="1" dirty="0">
                <a:latin typeface="Consolas"/>
              </a:rPr>
              <a:t>@Entity</a:t>
            </a:r>
            <a:r>
              <a:rPr lang="en-US" sz="3350" dirty="0">
                <a:ea typeface="+mj-lt"/>
                <a:cs typeface="+mj-lt"/>
              </a:rPr>
              <a:t>:</a:t>
            </a:r>
            <a:endParaRPr lang="en-US" dirty="0">
              <a:cs typeface="Arial" panose="020B0604020202020204"/>
            </a:endParaRPr>
          </a:p>
          <a:p>
            <a:r>
              <a:rPr lang="en-US" sz="3350" dirty="0">
                <a:ea typeface="+mj-lt"/>
                <a:cs typeface="+mj-lt"/>
              </a:rPr>
              <a:t>Marks the class as a JPA entity, making it </a:t>
            </a:r>
            <a:r>
              <a:rPr lang="en-US" sz="3350" dirty="0" err="1">
                <a:ea typeface="+mj-lt"/>
                <a:cs typeface="+mj-lt"/>
              </a:rPr>
              <a:t>mapable</a:t>
            </a:r>
            <a:r>
              <a:rPr lang="en-US" sz="3350" dirty="0">
                <a:ea typeface="+mj-lt"/>
                <a:cs typeface="+mj-lt"/>
              </a:rPr>
              <a:t> to a database table.</a:t>
            </a:r>
            <a:endParaRPr lang="en-US" dirty="0"/>
          </a:p>
          <a:p>
            <a:r>
              <a:rPr lang="en-US" sz="3350" b="1" dirty="0">
                <a:latin typeface="Consolas"/>
              </a:rPr>
              <a:t>@Table(name = "customer")</a:t>
            </a:r>
            <a:r>
              <a:rPr lang="en-US" sz="3350" dirty="0">
                <a:ea typeface="+mj-lt"/>
                <a:cs typeface="+mj-lt"/>
              </a:rPr>
              <a:t>:</a:t>
            </a:r>
            <a:endParaRPr lang="en-US" dirty="0"/>
          </a:p>
          <a:p>
            <a:r>
              <a:rPr lang="en-US" sz="3350" dirty="0">
                <a:ea typeface="+mj-lt"/>
                <a:cs typeface="+mj-lt"/>
              </a:rPr>
              <a:t>Maps this class to the </a:t>
            </a:r>
            <a:r>
              <a:rPr lang="en-US" sz="3350" dirty="0">
                <a:latin typeface="Consolas"/>
              </a:rPr>
              <a:t>customer</a:t>
            </a:r>
            <a:r>
              <a:rPr lang="en-US" sz="3350" dirty="0">
                <a:ea typeface="+mj-lt"/>
                <a:cs typeface="+mj-lt"/>
              </a:rPr>
              <a:t> table in the database.</a:t>
            </a:r>
            <a:endParaRPr lang="en-US" dirty="0"/>
          </a:p>
          <a:p>
            <a:endParaRPr lang="en-US" sz="3350" dirty="0">
              <a:cs typeface="Arial"/>
            </a:endParaRPr>
          </a:p>
        </p:txBody>
      </p:sp>
      <p:pic>
        <p:nvPicPr>
          <p:cNvPr id="10" name="Content Placeholder 4" descr="A screenshot of a computer program&#10;&#10;Description automatically generated">
            <a:extLst>
              <a:ext uri="{FF2B5EF4-FFF2-40B4-BE49-F238E27FC236}">
                <a16:creationId xmlns:a16="http://schemas.microsoft.com/office/drawing/2014/main" id="{72B5EB73-19D0-3605-869A-A1D256E21900}"/>
              </a:ext>
            </a:extLst>
          </p:cNvPr>
          <p:cNvPicPr>
            <a:picLocks noChangeAspect="1"/>
          </p:cNvPicPr>
          <p:nvPr/>
        </p:nvPicPr>
        <p:blipFill>
          <a:blip r:embed="rId3"/>
          <a:stretch>
            <a:fillRect/>
          </a:stretch>
        </p:blipFill>
        <p:spPr>
          <a:xfrm>
            <a:off x="7068194" y="2063832"/>
            <a:ext cx="7562850" cy="2200275"/>
          </a:xfrm>
          <a:prstGeom prst="rect">
            <a:avLst/>
          </a:prstGeom>
        </p:spPr>
      </p:pic>
    </p:spTree>
    <p:extLst>
      <p:ext uri="{BB962C8B-B14F-4D97-AF65-F5344CB8AC3E}">
        <p14:creationId xmlns:p14="http://schemas.microsoft.com/office/powerpoint/2010/main" val="2807768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646853-3D16-01E6-FF7D-D56AFE186A12}"/>
              </a:ext>
            </a:extLst>
          </p:cNvPr>
          <p:cNvSpPr>
            <a:spLocks noGrp="1"/>
          </p:cNvSpPr>
          <p:nvPr>
            <p:ph idx="1"/>
          </p:nvPr>
        </p:nvSpPr>
        <p:spPr>
          <a:xfrm>
            <a:off x="747000" y="1917577"/>
            <a:ext cx="7489903" cy="5494778"/>
          </a:xfrm>
        </p:spPr>
        <p:txBody>
          <a:bodyPr vert="horz" lIns="91440" tIns="45720" rIns="91440" bIns="45720" rtlCol="0" anchor="t">
            <a:normAutofit fontScale="55000" lnSpcReduction="20000"/>
          </a:bodyPr>
          <a:lstStyle/>
          <a:p>
            <a:pPr>
              <a:lnSpc>
                <a:spcPct val="130000"/>
              </a:lnSpc>
            </a:pPr>
            <a:r>
              <a:rPr lang="en-US" sz="3350" b="1" dirty="0">
                <a:cs typeface="Arial"/>
              </a:rPr>
              <a:t>@Id:</a:t>
            </a:r>
            <a:r>
              <a:rPr lang="en-US" sz="3350" dirty="0">
                <a:cs typeface="Arial"/>
              </a:rPr>
              <a:t> Identifies the primary key field.</a:t>
            </a:r>
          </a:p>
          <a:p>
            <a:pPr>
              <a:lnSpc>
                <a:spcPct val="130000"/>
              </a:lnSpc>
            </a:pPr>
            <a:r>
              <a:rPr lang="en-US" sz="3350" b="1" dirty="0">
                <a:cs typeface="Arial"/>
              </a:rPr>
              <a:t>@GeneratedValue(strategy = </a:t>
            </a:r>
            <a:r>
              <a:rPr lang="en-US" sz="3350" b="1" dirty="0" err="1">
                <a:cs typeface="Arial"/>
              </a:rPr>
              <a:t>GenerationType.IDENTITY</a:t>
            </a:r>
            <a:r>
              <a:rPr lang="en-US" sz="3350" b="1" dirty="0">
                <a:cs typeface="Arial"/>
              </a:rPr>
              <a:t>):</a:t>
            </a:r>
          </a:p>
          <a:p>
            <a:pPr lvl="1">
              <a:lnSpc>
                <a:spcPct val="130000"/>
              </a:lnSpc>
              <a:buFont typeface="Courier New" panose="020B0604020202020204" pitchFamily="34" charset="0"/>
              <a:buChar char="o"/>
            </a:pPr>
            <a:r>
              <a:rPr lang="en-US" sz="2850" dirty="0">
                <a:cs typeface="Arial"/>
              </a:rPr>
              <a:t>Indicates that the primary key is auto-generated by the database.</a:t>
            </a:r>
          </a:p>
          <a:p>
            <a:pPr>
              <a:lnSpc>
                <a:spcPct val="130000"/>
              </a:lnSpc>
            </a:pPr>
            <a:r>
              <a:rPr lang="en-US" sz="3350" b="1" dirty="0">
                <a:cs typeface="Arial"/>
              </a:rPr>
              <a:t>@Column:</a:t>
            </a:r>
            <a:endParaRPr lang="en-US" b="1" dirty="0"/>
          </a:p>
          <a:p>
            <a:pPr lvl="1">
              <a:lnSpc>
                <a:spcPct val="130000"/>
              </a:lnSpc>
              <a:buFont typeface="Courier New" panose="020B0604020202020204" pitchFamily="34" charset="0"/>
              <a:buChar char="o"/>
            </a:pPr>
            <a:r>
              <a:rPr lang="en-US" sz="2850" dirty="0">
                <a:cs typeface="Arial"/>
              </a:rPr>
              <a:t>Maps the field to a specific column in the database table.</a:t>
            </a:r>
          </a:p>
          <a:p>
            <a:pPr lvl="1">
              <a:lnSpc>
                <a:spcPct val="130000"/>
              </a:lnSpc>
              <a:buFont typeface="Courier New" panose="020B0604020202020204" pitchFamily="34" charset="0"/>
              <a:buChar char="o"/>
            </a:pPr>
            <a:r>
              <a:rPr lang="en-US" sz="2850" dirty="0">
                <a:cs typeface="Arial"/>
              </a:rPr>
              <a:t>Properties: name, nullable, length, unique, etc.</a:t>
            </a:r>
          </a:p>
          <a:p>
            <a:pPr>
              <a:lnSpc>
                <a:spcPct val="130000"/>
              </a:lnSpc>
            </a:pPr>
            <a:r>
              <a:rPr lang="en-US" sz="3350" dirty="0">
                <a:cs typeface="Arial"/>
              </a:rPr>
              <a:t>Field Types:</a:t>
            </a:r>
            <a:endParaRPr lang="en-US" dirty="0"/>
          </a:p>
          <a:p>
            <a:pPr lvl="1">
              <a:lnSpc>
                <a:spcPct val="130000"/>
              </a:lnSpc>
              <a:buFont typeface="Courier New" panose="020B0604020202020204" pitchFamily="34" charset="0"/>
              <a:buChar char="o"/>
            </a:pPr>
            <a:r>
              <a:rPr lang="en-US" sz="2850" b="1" dirty="0">
                <a:cs typeface="Arial"/>
              </a:rPr>
              <a:t>String</a:t>
            </a:r>
            <a:r>
              <a:rPr lang="en-US" sz="2850" dirty="0">
                <a:cs typeface="Arial"/>
              </a:rPr>
              <a:t>, </a:t>
            </a:r>
            <a:r>
              <a:rPr lang="en-US" sz="2850" b="1" dirty="0">
                <a:cs typeface="Arial"/>
              </a:rPr>
              <a:t>Boolean</a:t>
            </a:r>
            <a:r>
              <a:rPr lang="en-US" sz="2850" dirty="0">
                <a:cs typeface="Arial"/>
              </a:rPr>
              <a:t>, </a:t>
            </a:r>
            <a:r>
              <a:rPr lang="en-US" sz="2850" b="1" dirty="0" err="1">
                <a:cs typeface="Arial"/>
              </a:rPr>
              <a:t>LocalDate</a:t>
            </a:r>
            <a:r>
              <a:rPr lang="en-US" sz="2850" dirty="0">
                <a:cs typeface="Arial"/>
              </a:rPr>
              <a:t>, and </a:t>
            </a:r>
            <a:r>
              <a:rPr lang="en-US" sz="2850" b="1" dirty="0" err="1">
                <a:cs typeface="Arial"/>
              </a:rPr>
              <a:t>LocalDateTime</a:t>
            </a:r>
            <a:r>
              <a:rPr lang="en-US" sz="2850" dirty="0">
                <a:cs typeface="Arial"/>
              </a:rPr>
              <a:t> are mapped directly to database types like VARCHAR, BOOLEAN, DATE, and TIMESTAMP.</a:t>
            </a:r>
          </a:p>
          <a:p>
            <a:pPr>
              <a:lnSpc>
                <a:spcPct val="130000"/>
              </a:lnSpc>
            </a:pPr>
            <a:r>
              <a:rPr lang="en-US" sz="3350" b="1" dirty="0">
                <a:cs typeface="Arial"/>
              </a:rPr>
              <a:t>@Column(updatable = false):</a:t>
            </a:r>
            <a:endParaRPr lang="en-US" b="1" dirty="0"/>
          </a:p>
          <a:p>
            <a:pPr lvl="1">
              <a:lnSpc>
                <a:spcPct val="130000"/>
              </a:lnSpc>
              <a:buFont typeface="Courier New" panose="020B0604020202020204" pitchFamily="34" charset="0"/>
              <a:buChar char="o"/>
            </a:pPr>
            <a:r>
              <a:rPr lang="en-US" sz="2850" dirty="0">
                <a:cs typeface="Arial"/>
              </a:rPr>
              <a:t>Specifies that the </a:t>
            </a:r>
            <a:r>
              <a:rPr lang="en-US" sz="2850" dirty="0" err="1">
                <a:cs typeface="Arial"/>
              </a:rPr>
              <a:t>created_at</a:t>
            </a:r>
            <a:r>
              <a:rPr lang="en-US" sz="2850" dirty="0">
                <a:cs typeface="Arial"/>
              </a:rPr>
              <a:t> field is not updatable after creation.</a:t>
            </a:r>
          </a:p>
          <a:p>
            <a:endParaRPr lang="en-US" sz="3350" dirty="0">
              <a:cs typeface="Arial"/>
            </a:endParaRPr>
          </a:p>
        </p:txBody>
      </p:sp>
      <p:sp>
        <p:nvSpPr>
          <p:cNvPr id="3" name="Slide Number Placeholder 2">
            <a:extLst>
              <a:ext uri="{FF2B5EF4-FFF2-40B4-BE49-F238E27FC236}">
                <a16:creationId xmlns:a16="http://schemas.microsoft.com/office/drawing/2014/main" id="{0E351574-3C1E-D9E5-36C1-1A4628851FC0}"/>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70197903-AFB0-B4E0-EA06-B5CEC5CF7720}"/>
              </a:ext>
            </a:extLst>
          </p:cNvPr>
          <p:cNvSpPr>
            <a:spLocks noGrp="1"/>
          </p:cNvSpPr>
          <p:nvPr>
            <p:ph type="title"/>
          </p:nvPr>
        </p:nvSpPr>
        <p:spPr/>
        <p:txBody>
          <a:bodyPr>
            <a:normAutofit/>
          </a:bodyPr>
          <a:lstStyle/>
          <a:p>
            <a:r>
              <a:rPr lang="en-US" sz="2800" dirty="0">
                <a:cs typeface="Arial"/>
              </a:rPr>
              <a:t>Mapping PK and Cols</a:t>
            </a:r>
            <a:endParaRPr lang="en-US" sz="2800" b="0" dirty="0">
              <a:solidFill>
                <a:srgbClr val="000000"/>
              </a:solidFill>
              <a:cs typeface="Arial"/>
            </a:endParaRPr>
          </a:p>
        </p:txBody>
      </p:sp>
      <p:pic>
        <p:nvPicPr>
          <p:cNvPr id="6" name="Content Placeholder 7" descr="A screenshot of a computer program&#10;&#10;Description automatically generated">
            <a:extLst>
              <a:ext uri="{FF2B5EF4-FFF2-40B4-BE49-F238E27FC236}">
                <a16:creationId xmlns:a16="http://schemas.microsoft.com/office/drawing/2014/main" id="{F67E9C8F-7CD0-EC45-D6D4-C2DD5BDFA1FF}"/>
              </a:ext>
            </a:extLst>
          </p:cNvPr>
          <p:cNvPicPr>
            <a:picLocks noChangeAspect="1"/>
          </p:cNvPicPr>
          <p:nvPr/>
        </p:nvPicPr>
        <p:blipFill>
          <a:blip r:embed="rId2"/>
          <a:stretch>
            <a:fillRect/>
          </a:stretch>
        </p:blipFill>
        <p:spPr>
          <a:xfrm>
            <a:off x="8116573" y="1447134"/>
            <a:ext cx="5966424" cy="5728299"/>
          </a:xfrm>
          <a:prstGeom prst="rect">
            <a:avLst/>
          </a:prstGeom>
        </p:spPr>
      </p:pic>
    </p:spTree>
    <p:extLst>
      <p:ext uri="{BB962C8B-B14F-4D97-AF65-F5344CB8AC3E}">
        <p14:creationId xmlns:p14="http://schemas.microsoft.com/office/powerpoint/2010/main" val="4049434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40317B-0FD6-ED65-5E04-601EBFDF1895}"/>
              </a:ext>
            </a:extLst>
          </p:cNvPr>
          <p:cNvSpPr>
            <a:spLocks noGrp="1"/>
          </p:cNvSpPr>
          <p:nvPr>
            <p:ph idx="1"/>
          </p:nvPr>
        </p:nvSpPr>
        <p:spPr/>
        <p:txBody>
          <a:bodyPr vert="horz" lIns="91440" tIns="45720" rIns="91440" bIns="45720" rtlCol="0" anchor="t">
            <a:normAutofit fontScale="85000" lnSpcReduction="20000"/>
          </a:bodyPr>
          <a:lstStyle/>
          <a:p>
            <a:r>
              <a:rPr lang="en-US" sz="3350" dirty="0">
                <a:cs typeface="Arial"/>
              </a:rPr>
              <a:t>@OneToMany: map relation 1:N with order table</a:t>
            </a:r>
          </a:p>
          <a:p>
            <a:pPr lvl="1">
              <a:buFont typeface="Courier New" panose="020B0604020202020204" pitchFamily="34" charset="0"/>
              <a:buChar char="o"/>
            </a:pPr>
            <a:r>
              <a:rPr lang="en-US" sz="2850" dirty="0">
                <a:ea typeface="+mj-lt"/>
                <a:cs typeface="+mj-lt"/>
              </a:rPr>
              <a:t>A </a:t>
            </a:r>
            <a:r>
              <a:rPr lang="en-US" sz="2850" dirty="0">
                <a:latin typeface="Arial"/>
                <a:cs typeface="Arial"/>
              </a:rPr>
              <a:t>Customer</a:t>
            </a:r>
            <a:r>
              <a:rPr lang="en-US" sz="2850" dirty="0">
                <a:ea typeface="+mj-lt"/>
                <a:cs typeface="+mj-lt"/>
              </a:rPr>
              <a:t> can have multiple </a:t>
            </a:r>
            <a:r>
              <a:rPr lang="en-US" sz="2850" dirty="0">
                <a:latin typeface="Arial"/>
                <a:cs typeface="Arial"/>
              </a:rPr>
              <a:t>Orders</a:t>
            </a:r>
            <a:r>
              <a:rPr lang="en-US" sz="2850" dirty="0">
                <a:ea typeface="+mj-lt"/>
                <a:cs typeface="+mj-lt"/>
              </a:rPr>
              <a:t>, but each </a:t>
            </a:r>
            <a:r>
              <a:rPr lang="en-US" sz="2850" dirty="0">
                <a:latin typeface="Arial"/>
                <a:cs typeface="Arial"/>
              </a:rPr>
              <a:t>Order</a:t>
            </a:r>
            <a:r>
              <a:rPr lang="en-US" sz="2850" dirty="0">
                <a:ea typeface="+mj-lt"/>
                <a:cs typeface="+mj-lt"/>
              </a:rPr>
              <a:t> belongs to a single </a:t>
            </a:r>
            <a:r>
              <a:rPr lang="en-US" sz="2850" dirty="0">
                <a:latin typeface="Arial"/>
                <a:cs typeface="Arial"/>
              </a:rPr>
              <a:t>Customer</a:t>
            </a:r>
            <a:r>
              <a:rPr lang="en-US" sz="2850" dirty="0">
                <a:ea typeface="+mj-lt"/>
                <a:cs typeface="+mj-lt"/>
              </a:rPr>
              <a:t>.</a:t>
            </a:r>
          </a:p>
          <a:p>
            <a:pPr>
              <a:spcBef>
                <a:spcPts val="600"/>
              </a:spcBef>
              <a:buFont typeface="Courier New" panose="020B0604020202020204" pitchFamily="34" charset="0"/>
            </a:pPr>
            <a:r>
              <a:rPr lang="en-US" sz="3350" dirty="0" err="1">
                <a:ea typeface="+mj-lt"/>
                <a:cs typeface="+mj-lt"/>
              </a:rPr>
              <a:t>CascadeType.ALL</a:t>
            </a:r>
            <a:r>
              <a:rPr lang="en-US" sz="3350" dirty="0">
                <a:ea typeface="+mj-lt"/>
                <a:cs typeface="+mj-lt"/>
              </a:rPr>
              <a:t>:</a:t>
            </a:r>
            <a:endParaRPr lang="en-US" sz="3350" dirty="0">
              <a:cs typeface="Arial"/>
            </a:endParaRPr>
          </a:p>
          <a:p>
            <a:pPr lvl="1">
              <a:spcBef>
                <a:spcPts val="600"/>
              </a:spcBef>
              <a:buFont typeface="Courier New" panose="020B0604020202020204" pitchFamily="34" charset="0"/>
              <a:buChar char="o"/>
            </a:pPr>
            <a:r>
              <a:rPr lang="en-US" sz="2850" dirty="0">
                <a:cs typeface="Arial"/>
              </a:rPr>
              <a:t>PERSIST: Saves the child entities when the parent entity is saved.</a:t>
            </a:r>
          </a:p>
          <a:p>
            <a:pPr lvl="1">
              <a:lnSpc>
                <a:spcPct val="130000"/>
              </a:lnSpc>
              <a:spcBef>
                <a:spcPts val="600"/>
              </a:spcBef>
              <a:buFont typeface="Courier New" panose="020B0604020202020204" pitchFamily="34" charset="0"/>
              <a:buChar char="o"/>
            </a:pPr>
            <a:r>
              <a:rPr lang="en-US" sz="2850" dirty="0">
                <a:cs typeface="Arial"/>
              </a:rPr>
              <a:t>MERGE: Updates the child entities when the parent entity is updated.</a:t>
            </a:r>
          </a:p>
          <a:p>
            <a:pPr lvl="1">
              <a:lnSpc>
                <a:spcPct val="130000"/>
              </a:lnSpc>
              <a:spcBef>
                <a:spcPts val="600"/>
              </a:spcBef>
              <a:buFont typeface="Courier New" panose="020B0604020202020204" pitchFamily="34" charset="0"/>
              <a:buChar char="o"/>
            </a:pPr>
            <a:r>
              <a:rPr lang="en-US" sz="2850" dirty="0">
                <a:cs typeface="Arial"/>
              </a:rPr>
              <a:t>REMOVE: Deletes the child entities when the parent entity is deleted.</a:t>
            </a:r>
          </a:p>
          <a:p>
            <a:pPr lvl="1">
              <a:lnSpc>
                <a:spcPct val="130000"/>
              </a:lnSpc>
              <a:spcBef>
                <a:spcPts val="600"/>
              </a:spcBef>
              <a:buFont typeface="Courier New" panose="020B0604020202020204" pitchFamily="34" charset="0"/>
              <a:buChar char="o"/>
            </a:pPr>
            <a:r>
              <a:rPr lang="en-US" sz="2850" dirty="0">
                <a:cs typeface="Arial"/>
              </a:rPr>
              <a:t>REFRESH: Refreshes the child entities when the parent entity is refreshed.</a:t>
            </a:r>
          </a:p>
          <a:p>
            <a:pPr lvl="1">
              <a:lnSpc>
                <a:spcPct val="130000"/>
              </a:lnSpc>
              <a:spcBef>
                <a:spcPts val="600"/>
              </a:spcBef>
              <a:buFont typeface="Courier New" panose="020B0604020202020204" pitchFamily="34" charset="0"/>
              <a:buChar char="o"/>
            </a:pPr>
            <a:r>
              <a:rPr lang="en-US" sz="2850" dirty="0">
                <a:cs typeface="Arial"/>
              </a:rPr>
              <a:t>DETACH: Detaches the child entities when the parent entity is detached from the persistence context.</a:t>
            </a:r>
          </a:p>
          <a:p>
            <a:pPr>
              <a:lnSpc>
                <a:spcPct val="130000"/>
              </a:lnSpc>
              <a:spcBef>
                <a:spcPts val="600"/>
              </a:spcBef>
              <a:buFont typeface="Courier New" panose="020B0604020202020204" pitchFamily="34" charset="0"/>
              <a:buChar char="•"/>
            </a:pPr>
            <a:r>
              <a:rPr lang="en-US" sz="3350" dirty="0" err="1">
                <a:cs typeface="Arial"/>
              </a:rPr>
              <a:t>orphanRemoval</a:t>
            </a:r>
            <a:r>
              <a:rPr lang="en-US" sz="3350" dirty="0">
                <a:cs typeface="Arial"/>
              </a:rPr>
              <a:t> = true: </a:t>
            </a:r>
            <a:r>
              <a:rPr lang="en-US" sz="3350" b="1" dirty="0">
                <a:ea typeface="+mj-lt"/>
                <a:cs typeface="+mj-lt"/>
              </a:rPr>
              <a:t>orphaned child entities</a:t>
            </a:r>
            <a:r>
              <a:rPr lang="en-US" sz="3350" dirty="0">
                <a:ea typeface="+mj-lt"/>
                <a:cs typeface="+mj-lt"/>
              </a:rPr>
              <a:t> are automatically removed.</a:t>
            </a:r>
            <a:endParaRPr lang="en-US" sz="3350" dirty="0">
              <a:cs typeface="Arial"/>
            </a:endParaRPr>
          </a:p>
          <a:p>
            <a:pPr>
              <a:buFont typeface="Courier New" panose="020B0604020202020204" pitchFamily="34" charset="0"/>
              <a:buChar char="•"/>
            </a:pPr>
            <a:endParaRPr lang="en-US" sz="3350" dirty="0">
              <a:cs typeface="Arial"/>
            </a:endParaRPr>
          </a:p>
          <a:p>
            <a:pPr lvl="1">
              <a:buFont typeface="Courier New" panose="020B0604020202020204" pitchFamily="34" charset="0"/>
              <a:buChar char="o"/>
            </a:pPr>
            <a:endParaRPr lang="en-US" sz="2850" dirty="0">
              <a:cs typeface="Arial"/>
            </a:endParaRPr>
          </a:p>
        </p:txBody>
      </p:sp>
      <p:sp>
        <p:nvSpPr>
          <p:cNvPr id="3" name="Slide Number Placeholder 2">
            <a:extLst>
              <a:ext uri="{FF2B5EF4-FFF2-40B4-BE49-F238E27FC236}">
                <a16:creationId xmlns:a16="http://schemas.microsoft.com/office/drawing/2014/main" id="{F8E87AE7-63EF-4997-9296-6C8EBB35D10B}"/>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4" name="Title 3">
            <a:extLst>
              <a:ext uri="{FF2B5EF4-FFF2-40B4-BE49-F238E27FC236}">
                <a16:creationId xmlns:a16="http://schemas.microsoft.com/office/drawing/2014/main" id="{089E683D-9CB0-39F8-26D0-EF1D99B2490C}"/>
              </a:ext>
            </a:extLst>
          </p:cNvPr>
          <p:cNvSpPr>
            <a:spLocks noGrp="1"/>
          </p:cNvSpPr>
          <p:nvPr>
            <p:ph type="title"/>
          </p:nvPr>
        </p:nvSpPr>
        <p:spPr/>
        <p:txBody>
          <a:bodyPr/>
          <a:lstStyle/>
          <a:p>
            <a:r>
              <a:rPr lang="en-US" sz="2750" dirty="0">
                <a:cs typeface="Arial"/>
              </a:rPr>
              <a:t>Mapping Relations</a:t>
            </a:r>
          </a:p>
        </p:txBody>
      </p:sp>
      <p:pic>
        <p:nvPicPr>
          <p:cNvPr id="6" name="Picture 5">
            <a:extLst>
              <a:ext uri="{FF2B5EF4-FFF2-40B4-BE49-F238E27FC236}">
                <a16:creationId xmlns:a16="http://schemas.microsoft.com/office/drawing/2014/main" id="{27CCF5C6-3EEC-E3AD-8874-E7859E684810}"/>
              </a:ext>
            </a:extLst>
          </p:cNvPr>
          <p:cNvPicPr>
            <a:picLocks noChangeAspect="1"/>
          </p:cNvPicPr>
          <p:nvPr/>
        </p:nvPicPr>
        <p:blipFill>
          <a:blip r:embed="rId3"/>
          <a:stretch>
            <a:fillRect/>
          </a:stretch>
        </p:blipFill>
        <p:spPr>
          <a:xfrm>
            <a:off x="1903293" y="928868"/>
            <a:ext cx="10841067" cy="730190"/>
          </a:xfrm>
          <a:prstGeom prst="rect">
            <a:avLst/>
          </a:prstGeom>
        </p:spPr>
      </p:pic>
    </p:spTree>
    <p:extLst>
      <p:ext uri="{BB962C8B-B14F-4D97-AF65-F5344CB8AC3E}">
        <p14:creationId xmlns:p14="http://schemas.microsoft.com/office/powerpoint/2010/main" val="3164554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AF4E2C-0C68-7A65-FCA8-0BCC50C887B9}"/>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6621D492-BCF1-C664-BBCA-94B59737C0C8}"/>
              </a:ext>
            </a:extLst>
          </p:cNvPr>
          <p:cNvSpPr>
            <a:spLocks noGrp="1"/>
          </p:cNvSpPr>
          <p:nvPr>
            <p:ph type="title"/>
          </p:nvPr>
        </p:nvSpPr>
        <p:spPr/>
        <p:txBody>
          <a:bodyPr/>
          <a:lstStyle/>
          <a:p>
            <a:r>
              <a:rPr lang="en-US" sz="2750" dirty="0">
                <a:cs typeface="Arial"/>
              </a:rPr>
              <a:t>Getters &amp; Setters</a:t>
            </a:r>
            <a:endParaRPr lang="en-US" dirty="0"/>
          </a:p>
        </p:txBody>
      </p:sp>
      <p:pic>
        <p:nvPicPr>
          <p:cNvPr id="11" name="Content Placeholder 10" descr="A screen shot of a computer code&#10;&#10;Description automatically generated">
            <a:extLst>
              <a:ext uri="{FF2B5EF4-FFF2-40B4-BE49-F238E27FC236}">
                <a16:creationId xmlns:a16="http://schemas.microsoft.com/office/drawing/2014/main" id="{42488974-BBB6-28E6-03A1-3D17B9001FF6}"/>
              </a:ext>
            </a:extLst>
          </p:cNvPr>
          <p:cNvPicPr>
            <a:picLocks noGrp="1" noChangeAspect="1"/>
          </p:cNvPicPr>
          <p:nvPr>
            <p:ph idx="1"/>
          </p:nvPr>
        </p:nvPicPr>
        <p:blipFill>
          <a:blip r:embed="rId2"/>
          <a:stretch>
            <a:fillRect/>
          </a:stretch>
        </p:blipFill>
        <p:spPr>
          <a:xfrm>
            <a:off x="2605822" y="1968043"/>
            <a:ext cx="10690644" cy="4513951"/>
          </a:xfrm>
        </p:spPr>
      </p:pic>
    </p:spTree>
    <p:extLst>
      <p:ext uri="{BB962C8B-B14F-4D97-AF65-F5344CB8AC3E}">
        <p14:creationId xmlns:p14="http://schemas.microsoft.com/office/powerpoint/2010/main" val="3631871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0FBC5D-638F-EE5C-CCF5-56132728717D}"/>
              </a:ext>
            </a:extLst>
          </p:cNvPr>
          <p:cNvSpPr>
            <a:spLocks noGrp="1"/>
          </p:cNvSpPr>
          <p:nvPr>
            <p:ph idx="1"/>
          </p:nvPr>
        </p:nvSpPr>
        <p:spPr>
          <a:xfrm>
            <a:off x="747000" y="1917577"/>
            <a:ext cx="6592757" cy="5494778"/>
          </a:xfrm>
        </p:spPr>
        <p:txBody>
          <a:bodyPr vert="horz" lIns="91440" tIns="45720" rIns="91440" bIns="45720" rtlCol="0" anchor="t">
            <a:normAutofit/>
          </a:bodyPr>
          <a:lstStyle/>
          <a:p>
            <a:r>
              <a:rPr lang="en-US" sz="3350" dirty="0">
                <a:cs typeface="Arial"/>
              </a:rPr>
              <a:t>Replace original logic</a:t>
            </a:r>
          </a:p>
          <a:p>
            <a:r>
              <a:rPr lang="en-US" sz="3350" dirty="0">
                <a:cs typeface="Arial"/>
              </a:rPr>
              <a:t>Sample: change </a:t>
            </a:r>
            <a:r>
              <a:rPr lang="en-US" sz="3350" dirty="0" err="1">
                <a:cs typeface="Arial"/>
              </a:rPr>
              <a:t>toString</a:t>
            </a:r>
            <a:r>
              <a:rPr lang="en-US" sz="3350" dirty="0">
                <a:cs typeface="Arial"/>
              </a:rPr>
              <a:t>() method for debug</a:t>
            </a:r>
          </a:p>
        </p:txBody>
      </p:sp>
      <p:sp>
        <p:nvSpPr>
          <p:cNvPr id="3" name="Slide Number Placeholder 2">
            <a:extLst>
              <a:ext uri="{FF2B5EF4-FFF2-40B4-BE49-F238E27FC236}">
                <a16:creationId xmlns:a16="http://schemas.microsoft.com/office/drawing/2014/main" id="{BCD0377C-4159-1987-A0C1-4A52A8333CED}"/>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6C7AD9C4-BD9F-8904-34FD-BBD28AC9BDD0}"/>
              </a:ext>
            </a:extLst>
          </p:cNvPr>
          <p:cNvSpPr>
            <a:spLocks noGrp="1"/>
          </p:cNvSpPr>
          <p:nvPr>
            <p:ph type="title"/>
          </p:nvPr>
        </p:nvSpPr>
        <p:spPr/>
        <p:txBody>
          <a:bodyPr/>
          <a:lstStyle/>
          <a:p>
            <a:r>
              <a:rPr lang="en-US" sz="2750" dirty="0">
                <a:cs typeface="Arial"/>
              </a:rPr>
              <a:t>Overwrite </a:t>
            </a:r>
            <a:r>
              <a:rPr lang="en-US" sz="2750">
                <a:cs typeface="Arial"/>
              </a:rPr>
              <a:t>Functions</a:t>
            </a:r>
            <a:endParaRPr lang="en-US" dirty="0" err="1"/>
          </a:p>
        </p:txBody>
      </p:sp>
      <p:pic>
        <p:nvPicPr>
          <p:cNvPr id="5" name="Picture 4" descr="A screen shot of a computer program&#10;&#10;Description automatically generated">
            <a:extLst>
              <a:ext uri="{FF2B5EF4-FFF2-40B4-BE49-F238E27FC236}">
                <a16:creationId xmlns:a16="http://schemas.microsoft.com/office/drawing/2014/main" id="{88799DF7-37C3-2007-2E13-3A3D923F4403}"/>
              </a:ext>
            </a:extLst>
          </p:cNvPr>
          <p:cNvPicPr>
            <a:picLocks noChangeAspect="1"/>
          </p:cNvPicPr>
          <p:nvPr/>
        </p:nvPicPr>
        <p:blipFill>
          <a:blip r:embed="rId2"/>
          <a:srcRect r="16699" b="-344"/>
          <a:stretch/>
        </p:blipFill>
        <p:spPr>
          <a:xfrm>
            <a:off x="7314571" y="2139531"/>
            <a:ext cx="7301876" cy="5054780"/>
          </a:xfrm>
          <a:prstGeom prst="rect">
            <a:avLst/>
          </a:prstGeom>
        </p:spPr>
      </p:pic>
    </p:spTree>
    <p:extLst>
      <p:ext uri="{BB962C8B-B14F-4D97-AF65-F5344CB8AC3E}">
        <p14:creationId xmlns:p14="http://schemas.microsoft.com/office/powerpoint/2010/main" val="1180945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D42D1-81A5-9270-2850-4ECF2BB7EF95}"/>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sz="3350" dirty="0">
                <a:ea typeface="+mj-lt"/>
                <a:cs typeface="+mj-lt"/>
              </a:rPr>
              <a:t>&lt;hibernate-configuration&gt;</a:t>
            </a:r>
            <a:endParaRPr lang="en-US" dirty="0">
              <a:ea typeface="+mj-lt"/>
              <a:cs typeface="+mj-lt"/>
            </a:endParaRPr>
          </a:p>
          <a:p>
            <a:pPr marL="0" indent="0">
              <a:buNone/>
            </a:pPr>
            <a:r>
              <a:rPr lang="en-US" sz="3350" dirty="0">
                <a:ea typeface="+mj-lt"/>
                <a:cs typeface="+mj-lt"/>
              </a:rPr>
              <a:t>  &lt;session-factory&gt;</a:t>
            </a:r>
          </a:p>
          <a:p>
            <a:pPr marL="0" indent="0">
              <a:buNone/>
            </a:pPr>
            <a:r>
              <a:rPr lang="en-US" sz="3350" dirty="0">
                <a:ea typeface="+mj-lt"/>
                <a:cs typeface="+mj-lt"/>
              </a:rPr>
              <a:t>   &lt;property name="</a:t>
            </a:r>
            <a:r>
              <a:rPr lang="en-US" sz="3350" dirty="0" err="1">
                <a:ea typeface="+mj-lt"/>
                <a:cs typeface="+mj-lt"/>
              </a:rPr>
              <a:t>hibernate.dialect</a:t>
            </a:r>
            <a:r>
              <a:rPr lang="en-US" sz="3350" dirty="0">
                <a:ea typeface="+mj-lt"/>
                <a:cs typeface="+mj-lt"/>
              </a:rPr>
              <a:t>"&gt;</a:t>
            </a:r>
            <a:r>
              <a:rPr lang="en-US" sz="3350" dirty="0" err="1">
                <a:ea typeface="+mj-lt"/>
                <a:cs typeface="+mj-lt"/>
              </a:rPr>
              <a:t>org.hibernate.dialect.MySQLDialect</a:t>
            </a:r>
            <a:r>
              <a:rPr lang="en-US" sz="3350" dirty="0">
                <a:ea typeface="+mj-lt"/>
                <a:cs typeface="+mj-lt"/>
              </a:rPr>
              <a:t>&lt;/property&gt;</a:t>
            </a:r>
          </a:p>
          <a:p>
            <a:pPr marL="0" indent="0">
              <a:buNone/>
            </a:pPr>
            <a:r>
              <a:rPr lang="en-US" sz="3350" dirty="0">
                <a:ea typeface="+mj-lt"/>
                <a:cs typeface="+mj-lt"/>
              </a:rPr>
              <a:t>   &lt;property name="</a:t>
            </a:r>
            <a:r>
              <a:rPr lang="en-US" sz="3350" dirty="0" err="1">
                <a:ea typeface="+mj-lt"/>
                <a:cs typeface="+mj-lt"/>
              </a:rPr>
              <a:t>hibernate.connection.driver_class</a:t>
            </a:r>
            <a:r>
              <a:rPr lang="en-US" sz="3350" dirty="0">
                <a:ea typeface="+mj-lt"/>
                <a:cs typeface="+mj-lt"/>
              </a:rPr>
              <a:t>"&gt;</a:t>
            </a:r>
            <a:r>
              <a:rPr lang="en-US" sz="3350" dirty="0" err="1">
                <a:ea typeface="+mj-lt"/>
                <a:cs typeface="+mj-lt"/>
              </a:rPr>
              <a:t>com.mysql.cj.jdbc.Driver</a:t>
            </a:r>
            <a:r>
              <a:rPr lang="en-US" sz="3350" dirty="0">
                <a:ea typeface="+mj-lt"/>
                <a:cs typeface="+mj-lt"/>
              </a:rPr>
              <a:t>&lt;/property&gt; </a:t>
            </a:r>
          </a:p>
          <a:p>
            <a:pPr marL="0" indent="0">
              <a:buNone/>
            </a:pPr>
            <a:r>
              <a:rPr lang="en-US" sz="3350" dirty="0">
                <a:ea typeface="+mj-lt"/>
                <a:cs typeface="+mj-lt"/>
              </a:rPr>
              <a:t>   &lt;property name="hibernate.connection.url"&gt;</a:t>
            </a:r>
            <a:r>
              <a:rPr lang="en-US" sz="3350" dirty="0" err="1">
                <a:ea typeface="+mj-lt"/>
                <a:cs typeface="+mj-lt"/>
              </a:rPr>
              <a:t>jdbc:mysql</a:t>
            </a:r>
            <a:r>
              <a:rPr lang="en-US" sz="3350" dirty="0">
                <a:ea typeface="+mj-lt"/>
                <a:cs typeface="+mj-lt"/>
              </a:rPr>
              <a:t>://localhost:3306/</a:t>
            </a:r>
            <a:r>
              <a:rPr lang="en-US" sz="3350" dirty="0" err="1">
                <a:ea typeface="+mj-lt"/>
                <a:cs typeface="+mj-lt"/>
              </a:rPr>
              <a:t>mydatabase</a:t>
            </a:r>
            <a:r>
              <a:rPr lang="en-US" sz="3350" dirty="0">
                <a:ea typeface="+mj-lt"/>
                <a:cs typeface="+mj-lt"/>
              </a:rPr>
              <a:t>&lt;/property&gt;</a:t>
            </a:r>
            <a:endParaRPr lang="en-US"/>
          </a:p>
          <a:p>
            <a:pPr marL="0" indent="0">
              <a:buNone/>
            </a:pPr>
            <a:r>
              <a:rPr lang="en-US" sz="3350" dirty="0">
                <a:ea typeface="+mj-lt"/>
                <a:cs typeface="+mj-lt"/>
              </a:rPr>
              <a:t>   &lt;property name="</a:t>
            </a:r>
            <a:r>
              <a:rPr lang="en-US" sz="3350" err="1">
                <a:ea typeface="+mj-lt"/>
                <a:cs typeface="+mj-lt"/>
              </a:rPr>
              <a:t>hibernate.connection.username</a:t>
            </a:r>
            <a:r>
              <a:rPr lang="en-US" sz="3350" dirty="0">
                <a:ea typeface="+mj-lt"/>
                <a:cs typeface="+mj-lt"/>
              </a:rPr>
              <a:t>"&gt;root&lt;/property&gt; </a:t>
            </a:r>
            <a:endParaRPr lang="en-US" sz="3350">
              <a:ea typeface="+mj-lt"/>
              <a:cs typeface="+mj-lt"/>
            </a:endParaRPr>
          </a:p>
          <a:p>
            <a:pPr marL="0" indent="0">
              <a:buNone/>
            </a:pPr>
            <a:r>
              <a:rPr lang="en-US" sz="3350" dirty="0">
                <a:ea typeface="+mj-lt"/>
                <a:cs typeface="+mj-lt"/>
              </a:rPr>
              <a:t>   &lt;property name="</a:t>
            </a:r>
            <a:r>
              <a:rPr lang="en-US" sz="3350" dirty="0" err="1">
                <a:ea typeface="+mj-lt"/>
                <a:cs typeface="+mj-lt"/>
              </a:rPr>
              <a:t>hibernate.connection.password</a:t>
            </a:r>
            <a:r>
              <a:rPr lang="en-US" sz="3350" dirty="0">
                <a:ea typeface="+mj-lt"/>
                <a:cs typeface="+mj-lt"/>
              </a:rPr>
              <a:t>"&gt;password&lt;/property&gt; </a:t>
            </a:r>
            <a:endParaRPr lang="en-US" sz="3350">
              <a:ea typeface="+mj-lt"/>
              <a:cs typeface="+mj-lt"/>
            </a:endParaRPr>
          </a:p>
          <a:p>
            <a:pPr marL="0" indent="0">
              <a:buNone/>
            </a:pPr>
            <a:r>
              <a:rPr lang="en-US" sz="3350" dirty="0">
                <a:ea typeface="+mj-lt"/>
                <a:cs typeface="+mj-lt"/>
              </a:rPr>
              <a:t>   &lt;property name="hibernate.hbm2ddl.auto"&gt;update&lt;/property&gt; </a:t>
            </a:r>
            <a:endParaRPr lang="en-US" sz="3350">
              <a:ea typeface="+mj-lt"/>
              <a:cs typeface="+mj-lt"/>
            </a:endParaRPr>
          </a:p>
          <a:p>
            <a:pPr marL="0" indent="0">
              <a:buNone/>
            </a:pPr>
            <a:r>
              <a:rPr lang="en-US" sz="3350" dirty="0">
                <a:ea typeface="+mj-lt"/>
                <a:cs typeface="+mj-lt"/>
              </a:rPr>
              <a:t> &lt;/session-factory&gt; </a:t>
            </a:r>
          </a:p>
          <a:p>
            <a:pPr marL="0" indent="0">
              <a:buNone/>
            </a:pPr>
            <a:r>
              <a:rPr lang="en-US" sz="3350" dirty="0">
                <a:ea typeface="+mj-lt"/>
                <a:cs typeface="+mj-lt"/>
              </a:rPr>
              <a:t>&lt;/hibernate-configuration&gt;</a:t>
            </a:r>
            <a:endParaRPr lang="en-US" sz="3350" dirty="0">
              <a:cs typeface="Arial" panose="020B0604020202020204"/>
            </a:endParaRPr>
          </a:p>
        </p:txBody>
      </p:sp>
      <p:sp>
        <p:nvSpPr>
          <p:cNvPr id="3" name="Slide Number Placeholder 2">
            <a:extLst>
              <a:ext uri="{FF2B5EF4-FFF2-40B4-BE49-F238E27FC236}">
                <a16:creationId xmlns:a16="http://schemas.microsoft.com/office/drawing/2014/main" id="{4763D62E-78A5-DD64-767C-8E3A0BD570F1}"/>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4F4C2A4D-583A-C1B7-011A-88F161FF57A4}"/>
              </a:ext>
            </a:extLst>
          </p:cNvPr>
          <p:cNvSpPr>
            <a:spLocks noGrp="1"/>
          </p:cNvSpPr>
          <p:nvPr>
            <p:ph type="title"/>
          </p:nvPr>
        </p:nvSpPr>
        <p:spPr/>
        <p:txBody>
          <a:bodyPr/>
          <a:lstStyle/>
          <a:p>
            <a:r>
              <a:rPr lang="en-US" sz="2750" dirty="0">
                <a:cs typeface="Arial"/>
              </a:rPr>
              <a:t>Using the Entity with Hibernate</a:t>
            </a:r>
            <a:endParaRPr lang="en-US" dirty="0"/>
          </a:p>
        </p:txBody>
      </p:sp>
    </p:spTree>
    <p:extLst>
      <p:ext uri="{BB962C8B-B14F-4D97-AF65-F5344CB8AC3E}">
        <p14:creationId xmlns:p14="http://schemas.microsoft.com/office/powerpoint/2010/main" val="316970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 shot of a computer code&#10;&#10;Description automatically generated">
            <a:extLst>
              <a:ext uri="{FF2B5EF4-FFF2-40B4-BE49-F238E27FC236}">
                <a16:creationId xmlns:a16="http://schemas.microsoft.com/office/drawing/2014/main" id="{D8AA4CB7-BCEB-3863-DD48-46B236D86029}"/>
              </a:ext>
            </a:extLst>
          </p:cNvPr>
          <p:cNvPicPr>
            <a:picLocks noGrp="1" noChangeAspect="1"/>
          </p:cNvPicPr>
          <p:nvPr>
            <p:ph idx="1"/>
          </p:nvPr>
        </p:nvPicPr>
        <p:blipFill>
          <a:blip r:embed="rId2"/>
          <a:stretch>
            <a:fillRect/>
          </a:stretch>
        </p:blipFill>
        <p:spPr>
          <a:xfrm>
            <a:off x="510411" y="3185625"/>
            <a:ext cx="6289555" cy="1871752"/>
          </a:xfrm>
        </p:spPr>
      </p:pic>
      <p:sp>
        <p:nvSpPr>
          <p:cNvPr id="3" name="Slide Number Placeholder 2">
            <a:extLst>
              <a:ext uri="{FF2B5EF4-FFF2-40B4-BE49-F238E27FC236}">
                <a16:creationId xmlns:a16="http://schemas.microsoft.com/office/drawing/2014/main" id="{773F3500-A4B8-6522-AEA7-1CD571AC6A42}"/>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4" name="Title 3">
            <a:extLst>
              <a:ext uri="{FF2B5EF4-FFF2-40B4-BE49-F238E27FC236}">
                <a16:creationId xmlns:a16="http://schemas.microsoft.com/office/drawing/2014/main" id="{6DB79639-9DD2-FCAA-FB20-08E3D8B1DF7C}"/>
              </a:ext>
            </a:extLst>
          </p:cNvPr>
          <p:cNvSpPr>
            <a:spLocks noGrp="1"/>
          </p:cNvSpPr>
          <p:nvPr>
            <p:ph type="title"/>
          </p:nvPr>
        </p:nvSpPr>
        <p:spPr/>
        <p:txBody>
          <a:bodyPr/>
          <a:lstStyle/>
          <a:p>
            <a:r>
              <a:rPr lang="en-US" sz="2750" b="0" dirty="0">
                <a:ea typeface="+mj-lt"/>
                <a:cs typeface="+mj-lt"/>
              </a:rPr>
              <a:t>Saving the Entity</a:t>
            </a:r>
            <a:endParaRPr lang="en-US" dirty="0"/>
          </a:p>
        </p:txBody>
      </p:sp>
      <p:pic>
        <p:nvPicPr>
          <p:cNvPr id="6" name="Picture 5" descr="A screen shot of a computer program&#10;&#10;Description automatically generated">
            <a:extLst>
              <a:ext uri="{FF2B5EF4-FFF2-40B4-BE49-F238E27FC236}">
                <a16:creationId xmlns:a16="http://schemas.microsoft.com/office/drawing/2014/main" id="{E4FD5384-D1E2-D944-CF9D-95FE7DF84E52}"/>
              </a:ext>
            </a:extLst>
          </p:cNvPr>
          <p:cNvPicPr>
            <a:picLocks noChangeAspect="1"/>
          </p:cNvPicPr>
          <p:nvPr/>
        </p:nvPicPr>
        <p:blipFill>
          <a:blip r:embed="rId3"/>
          <a:stretch>
            <a:fillRect/>
          </a:stretch>
        </p:blipFill>
        <p:spPr>
          <a:xfrm>
            <a:off x="7528794" y="1556619"/>
            <a:ext cx="6197899" cy="6289555"/>
          </a:xfrm>
          <a:prstGeom prst="rect">
            <a:avLst/>
          </a:prstGeom>
        </p:spPr>
      </p:pic>
    </p:spTree>
    <p:extLst>
      <p:ext uri="{BB962C8B-B14F-4D97-AF65-F5344CB8AC3E}">
        <p14:creationId xmlns:p14="http://schemas.microsoft.com/office/powerpoint/2010/main" val="3010864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CB7FFD-3695-E7E3-0276-17CA1C8C4304}"/>
              </a:ext>
            </a:extLst>
          </p:cNvPr>
          <p:cNvSpPr>
            <a:spLocks noGrp="1"/>
          </p:cNvSpPr>
          <p:nvPr>
            <p:ph idx="1"/>
          </p:nvPr>
        </p:nvSpPr>
        <p:spPr/>
        <p:txBody>
          <a:bodyPr vert="horz" lIns="91440" tIns="45720" rIns="91440" bIns="45720" rtlCol="0" anchor="t">
            <a:normAutofit/>
          </a:bodyPr>
          <a:lstStyle/>
          <a:p>
            <a:r>
              <a:rPr lang="en-US" sz="3350" b="1" dirty="0">
                <a:ea typeface="+mj-lt"/>
                <a:cs typeface="+mj-lt"/>
              </a:rPr>
              <a:t>Library Management System:</a:t>
            </a:r>
            <a:r>
              <a:rPr lang="en-US" sz="3350" dirty="0">
                <a:ea typeface="+mj-lt"/>
                <a:cs typeface="+mj-lt"/>
              </a:rPr>
              <a:t> manage </a:t>
            </a:r>
            <a:r>
              <a:rPr lang="en-US" sz="3350" b="1" dirty="0">
                <a:ea typeface="+mj-lt"/>
                <a:cs typeface="+mj-lt"/>
              </a:rPr>
              <a:t>Books</a:t>
            </a:r>
            <a:r>
              <a:rPr lang="en-US" sz="3350" dirty="0">
                <a:ea typeface="+mj-lt"/>
                <a:cs typeface="+mj-lt"/>
              </a:rPr>
              <a:t>, </a:t>
            </a:r>
            <a:r>
              <a:rPr lang="en-US" sz="3350" b="1" dirty="0">
                <a:ea typeface="+mj-lt"/>
                <a:cs typeface="+mj-lt"/>
              </a:rPr>
              <a:t>Authors</a:t>
            </a:r>
            <a:r>
              <a:rPr lang="en-US" sz="3350" dirty="0">
                <a:ea typeface="+mj-lt"/>
                <a:cs typeface="+mj-lt"/>
              </a:rPr>
              <a:t>, and </a:t>
            </a:r>
            <a:r>
              <a:rPr lang="en-US" sz="3350" b="1" dirty="0">
                <a:ea typeface="+mj-lt"/>
                <a:cs typeface="+mj-lt"/>
              </a:rPr>
              <a:t>Borrowers</a:t>
            </a:r>
            <a:r>
              <a:rPr lang="en-US" sz="3350" dirty="0">
                <a:ea typeface="+mj-lt"/>
                <a:cs typeface="+mj-lt"/>
              </a:rPr>
              <a:t>. The relationships between entities are as follows:</a:t>
            </a:r>
            <a:endParaRPr lang="en-US" dirty="0">
              <a:cs typeface="Arial" panose="020B0604020202020204"/>
            </a:endParaRPr>
          </a:p>
          <a:p>
            <a:pPr lvl="1">
              <a:buFont typeface="Courier New" panose="020B0604020202020204" pitchFamily="34" charset="0"/>
              <a:buChar char="o"/>
            </a:pPr>
            <a:r>
              <a:rPr lang="en-US" sz="2850" dirty="0">
                <a:ea typeface="+mj-lt"/>
                <a:cs typeface="+mj-lt"/>
              </a:rPr>
              <a:t>A book can have </a:t>
            </a:r>
            <a:r>
              <a:rPr lang="en-US" sz="2850" b="1" dirty="0">
                <a:ea typeface="+mj-lt"/>
                <a:cs typeface="+mj-lt"/>
              </a:rPr>
              <a:t>one or more authors</a:t>
            </a:r>
            <a:r>
              <a:rPr lang="en-US" sz="2850" dirty="0">
                <a:ea typeface="+mj-lt"/>
                <a:cs typeface="+mj-lt"/>
              </a:rPr>
              <a:t> (Many-to-Many relationship).</a:t>
            </a:r>
            <a:endParaRPr lang="en-US" sz="2850" dirty="0">
              <a:cs typeface="Arial"/>
            </a:endParaRPr>
          </a:p>
          <a:p>
            <a:pPr lvl="1">
              <a:buFont typeface="Courier New" panose="020B0604020202020204" pitchFamily="34" charset="0"/>
              <a:buChar char="o"/>
            </a:pPr>
            <a:r>
              <a:rPr lang="en-US" sz="2850" dirty="0">
                <a:ea typeface="+mj-lt"/>
                <a:cs typeface="+mj-lt"/>
              </a:rPr>
              <a:t>A borrower can </a:t>
            </a:r>
            <a:r>
              <a:rPr lang="en-US" sz="2850" b="1" dirty="0">
                <a:ea typeface="+mj-lt"/>
                <a:cs typeface="+mj-lt"/>
              </a:rPr>
              <a:t>borrow multiple books</a:t>
            </a:r>
            <a:r>
              <a:rPr lang="en-US" sz="2850" dirty="0">
                <a:ea typeface="+mj-lt"/>
                <a:cs typeface="+mj-lt"/>
              </a:rPr>
              <a:t>, but a book can only be borrowed by one borrower at a time (One-to-Many relationship).</a:t>
            </a:r>
            <a:endParaRPr lang="en-US" sz="2850" dirty="0">
              <a:cs typeface="Arial"/>
            </a:endParaRPr>
          </a:p>
          <a:p>
            <a:pPr lvl="1">
              <a:buFont typeface="Courier New" panose="020B0604020202020204" pitchFamily="34" charset="0"/>
              <a:buChar char="o"/>
            </a:pPr>
            <a:r>
              <a:rPr lang="en-US" sz="2850" dirty="0">
                <a:ea typeface="+mj-lt"/>
                <a:cs typeface="+mj-lt"/>
              </a:rPr>
              <a:t>The system should also track when the book was borrowed.</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B170FA47-F3AA-D1D8-D4DF-140944201BCF}"/>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
        <p:nvSpPr>
          <p:cNvPr id="4" name="Title 3">
            <a:extLst>
              <a:ext uri="{FF2B5EF4-FFF2-40B4-BE49-F238E27FC236}">
                <a16:creationId xmlns:a16="http://schemas.microsoft.com/office/drawing/2014/main" id="{298FAE9C-866C-0E1C-6300-8F967556745A}"/>
              </a:ext>
            </a:extLst>
          </p:cNvPr>
          <p:cNvSpPr>
            <a:spLocks noGrp="1"/>
          </p:cNvSpPr>
          <p:nvPr>
            <p:ph type="title"/>
          </p:nvPr>
        </p:nvSpPr>
        <p:spPr/>
        <p:txBody>
          <a:bodyPr/>
          <a:lstStyle/>
          <a:p>
            <a:r>
              <a:rPr lang="en-US" sz="2750">
                <a:cs typeface="Arial"/>
              </a:rPr>
              <a:t>Practice</a:t>
            </a:r>
            <a:endParaRPr lang="en-US"/>
          </a:p>
        </p:txBody>
      </p:sp>
    </p:spTree>
    <p:extLst>
      <p:ext uri="{BB962C8B-B14F-4D97-AF65-F5344CB8AC3E}">
        <p14:creationId xmlns:p14="http://schemas.microsoft.com/office/powerpoint/2010/main" val="3584413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2A8DE7-CFD6-306A-1346-0D2156B691B5}"/>
              </a:ext>
            </a:extLst>
          </p:cNvPr>
          <p:cNvSpPr>
            <a:spLocks noGrp="1"/>
          </p:cNvSpPr>
          <p:nvPr>
            <p:ph idx="1"/>
          </p:nvPr>
        </p:nvSpPr>
        <p:spPr>
          <a:xfrm>
            <a:off x="747000" y="1054936"/>
            <a:ext cx="13166084" cy="6357419"/>
          </a:xfrm>
        </p:spPr>
        <p:txBody>
          <a:bodyPr vert="horz" lIns="91440" tIns="45720" rIns="91440" bIns="45720" rtlCol="0" anchor="t">
            <a:normAutofit fontScale="70000" lnSpcReduction="20000"/>
          </a:bodyPr>
          <a:lstStyle/>
          <a:p>
            <a:r>
              <a:rPr lang="en-US" sz="3350" dirty="0">
                <a:ea typeface="+mj-lt"/>
                <a:cs typeface="+mj-lt"/>
              </a:rPr>
              <a:t>Create the following entities:</a:t>
            </a:r>
            <a:endParaRPr lang="en-US" dirty="0">
              <a:ea typeface="+mj-lt"/>
              <a:cs typeface="+mj-lt"/>
            </a:endParaRPr>
          </a:p>
          <a:p>
            <a:pPr lvl="1">
              <a:buFont typeface="Courier New" panose="020B0604020202020204" pitchFamily="34" charset="0"/>
              <a:buChar char="o"/>
            </a:pPr>
            <a:r>
              <a:rPr lang="en-US" sz="2850" b="1" dirty="0">
                <a:ea typeface="+mj-lt"/>
                <a:cs typeface="+mj-lt"/>
              </a:rPr>
              <a:t>Book</a:t>
            </a:r>
            <a:endParaRPr lang="en-US" sz="2850" dirty="0">
              <a:cs typeface="Arial" panose="020B0604020202020204"/>
            </a:endParaRPr>
          </a:p>
          <a:p>
            <a:pPr lvl="1">
              <a:buFont typeface="Courier New" panose="020B0604020202020204" pitchFamily="34" charset="0"/>
              <a:buChar char="o"/>
            </a:pPr>
            <a:r>
              <a:rPr lang="en-US" sz="2850" b="1" dirty="0">
                <a:ea typeface="+mj-lt"/>
                <a:cs typeface="+mj-lt"/>
              </a:rPr>
              <a:t>Author</a:t>
            </a:r>
            <a:endParaRPr lang="en-US" sz="2850" dirty="0">
              <a:cs typeface="Arial"/>
            </a:endParaRPr>
          </a:p>
          <a:p>
            <a:pPr lvl="1">
              <a:buFont typeface="Courier New" panose="020B0604020202020204" pitchFamily="34" charset="0"/>
              <a:buChar char="o"/>
            </a:pPr>
            <a:r>
              <a:rPr lang="en-US" sz="2850" b="1" dirty="0">
                <a:ea typeface="+mj-lt"/>
                <a:cs typeface="+mj-lt"/>
              </a:rPr>
              <a:t>Borrower</a:t>
            </a:r>
            <a:endParaRPr lang="en-US" sz="2850" dirty="0">
              <a:cs typeface="Arial"/>
            </a:endParaRPr>
          </a:p>
          <a:p>
            <a:r>
              <a:rPr lang="en-US" sz="3350" dirty="0">
                <a:ea typeface="+mj-lt"/>
                <a:cs typeface="+mj-lt"/>
              </a:rPr>
              <a:t>Implement the relationships:</a:t>
            </a:r>
            <a:endParaRPr lang="en-US" dirty="0"/>
          </a:p>
          <a:p>
            <a:pPr lvl="1">
              <a:buFont typeface="Courier New" panose="020B0604020202020204" pitchFamily="34" charset="0"/>
              <a:buChar char="o"/>
            </a:pPr>
            <a:r>
              <a:rPr lang="en-US" sz="2850" dirty="0">
                <a:ea typeface="+mj-lt"/>
                <a:cs typeface="+mj-lt"/>
              </a:rPr>
              <a:t>Many-to-Many between </a:t>
            </a:r>
            <a:r>
              <a:rPr lang="en-US" sz="2850" dirty="0">
                <a:latin typeface="Consolas"/>
              </a:rPr>
              <a:t>Book</a:t>
            </a:r>
            <a:r>
              <a:rPr lang="en-US" sz="2850" dirty="0">
                <a:ea typeface="+mj-lt"/>
                <a:cs typeface="+mj-lt"/>
              </a:rPr>
              <a:t> and </a:t>
            </a:r>
            <a:r>
              <a:rPr lang="en-US" sz="2850" dirty="0">
                <a:latin typeface="Consolas"/>
              </a:rPr>
              <a:t>Author</a:t>
            </a:r>
            <a:r>
              <a:rPr lang="en-US" sz="2850" dirty="0">
                <a:ea typeface="+mj-lt"/>
                <a:cs typeface="+mj-lt"/>
              </a:rPr>
              <a:t>.</a:t>
            </a:r>
            <a:endParaRPr lang="en-US" sz="2850" dirty="0">
              <a:cs typeface="Arial"/>
            </a:endParaRPr>
          </a:p>
          <a:p>
            <a:pPr lvl="1">
              <a:buFont typeface="Courier New" panose="020B0604020202020204" pitchFamily="34" charset="0"/>
              <a:buChar char="o"/>
            </a:pPr>
            <a:r>
              <a:rPr lang="en-US" sz="2850" dirty="0">
                <a:ea typeface="+mj-lt"/>
                <a:cs typeface="+mj-lt"/>
              </a:rPr>
              <a:t>One-to-Many between </a:t>
            </a:r>
            <a:r>
              <a:rPr lang="en-US" sz="2850" dirty="0">
                <a:latin typeface="Consolas"/>
              </a:rPr>
              <a:t>Borrower</a:t>
            </a:r>
            <a:r>
              <a:rPr lang="en-US" sz="2850" dirty="0">
                <a:ea typeface="+mj-lt"/>
                <a:cs typeface="+mj-lt"/>
              </a:rPr>
              <a:t> and </a:t>
            </a:r>
            <a:r>
              <a:rPr lang="en-US" sz="2850" dirty="0">
                <a:latin typeface="Consolas"/>
              </a:rPr>
              <a:t>Book</a:t>
            </a:r>
            <a:r>
              <a:rPr lang="en-US" sz="2850" dirty="0">
                <a:ea typeface="+mj-lt"/>
                <a:cs typeface="+mj-lt"/>
              </a:rPr>
              <a:t>.</a:t>
            </a:r>
            <a:endParaRPr lang="en-US" sz="2850" dirty="0">
              <a:cs typeface="Arial"/>
            </a:endParaRPr>
          </a:p>
          <a:p>
            <a:r>
              <a:rPr lang="en-US" sz="3350" dirty="0">
                <a:ea typeface="+mj-lt"/>
                <a:cs typeface="+mj-lt"/>
              </a:rPr>
              <a:t>Write code to:</a:t>
            </a:r>
            <a:endParaRPr lang="en-US" dirty="0"/>
          </a:p>
          <a:p>
            <a:pPr lvl="1">
              <a:buFont typeface="Courier New" panose="020B0604020202020204" pitchFamily="34" charset="0"/>
              <a:buChar char="o"/>
            </a:pPr>
            <a:r>
              <a:rPr lang="en-US" sz="2850" dirty="0">
                <a:ea typeface="+mj-lt"/>
                <a:cs typeface="+mj-lt"/>
              </a:rPr>
              <a:t>Add new authors and books to the database.</a:t>
            </a:r>
            <a:endParaRPr lang="en-US" sz="2850" dirty="0">
              <a:cs typeface="Arial"/>
            </a:endParaRPr>
          </a:p>
          <a:p>
            <a:pPr lvl="1">
              <a:buFont typeface="Courier New" panose="020B0604020202020204" pitchFamily="34" charset="0"/>
              <a:buChar char="o"/>
            </a:pPr>
            <a:r>
              <a:rPr lang="en-US" sz="2850" dirty="0">
                <a:ea typeface="+mj-lt"/>
                <a:cs typeface="+mj-lt"/>
              </a:rPr>
              <a:t>Assign authors to books.</a:t>
            </a:r>
            <a:endParaRPr lang="en-US" sz="2850" dirty="0">
              <a:cs typeface="Arial"/>
            </a:endParaRPr>
          </a:p>
          <a:p>
            <a:pPr lvl="1">
              <a:buFont typeface="Courier New" panose="020B0604020202020204" pitchFamily="34" charset="0"/>
              <a:buChar char="o"/>
            </a:pPr>
            <a:r>
              <a:rPr lang="en-US" sz="2850" dirty="0">
                <a:ea typeface="+mj-lt"/>
                <a:cs typeface="+mj-lt"/>
              </a:rPr>
              <a:t>Record a borrower borrowing a book.</a:t>
            </a:r>
            <a:endParaRPr lang="en-US" sz="2850" dirty="0">
              <a:cs typeface="Arial"/>
            </a:endParaRPr>
          </a:p>
          <a:p>
            <a:pPr lvl="1">
              <a:buFont typeface="Courier New" panose="020B0604020202020204" pitchFamily="34" charset="0"/>
              <a:buChar char="o"/>
            </a:pPr>
            <a:r>
              <a:rPr lang="en-US" sz="2850" dirty="0">
                <a:ea typeface="+mj-lt"/>
                <a:cs typeface="+mj-lt"/>
              </a:rPr>
              <a:t>Fetch and display all books borrowed by a specific borrower.</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41A6DE2E-4397-EAEE-996D-39F610DBDF8F}"/>
              </a:ext>
            </a:extLst>
          </p:cNvPr>
          <p:cNvSpPr>
            <a:spLocks noGrp="1"/>
          </p:cNvSpPr>
          <p:nvPr>
            <p:ph type="sldNum" sz="quarter" idx="4"/>
          </p:nvPr>
        </p:nvSpPr>
        <p:spPr/>
        <p:txBody>
          <a:bodyPr/>
          <a:lstStyle/>
          <a:p>
            <a:fld id="{31D26D55-0A22-487A-A687-61FB58A6F16A}" type="slidenum">
              <a:rPr lang="en-US" smtClean="0"/>
              <a:pPr/>
              <a:t>26</a:t>
            </a:fld>
            <a:endParaRPr lang="en-US" dirty="0"/>
          </a:p>
        </p:txBody>
      </p:sp>
      <p:sp>
        <p:nvSpPr>
          <p:cNvPr id="4" name="Title 3">
            <a:extLst>
              <a:ext uri="{FF2B5EF4-FFF2-40B4-BE49-F238E27FC236}">
                <a16:creationId xmlns:a16="http://schemas.microsoft.com/office/drawing/2014/main" id="{5FEB7248-BA40-1AC8-FBBA-2C39FA3B29E9}"/>
              </a:ext>
            </a:extLst>
          </p:cNvPr>
          <p:cNvSpPr>
            <a:spLocks noGrp="1"/>
          </p:cNvSpPr>
          <p:nvPr>
            <p:ph type="title"/>
          </p:nvPr>
        </p:nvSpPr>
        <p:spPr/>
        <p:txBody>
          <a:bodyPr/>
          <a:lstStyle/>
          <a:p>
            <a:r>
              <a:rPr lang="en-US" sz="2750" dirty="0">
                <a:cs typeface="Arial"/>
              </a:rPr>
              <a:t>Practice</a:t>
            </a:r>
            <a:endParaRPr lang="en-US" dirty="0"/>
          </a:p>
        </p:txBody>
      </p:sp>
    </p:spTree>
    <p:extLst>
      <p:ext uri="{BB962C8B-B14F-4D97-AF65-F5344CB8AC3E}">
        <p14:creationId xmlns:p14="http://schemas.microsoft.com/office/powerpoint/2010/main" val="1926007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27</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AAE18F-40D9-40C7-AA83-2D66B2BCBE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E63349-3C66-492F-BF3B-E2BEC9A66744}">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3.xml><?xml version="1.0" encoding="utf-8"?>
<ds:datastoreItem xmlns:ds="http://schemas.openxmlformats.org/officeDocument/2006/customXml" ds:itemID="{397E3491-4E8B-4AD3-990B-F78F353C3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cmc-uni-slide-template</Template>
  <TotalTime>23048</TotalTime>
  <Words>3599</Words>
  <Application>Microsoft Office PowerPoint</Application>
  <PresentationFormat>Custom</PresentationFormat>
  <Paragraphs>357</Paragraphs>
  <Slides>27</Slides>
  <Notes>15</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27</vt:i4>
      </vt:variant>
    </vt:vector>
  </HeadingPairs>
  <TitlesOfParts>
    <vt:vector size="34" baseType="lpstr">
      <vt:lpstr>Arial</vt:lpstr>
      <vt:lpstr>Times New Roman</vt:lpstr>
      <vt:lpstr>Consolas</vt:lpstr>
      <vt:lpstr>Courier New</vt:lpstr>
      <vt:lpstr>Opening slide</vt:lpstr>
      <vt:lpstr>Body slide</vt:lpstr>
      <vt:lpstr>Ending slide</vt:lpstr>
      <vt:lpstr>PowerPoint Presentation</vt:lpstr>
      <vt:lpstr>ORM</vt:lpstr>
      <vt:lpstr>How ORM Works</vt:lpstr>
      <vt:lpstr>Why ORM?</vt:lpstr>
      <vt:lpstr>Disadvantages of ORM</vt:lpstr>
      <vt:lpstr>What is JPA?</vt:lpstr>
      <vt:lpstr>Key Features of JPA</vt:lpstr>
      <vt:lpstr>How JPA Works</vt:lpstr>
      <vt:lpstr>What is Hibernate?</vt:lpstr>
      <vt:lpstr>How Hibernate Works</vt:lpstr>
      <vt:lpstr>Connecting to Databases</vt:lpstr>
      <vt:lpstr>Steps to Connect JPA/Hibernate</vt:lpstr>
      <vt:lpstr>Maven Dependencies</vt:lpstr>
      <vt:lpstr>Configuring DB in Spring Boot</vt:lpstr>
      <vt:lpstr>Common JPA/Hibernate Annotations</vt:lpstr>
      <vt:lpstr>Mapping Steps Using Annotations</vt:lpstr>
      <vt:lpstr>Sample: Customer Table</vt:lpstr>
      <vt:lpstr>Init Entity</vt:lpstr>
      <vt:lpstr>Mapping PK and Cols</vt:lpstr>
      <vt:lpstr>Mapping Relations</vt:lpstr>
      <vt:lpstr>Getters &amp; Setters</vt:lpstr>
      <vt:lpstr>Overwrite Functions</vt:lpstr>
      <vt:lpstr>Using the Entity with Hibernate</vt:lpstr>
      <vt:lpstr>Saving the Entity</vt:lpstr>
      <vt:lpstr>Practice</vt:lpstr>
      <vt:lpstr>Practice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 ATI</cp:lastModifiedBy>
  <cp:revision>398</cp:revision>
  <dcterms:created xsi:type="dcterms:W3CDTF">2024-12-09T10:47:32Z</dcterms:created>
  <dcterms:modified xsi:type="dcterms:W3CDTF">2025-02-25T03:03:37Z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