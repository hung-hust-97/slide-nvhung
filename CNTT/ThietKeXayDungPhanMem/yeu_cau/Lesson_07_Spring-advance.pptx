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4"/>
    <p:sldMasterId id="2147483672" r:id="rId5"/>
    <p:sldMasterId id="2147483683" r:id="rId6"/>
  </p:sldMasterIdLst>
  <p:notesMasterIdLst>
    <p:notesMasterId r:id="rId23"/>
  </p:notesMasterIdLst>
  <p:sldIdLst>
    <p:sldId id="267" r:id="rId7"/>
    <p:sldId id="284" r:id="rId8"/>
    <p:sldId id="271" r:id="rId9"/>
    <p:sldId id="272" r:id="rId10"/>
    <p:sldId id="273" r:id="rId11"/>
    <p:sldId id="274" r:id="rId12"/>
    <p:sldId id="275" r:id="rId13"/>
    <p:sldId id="278" r:id="rId14"/>
    <p:sldId id="279" r:id="rId15"/>
    <p:sldId id="276" r:id="rId16"/>
    <p:sldId id="280" r:id="rId17"/>
    <p:sldId id="281" r:id="rId18"/>
    <p:sldId id="282" r:id="rId19"/>
    <p:sldId id="283" r:id="rId20"/>
    <p:sldId id="285" r:id="rId21"/>
    <p:sldId id="269" r:id="rId22"/>
  </p:sldIdLst>
  <p:sldSz cx="14630400" cy="8229600"/>
  <p:notesSz cx="8229600" cy="14630400"/>
  <p:embeddedFontLst>
    <p:embeddedFont>
      <p:font typeface="Consolas" panose="020B0609020204030204" pitchFamily="49"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7B1A43-F16A-4175-A28C-6EA17110B356}">
          <p14:sldIdLst>
            <p14:sldId id="267"/>
            <p14:sldId id="284"/>
            <p14:sldId id="271"/>
            <p14:sldId id="272"/>
            <p14:sldId id="273"/>
            <p14:sldId id="274"/>
            <p14:sldId id="275"/>
            <p14:sldId id="278"/>
            <p14:sldId id="279"/>
            <p14:sldId id="276"/>
            <p14:sldId id="280"/>
            <p14:sldId id="281"/>
            <p14:sldId id="282"/>
            <p14:sldId id="283"/>
            <p14:sldId id="285"/>
          </p14:sldIdLst>
        </p14:section>
        <p14:section name="spring data" id="{26B40F75-5483-4A26-B643-E921D33E5AAF}">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A8D22E-98EC-4A7D-98DD-5A1B0F6A9B0F}" v="1" dt="2025-03-03T00:21:54.0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46" autoAdjust="0"/>
    <p:restoredTop sz="77699" autoAdjust="0"/>
  </p:normalViewPr>
  <p:slideViewPr>
    <p:cSldViewPr snapToGrid="0" snapToObjects="1">
      <p:cViewPr>
        <p:scale>
          <a:sx n="48" d="100"/>
          <a:sy n="48" d="100"/>
        </p:scale>
        <p:origin x="840"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font" Target="fonts/font2.fntdata"/><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font" Target="fonts/font1.fntdata"/><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4.fntdata"/><Relationship Id="rId30" Type="http://schemas.openxmlformats.org/officeDocument/2006/relationships/theme" Target="theme/theme1.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et." userId="8b74393f-d80c-47bd-a370-5373c0174c23" providerId="ADAL" clId="{7129ACEF-98C3-471F-8616-A9AA9239E1FF}"/>
    <pc:docChg chg="undo custSel addSld delSld modSld sldOrd addMainMaster delMainMaster modMainMaster">
      <pc:chgData name="Viet." userId="8b74393f-d80c-47bd-a370-5373c0174c23" providerId="ADAL" clId="{7129ACEF-98C3-471F-8616-A9AA9239E1FF}" dt="2024-12-10T09:05:03.966" v="1958" actId="1076"/>
      <pc:docMkLst>
        <pc:docMk/>
      </pc:docMkLst>
      <pc:sldChg chg="delSp add del mod">
        <pc:chgData name="Viet." userId="8b74393f-d80c-47bd-a370-5373c0174c23" providerId="ADAL" clId="{7129ACEF-98C3-471F-8616-A9AA9239E1FF}" dt="2024-12-09T11:00:07.392" v="72" actId="47"/>
        <pc:sldMkLst>
          <pc:docMk/>
          <pc:sldMk cId="0" sldId="256"/>
        </pc:sldMkLst>
      </pc:sldChg>
      <pc:sldChg chg="del">
        <pc:chgData name="Viet." userId="8b74393f-d80c-47bd-a370-5373c0174c23" providerId="ADAL" clId="{7129ACEF-98C3-471F-8616-A9AA9239E1FF}" dt="2024-12-10T06:52:50.497" v="357" actId="47"/>
        <pc:sldMkLst>
          <pc:docMk/>
          <pc:sldMk cId="0" sldId="257"/>
        </pc:sldMkLst>
      </pc:sldChg>
      <pc:sldChg chg="modSp del mod">
        <pc:chgData name="Viet." userId="8b74393f-d80c-47bd-a370-5373c0174c23" providerId="ADAL" clId="{7129ACEF-98C3-471F-8616-A9AA9239E1FF}" dt="2024-12-10T06:59:51.758" v="411" actId="47"/>
        <pc:sldMkLst>
          <pc:docMk/>
          <pc:sldMk cId="0" sldId="258"/>
        </pc:sldMkLst>
      </pc:sldChg>
      <pc:sldChg chg="del">
        <pc:chgData name="Viet." userId="8b74393f-d80c-47bd-a370-5373c0174c23" providerId="ADAL" clId="{7129ACEF-98C3-471F-8616-A9AA9239E1FF}" dt="2024-12-10T07:11:18.277" v="585" actId="47"/>
        <pc:sldMkLst>
          <pc:docMk/>
          <pc:sldMk cId="0" sldId="259"/>
        </pc:sldMkLst>
      </pc:sldChg>
      <pc:sldChg chg="add del">
        <pc:chgData name="Viet." userId="8b74393f-d80c-47bd-a370-5373c0174c23" providerId="ADAL" clId="{7129ACEF-98C3-471F-8616-A9AA9239E1FF}" dt="2024-12-10T07:57:15.414" v="1142" actId="47"/>
        <pc:sldMkLst>
          <pc:docMk/>
          <pc:sldMk cId="0" sldId="260"/>
        </pc:sldMkLst>
      </pc:sldChg>
      <pc:sldChg chg="del">
        <pc:chgData name="Viet." userId="8b74393f-d80c-47bd-a370-5373c0174c23" providerId="ADAL" clId="{7129ACEF-98C3-471F-8616-A9AA9239E1FF}" dt="2024-12-10T08:38:39.018" v="1513" actId="47"/>
        <pc:sldMkLst>
          <pc:docMk/>
          <pc:sldMk cId="0" sldId="261"/>
        </pc:sldMkLst>
      </pc:sldChg>
      <pc:sldChg chg="del">
        <pc:chgData name="Viet." userId="8b74393f-d80c-47bd-a370-5373c0174c23" providerId="ADAL" clId="{7129ACEF-98C3-471F-8616-A9AA9239E1FF}" dt="2024-12-10T08:51:36.583" v="1647" actId="47"/>
        <pc:sldMkLst>
          <pc:docMk/>
          <pc:sldMk cId="0" sldId="262"/>
        </pc:sldMkLst>
      </pc:sldChg>
      <pc:sldChg chg="del">
        <pc:chgData name="Viet." userId="8b74393f-d80c-47bd-a370-5373c0174c23" providerId="ADAL" clId="{7129ACEF-98C3-471F-8616-A9AA9239E1FF}" dt="2024-12-10T09:04:52.598" v="1954" actId="47"/>
        <pc:sldMkLst>
          <pc:docMk/>
          <pc:sldMk cId="0" sldId="263"/>
        </pc:sldMkLst>
      </pc:sldChg>
      <pc:sldChg chg="del">
        <pc:chgData name="Viet." userId="8b74393f-d80c-47bd-a370-5373c0174c23" providerId="ADAL" clId="{7129ACEF-98C3-471F-8616-A9AA9239E1FF}" dt="2024-12-10T08:56:05.701" v="1661" actId="47"/>
        <pc:sldMkLst>
          <pc:docMk/>
          <pc:sldMk cId="0" sldId="264"/>
        </pc:sldMkLst>
      </pc:sldChg>
      <pc:sldChg chg="del">
        <pc:chgData name="Viet." userId="8b74393f-d80c-47bd-a370-5373c0174c23" providerId="ADAL" clId="{7129ACEF-98C3-471F-8616-A9AA9239E1FF}" dt="2024-12-10T08:56:05.701" v="1661" actId="47"/>
        <pc:sldMkLst>
          <pc:docMk/>
          <pc:sldMk cId="0" sldId="265"/>
        </pc:sldMkLst>
      </pc:sldChg>
      <pc:sldChg chg="new del">
        <pc:chgData name="Viet." userId="8b74393f-d80c-47bd-a370-5373c0174c23" providerId="ADAL" clId="{7129ACEF-98C3-471F-8616-A9AA9239E1FF}" dt="2024-12-09T11:00:10.724" v="73" actId="47"/>
        <pc:sldMkLst>
          <pc:docMk/>
          <pc:sldMk cId="3499633506" sldId="266"/>
        </pc:sldMkLst>
      </pc:sldChg>
      <pc:sldChg chg="modSp new mod">
        <pc:chgData name="Viet." userId="8b74393f-d80c-47bd-a370-5373c0174c23" providerId="ADAL" clId="{7129ACEF-98C3-471F-8616-A9AA9239E1FF}" dt="2024-12-09T11:00:04.448" v="71" actId="20577"/>
        <pc:sldMkLst>
          <pc:docMk/>
          <pc:sldMk cId="1253848682" sldId="267"/>
        </pc:sldMkLst>
        <pc:spChg chg="mod">
          <ac:chgData name="Viet." userId="8b74393f-d80c-47bd-a370-5373c0174c23" providerId="ADAL" clId="{7129ACEF-98C3-471F-8616-A9AA9239E1FF}" dt="2024-12-09T11:00:04.448" v="71" actId="20577"/>
          <ac:spMkLst>
            <pc:docMk/>
            <pc:sldMk cId="1253848682" sldId="267"/>
            <ac:spMk id="2" creationId="{78EACC5C-4747-42C2-9BF5-D1B4A984743F}"/>
          </ac:spMkLst>
        </pc:spChg>
      </pc:sldChg>
      <pc:sldChg chg="new del">
        <pc:chgData name="Viet." userId="8b74393f-d80c-47bd-a370-5373c0174c23" providerId="ADAL" clId="{7129ACEF-98C3-471F-8616-A9AA9239E1FF}" dt="2024-12-09T11:02:35.678" v="79" actId="47"/>
        <pc:sldMkLst>
          <pc:docMk/>
          <pc:sldMk cId="1869708415" sldId="268"/>
        </pc:sldMkLst>
      </pc:sldChg>
      <pc:sldChg chg="new ord">
        <pc:chgData name="Viet." userId="8b74393f-d80c-47bd-a370-5373c0174c23" providerId="ADAL" clId="{7129ACEF-98C3-471F-8616-A9AA9239E1FF}" dt="2024-12-09T11:02:01.158" v="77"/>
        <pc:sldMkLst>
          <pc:docMk/>
          <pc:sldMk cId="1711510086" sldId="269"/>
        </pc:sldMkLst>
      </pc:sldChg>
      <pc:sldChg chg="modSp new del mod">
        <pc:chgData name="Viet." userId="8b74393f-d80c-47bd-a370-5373c0174c23" providerId="ADAL" clId="{7129ACEF-98C3-471F-8616-A9AA9239E1FF}" dt="2024-12-10T06:52:49.585" v="356" actId="47"/>
        <pc:sldMkLst>
          <pc:docMk/>
          <pc:sldMk cId="1908451913" sldId="270"/>
        </pc:sldMkLst>
      </pc:sldChg>
      <pc:sldChg chg="addSp delSp modSp new mod modNotesTx">
        <pc:chgData name="Viet." userId="8b74393f-d80c-47bd-a370-5373c0174c23" providerId="ADAL" clId="{7129ACEF-98C3-471F-8616-A9AA9239E1FF}" dt="2024-12-10T08:46:04.652" v="1596" actId="2711"/>
        <pc:sldMkLst>
          <pc:docMk/>
          <pc:sldMk cId="376706786" sldId="271"/>
        </pc:sldMkLst>
      </pc:sldChg>
      <pc:sldChg chg="addSp delSp modSp new mod ord modNotesTx">
        <pc:chgData name="Viet." userId="8b74393f-d80c-47bd-a370-5373c0174c23" providerId="ADAL" clId="{7129ACEF-98C3-471F-8616-A9AA9239E1FF}" dt="2024-12-10T07:28:51.707" v="625" actId="1076"/>
        <pc:sldMkLst>
          <pc:docMk/>
          <pc:sldMk cId="2094170688" sldId="272"/>
        </pc:sldMkLst>
      </pc:sldChg>
      <pc:sldChg chg="new del">
        <pc:chgData name="Viet." userId="8b74393f-d80c-47bd-a370-5373c0174c23" providerId="ADAL" clId="{7129ACEF-98C3-471F-8616-A9AA9239E1FF}" dt="2024-12-09T11:10:13.355" v="311" actId="47"/>
        <pc:sldMkLst>
          <pc:docMk/>
          <pc:sldMk cId="2805904570" sldId="272"/>
        </pc:sldMkLst>
      </pc:sldChg>
      <pc:sldChg chg="addSp delSp modSp new mod ord modNotesTx">
        <pc:chgData name="Viet." userId="8b74393f-d80c-47bd-a370-5373c0174c23" providerId="ADAL" clId="{7129ACEF-98C3-471F-8616-A9AA9239E1FF}" dt="2024-12-10T08:48:29.266" v="1615" actId="14100"/>
        <pc:sldMkLst>
          <pc:docMk/>
          <pc:sldMk cId="1315415549" sldId="273"/>
        </pc:sldMkLst>
      </pc:sldChg>
      <pc:sldChg chg="modSp new del mod modNotesTx">
        <pc:chgData name="Viet." userId="8b74393f-d80c-47bd-a370-5373c0174c23" providerId="ADAL" clId="{7129ACEF-98C3-471F-8616-A9AA9239E1FF}" dt="2024-12-10T07:31:48.277" v="646" actId="47"/>
        <pc:sldMkLst>
          <pc:docMk/>
          <pc:sldMk cId="3728142168" sldId="274"/>
        </pc:sldMkLst>
      </pc:sldChg>
      <pc:sldChg chg="addSp delSp modSp new del">
        <pc:chgData name="Viet." userId="8b74393f-d80c-47bd-a370-5373c0174c23" providerId="ADAL" clId="{7129ACEF-98C3-471F-8616-A9AA9239E1FF}" dt="2024-12-10T07:28:45.143" v="623" actId="680"/>
        <pc:sldMkLst>
          <pc:docMk/>
          <pc:sldMk cId="116348834" sldId="275"/>
        </pc:sldMkLst>
      </pc:sldChg>
      <pc:sldChg chg="addSp delSp modSp new mod modNotesTx">
        <pc:chgData name="Viet." userId="8b74393f-d80c-47bd-a370-5373c0174c23" providerId="ADAL" clId="{7129ACEF-98C3-471F-8616-A9AA9239E1FF}" dt="2024-12-10T07:33:27.816" v="680" actId="113"/>
        <pc:sldMkLst>
          <pc:docMk/>
          <pc:sldMk cId="3890155460" sldId="275"/>
        </pc:sldMkLst>
      </pc:sldChg>
      <pc:sldChg chg="addSp delSp modSp add del mod modNotesTx">
        <pc:chgData name="Viet." userId="8b74393f-d80c-47bd-a370-5373c0174c23" providerId="ADAL" clId="{7129ACEF-98C3-471F-8616-A9AA9239E1FF}" dt="2024-12-10T07:58:45.150" v="1154" actId="47"/>
        <pc:sldMkLst>
          <pc:docMk/>
          <pc:sldMk cId="254460079" sldId="276"/>
        </pc:sldMkLst>
      </pc:sldChg>
      <pc:sldChg chg="modSp new del mod">
        <pc:chgData name="Viet." userId="8b74393f-d80c-47bd-a370-5373c0174c23" providerId="ADAL" clId="{7129ACEF-98C3-471F-8616-A9AA9239E1FF}" dt="2024-12-10T07:51:11.655" v="755" actId="680"/>
        <pc:sldMkLst>
          <pc:docMk/>
          <pc:sldMk cId="435752016" sldId="277"/>
        </pc:sldMkLst>
      </pc:sldChg>
      <pc:sldChg chg="addSp delSp modSp new mod modNotesTx">
        <pc:chgData name="Viet." userId="8b74393f-d80c-47bd-a370-5373c0174c23" providerId="ADAL" clId="{7129ACEF-98C3-471F-8616-A9AA9239E1FF}" dt="2024-12-10T08:49:14.174" v="1622" actId="2711"/>
        <pc:sldMkLst>
          <pc:docMk/>
          <pc:sldMk cId="3765456993" sldId="277"/>
        </pc:sldMkLst>
      </pc:sldChg>
      <pc:sldChg chg="addSp delSp modSp new mod modNotesTx">
        <pc:chgData name="Viet." userId="8b74393f-d80c-47bd-a370-5373c0174c23" providerId="ADAL" clId="{7129ACEF-98C3-471F-8616-A9AA9239E1FF}" dt="2024-12-10T08:50:01.530" v="1626" actId="108"/>
        <pc:sldMkLst>
          <pc:docMk/>
          <pc:sldMk cId="1487775499" sldId="278"/>
        </pc:sldMkLst>
      </pc:sldChg>
      <pc:sldChg chg="new del">
        <pc:chgData name="Viet." userId="8b74393f-d80c-47bd-a370-5373c0174c23" providerId="ADAL" clId="{7129ACEF-98C3-471F-8616-A9AA9239E1FF}" dt="2024-12-10T07:51:09.724" v="752" actId="680"/>
        <pc:sldMkLst>
          <pc:docMk/>
          <pc:sldMk cId="2875191694" sldId="278"/>
        </pc:sldMkLst>
      </pc:sldChg>
      <pc:sldChg chg="addSp delSp modSp new mod modNotesTx">
        <pc:chgData name="Viet." userId="8b74393f-d80c-47bd-a370-5373c0174c23" providerId="ADAL" clId="{7129ACEF-98C3-471F-8616-A9AA9239E1FF}" dt="2024-12-10T08:51:21.429" v="1646" actId="255"/>
        <pc:sldMkLst>
          <pc:docMk/>
          <pc:sldMk cId="585384535" sldId="279"/>
        </pc:sldMkLst>
      </pc:sldChg>
      <pc:sldChg chg="addSp delSp modSp new del mod modNotesTx">
        <pc:chgData name="Viet." userId="8b74393f-d80c-47bd-a370-5373c0174c23" providerId="ADAL" clId="{7129ACEF-98C3-471F-8616-A9AA9239E1FF}" dt="2024-12-10T08:22:02.048" v="1322" actId="47"/>
        <pc:sldMkLst>
          <pc:docMk/>
          <pc:sldMk cId="2718066502" sldId="279"/>
        </pc:sldMkLst>
      </pc:sldChg>
      <pc:sldChg chg="add del">
        <pc:chgData name="Viet." userId="8b74393f-d80c-47bd-a370-5373c0174c23" providerId="ADAL" clId="{7129ACEF-98C3-471F-8616-A9AA9239E1FF}" dt="2024-12-10T08:41:19.423" v="1535"/>
        <pc:sldMkLst>
          <pc:docMk/>
          <pc:sldMk cId="1219419968" sldId="280"/>
        </pc:sldMkLst>
      </pc:sldChg>
      <pc:sldChg chg="new del">
        <pc:chgData name="Viet." userId="8b74393f-d80c-47bd-a370-5373c0174c23" providerId="ADAL" clId="{7129ACEF-98C3-471F-8616-A9AA9239E1FF}" dt="2024-12-10T08:41:14.968" v="1533" actId="680"/>
        <pc:sldMkLst>
          <pc:docMk/>
          <pc:sldMk cId="2132293585" sldId="280"/>
        </pc:sldMkLst>
      </pc:sldChg>
      <pc:sldChg chg="addSp delSp modSp add del mod modNotesTx">
        <pc:chgData name="Viet." userId="8b74393f-d80c-47bd-a370-5373c0174c23" providerId="ADAL" clId="{7129ACEF-98C3-471F-8616-A9AA9239E1FF}" dt="2024-12-10T09:04:57.354" v="1955" actId="47"/>
        <pc:sldMkLst>
          <pc:docMk/>
          <pc:sldMk cId="4285762558" sldId="280"/>
        </pc:sldMkLst>
      </pc:sldChg>
      <pc:sldChg chg="addSp delSp modSp new mod modNotesTx">
        <pc:chgData name="Viet." userId="8b74393f-d80c-47bd-a370-5373c0174c23" providerId="ADAL" clId="{7129ACEF-98C3-471F-8616-A9AA9239E1FF}" dt="2024-12-10T09:05:03.966" v="1958" actId="1076"/>
        <pc:sldMkLst>
          <pc:docMk/>
          <pc:sldMk cId="1872650155" sldId="281"/>
        </pc:sldMkLst>
      </pc:sldChg>
      <pc:sldMasterChg chg="modSldLayout">
        <pc:chgData name="Viet." userId="8b74393f-d80c-47bd-a370-5373c0174c23" providerId="ADAL" clId="{7129ACEF-98C3-471F-8616-A9AA9239E1FF}" dt="2024-12-09T10:51:04.436" v="9" actId="478"/>
        <pc:sldMasterMkLst>
          <pc:docMk/>
          <pc:sldMasterMk cId="0" sldId="2147483648"/>
        </pc:sldMasterMkLst>
        <pc:sldLayoutChg chg="delSp mod">
          <pc:chgData name="Viet." userId="8b74393f-d80c-47bd-a370-5373c0174c23" providerId="ADAL" clId="{7129ACEF-98C3-471F-8616-A9AA9239E1FF}" dt="2024-12-09T10:50:30.017" v="0" actId="478"/>
          <pc:sldLayoutMkLst>
            <pc:docMk/>
            <pc:sldMasterMk cId="0" sldId="2147483648"/>
            <pc:sldLayoutMk cId="0" sldId="2147483650"/>
          </pc:sldLayoutMkLst>
        </pc:sldLayoutChg>
        <pc:sldLayoutChg chg="delSp mod">
          <pc:chgData name="Viet." userId="8b74393f-d80c-47bd-a370-5373c0174c23" providerId="ADAL" clId="{7129ACEF-98C3-471F-8616-A9AA9239E1FF}" dt="2024-12-09T10:50:47.695" v="1" actId="478"/>
          <pc:sldLayoutMkLst>
            <pc:docMk/>
            <pc:sldMasterMk cId="0" sldId="2147483648"/>
            <pc:sldLayoutMk cId="0" sldId="2147483651"/>
          </pc:sldLayoutMkLst>
        </pc:sldLayoutChg>
        <pc:sldLayoutChg chg="delSp mod">
          <pc:chgData name="Viet." userId="8b74393f-d80c-47bd-a370-5373c0174c23" providerId="ADAL" clId="{7129ACEF-98C3-471F-8616-A9AA9239E1FF}" dt="2024-12-09T10:50:49.887" v="2" actId="478"/>
          <pc:sldLayoutMkLst>
            <pc:docMk/>
            <pc:sldMasterMk cId="0" sldId="2147483648"/>
            <pc:sldLayoutMk cId="0" sldId="2147483652"/>
          </pc:sldLayoutMkLst>
        </pc:sldLayoutChg>
        <pc:sldLayoutChg chg="delSp mod">
          <pc:chgData name="Viet." userId="8b74393f-d80c-47bd-a370-5373c0174c23" providerId="ADAL" clId="{7129ACEF-98C3-471F-8616-A9AA9239E1FF}" dt="2024-12-09T10:50:52.255" v="3" actId="478"/>
          <pc:sldLayoutMkLst>
            <pc:docMk/>
            <pc:sldMasterMk cId="0" sldId="2147483648"/>
            <pc:sldLayoutMk cId="0" sldId="2147483653"/>
          </pc:sldLayoutMkLst>
        </pc:sldLayoutChg>
        <pc:sldLayoutChg chg="delSp mod">
          <pc:chgData name="Viet." userId="8b74393f-d80c-47bd-a370-5373c0174c23" providerId="ADAL" clId="{7129ACEF-98C3-471F-8616-A9AA9239E1FF}" dt="2024-12-09T10:50:53.697" v="4" actId="478"/>
          <pc:sldLayoutMkLst>
            <pc:docMk/>
            <pc:sldMasterMk cId="0" sldId="2147483648"/>
            <pc:sldLayoutMk cId="0" sldId="2147483654"/>
          </pc:sldLayoutMkLst>
        </pc:sldLayoutChg>
        <pc:sldLayoutChg chg="delSp mod">
          <pc:chgData name="Viet." userId="8b74393f-d80c-47bd-a370-5373c0174c23" providerId="ADAL" clId="{7129ACEF-98C3-471F-8616-A9AA9239E1FF}" dt="2024-12-09T10:50:55.646" v="5" actId="478"/>
          <pc:sldLayoutMkLst>
            <pc:docMk/>
            <pc:sldMasterMk cId="0" sldId="2147483648"/>
            <pc:sldLayoutMk cId="0" sldId="2147483655"/>
          </pc:sldLayoutMkLst>
        </pc:sldLayoutChg>
        <pc:sldLayoutChg chg="delSp mod">
          <pc:chgData name="Viet." userId="8b74393f-d80c-47bd-a370-5373c0174c23" providerId="ADAL" clId="{7129ACEF-98C3-471F-8616-A9AA9239E1FF}" dt="2024-12-09T10:50:58.193" v="6" actId="478"/>
          <pc:sldLayoutMkLst>
            <pc:docMk/>
            <pc:sldMasterMk cId="0" sldId="2147483648"/>
            <pc:sldLayoutMk cId="0" sldId="2147483656"/>
          </pc:sldLayoutMkLst>
        </pc:sldLayoutChg>
        <pc:sldLayoutChg chg="delSp mod">
          <pc:chgData name="Viet." userId="8b74393f-d80c-47bd-a370-5373c0174c23" providerId="ADAL" clId="{7129ACEF-98C3-471F-8616-A9AA9239E1FF}" dt="2024-12-09T10:51:00.626" v="7" actId="478"/>
          <pc:sldLayoutMkLst>
            <pc:docMk/>
            <pc:sldMasterMk cId="0" sldId="2147483648"/>
            <pc:sldLayoutMk cId="0" sldId="2147483657"/>
          </pc:sldLayoutMkLst>
        </pc:sldLayoutChg>
        <pc:sldLayoutChg chg="delSp mod">
          <pc:chgData name="Viet." userId="8b74393f-d80c-47bd-a370-5373c0174c23" providerId="ADAL" clId="{7129ACEF-98C3-471F-8616-A9AA9239E1FF}" dt="2024-12-09T10:51:02.453" v="8" actId="478"/>
          <pc:sldLayoutMkLst>
            <pc:docMk/>
            <pc:sldMasterMk cId="0" sldId="2147483648"/>
            <pc:sldLayoutMk cId="0" sldId="2147483658"/>
          </pc:sldLayoutMkLst>
        </pc:sldLayoutChg>
        <pc:sldLayoutChg chg="delSp mod">
          <pc:chgData name="Viet." userId="8b74393f-d80c-47bd-a370-5373c0174c23" providerId="ADAL" clId="{7129ACEF-98C3-471F-8616-A9AA9239E1FF}" dt="2024-12-09T10:51:04.436" v="9" actId="478"/>
          <pc:sldLayoutMkLst>
            <pc:docMk/>
            <pc:sldMasterMk cId="0" sldId="2147483648"/>
            <pc:sldLayoutMk cId="0" sldId="2147483659"/>
          </pc:sldLayoutMkLst>
        </pc:sldLayoutChg>
      </pc:sldMasterChg>
      <pc:sldMasterChg chg="new del mod addSldLayout delSldLayout">
        <pc:chgData name="Viet." userId="8b74393f-d80c-47bd-a370-5373c0174c23" providerId="ADAL" clId="{7129ACEF-98C3-471F-8616-A9AA9239E1FF}" dt="2024-12-09T10:57:18.136" v="11" actId="6938"/>
        <pc:sldMasterMkLst>
          <pc:docMk/>
          <pc:sldMasterMk cId="1439247525" sldId="2147483660"/>
        </pc:sldMasterMkLst>
        <pc:sldLayoutChg chg="new del replId">
          <pc:chgData name="Viet." userId="8b74393f-d80c-47bd-a370-5373c0174c23" providerId="ADAL" clId="{7129ACEF-98C3-471F-8616-A9AA9239E1FF}" dt="2024-12-09T10:57:18.136" v="11" actId="6938"/>
          <pc:sldLayoutMkLst>
            <pc:docMk/>
            <pc:sldMasterMk cId="1439247525" sldId="2147483660"/>
            <pc:sldLayoutMk cId="2728143525" sldId="2147483661"/>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3404810335" sldId="2147483662"/>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2038689306" sldId="2147483663"/>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1754126678" sldId="2147483664"/>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1721991256" sldId="2147483665"/>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2077245018" sldId="2147483666"/>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4075743013" sldId="2147483667"/>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328535063" sldId="2147483668"/>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2675548457" sldId="2147483669"/>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2132275311" sldId="2147483670"/>
          </pc:sldLayoutMkLst>
        </pc:sldLayoutChg>
        <pc:sldLayoutChg chg="new del replId">
          <pc:chgData name="Viet." userId="8b74393f-d80c-47bd-a370-5373c0174c23" providerId="ADAL" clId="{7129ACEF-98C3-471F-8616-A9AA9239E1FF}" dt="2024-12-09T10:57:18.136" v="11" actId="6938"/>
          <pc:sldLayoutMkLst>
            <pc:docMk/>
            <pc:sldMasterMk cId="1439247525" sldId="2147483660"/>
            <pc:sldLayoutMk cId="832895233" sldId="2147483671"/>
          </pc:sldLayoutMkLst>
        </pc:sldLayoutChg>
      </pc:sldMasterChg>
      <pc:sldMasterChg chg="addSldLayout delSldLayout modSldLayout">
        <pc:chgData name="Viet." userId="8b74393f-d80c-47bd-a370-5373c0174c23" providerId="ADAL" clId="{7129ACEF-98C3-471F-8616-A9AA9239E1FF}" dt="2024-12-10T09:04:52.598" v="1954" actId="47"/>
        <pc:sldMasterMkLst>
          <pc:docMk/>
          <pc:sldMasterMk cId="2690241652" sldId="2147483660"/>
        </pc:sldMasterMkLst>
        <pc:sldLayoutChg chg="delSp del">
          <pc:chgData name="Viet." userId="8b74393f-d80c-47bd-a370-5373c0174c23" providerId="ADAL" clId="{7129ACEF-98C3-471F-8616-A9AA9239E1FF}" dt="2024-12-09T11:00:10.724" v="73" actId="47"/>
          <pc:sldLayoutMkLst>
            <pc:docMk/>
            <pc:sldMasterMk cId="2690241652" sldId="2147483660"/>
            <pc:sldLayoutMk cId="705716621" sldId="2147483662"/>
          </pc:sldLayoutMkLst>
        </pc:sldLayoutChg>
        <pc:sldLayoutChg chg="delSp del">
          <pc:chgData name="Viet." userId="8b74393f-d80c-47bd-a370-5373c0174c23" providerId="ADAL" clId="{7129ACEF-98C3-471F-8616-A9AA9239E1FF}" dt="2024-12-10T06:52:50.497" v="357" actId="47"/>
          <pc:sldLayoutMkLst>
            <pc:docMk/>
            <pc:sldMasterMk cId="2690241652" sldId="2147483660"/>
            <pc:sldLayoutMk cId="2956946794" sldId="2147483663"/>
          </pc:sldLayoutMkLst>
        </pc:sldLayoutChg>
        <pc:sldLayoutChg chg="delSp del">
          <pc:chgData name="Viet." userId="8b74393f-d80c-47bd-a370-5373c0174c23" providerId="ADAL" clId="{7129ACEF-98C3-471F-8616-A9AA9239E1FF}" dt="2024-12-10T06:59:51.758" v="411" actId="47"/>
          <pc:sldLayoutMkLst>
            <pc:docMk/>
            <pc:sldMasterMk cId="2690241652" sldId="2147483660"/>
            <pc:sldLayoutMk cId="4060029973" sldId="2147483664"/>
          </pc:sldLayoutMkLst>
        </pc:sldLayoutChg>
        <pc:sldLayoutChg chg="delSp del">
          <pc:chgData name="Viet." userId="8b74393f-d80c-47bd-a370-5373c0174c23" providerId="ADAL" clId="{7129ACEF-98C3-471F-8616-A9AA9239E1FF}" dt="2024-12-10T07:11:18.277" v="585" actId="47"/>
          <pc:sldLayoutMkLst>
            <pc:docMk/>
            <pc:sldMasterMk cId="2690241652" sldId="2147483660"/>
            <pc:sldLayoutMk cId="2042662761" sldId="2147483665"/>
          </pc:sldLayoutMkLst>
        </pc:sldLayoutChg>
        <pc:sldLayoutChg chg="delSp add del">
          <pc:chgData name="Viet." userId="8b74393f-d80c-47bd-a370-5373c0174c23" providerId="ADAL" clId="{7129ACEF-98C3-471F-8616-A9AA9239E1FF}" dt="2024-12-10T07:57:15.414" v="1142" actId="47"/>
          <pc:sldLayoutMkLst>
            <pc:docMk/>
            <pc:sldMasterMk cId="2690241652" sldId="2147483660"/>
            <pc:sldLayoutMk cId="2041314985" sldId="2147483666"/>
          </pc:sldLayoutMkLst>
        </pc:sldLayoutChg>
        <pc:sldLayoutChg chg="delSp del">
          <pc:chgData name="Viet." userId="8b74393f-d80c-47bd-a370-5373c0174c23" providerId="ADAL" clId="{7129ACEF-98C3-471F-8616-A9AA9239E1FF}" dt="2024-12-10T08:38:39.018" v="1513" actId="47"/>
          <pc:sldLayoutMkLst>
            <pc:docMk/>
            <pc:sldMasterMk cId="2690241652" sldId="2147483660"/>
            <pc:sldLayoutMk cId="4143961693" sldId="2147483667"/>
          </pc:sldLayoutMkLst>
        </pc:sldLayoutChg>
        <pc:sldLayoutChg chg="delSp del">
          <pc:chgData name="Viet." userId="8b74393f-d80c-47bd-a370-5373c0174c23" providerId="ADAL" clId="{7129ACEF-98C3-471F-8616-A9AA9239E1FF}" dt="2024-12-10T08:51:36.583" v="1647" actId="47"/>
          <pc:sldLayoutMkLst>
            <pc:docMk/>
            <pc:sldMasterMk cId="2690241652" sldId="2147483660"/>
            <pc:sldLayoutMk cId="736576801" sldId="2147483668"/>
          </pc:sldLayoutMkLst>
        </pc:sldLayoutChg>
        <pc:sldLayoutChg chg="delSp del">
          <pc:chgData name="Viet." userId="8b74393f-d80c-47bd-a370-5373c0174c23" providerId="ADAL" clId="{7129ACEF-98C3-471F-8616-A9AA9239E1FF}" dt="2024-12-10T09:04:52.598" v="1954" actId="47"/>
          <pc:sldLayoutMkLst>
            <pc:docMk/>
            <pc:sldMasterMk cId="2690241652" sldId="2147483660"/>
            <pc:sldLayoutMk cId="2127915954" sldId="2147483669"/>
          </pc:sldLayoutMkLst>
        </pc:sldLayoutChg>
        <pc:sldLayoutChg chg="delSp del">
          <pc:chgData name="Viet." userId="8b74393f-d80c-47bd-a370-5373c0174c23" providerId="ADAL" clId="{7129ACEF-98C3-471F-8616-A9AA9239E1FF}" dt="2024-12-10T08:56:05.701" v="1661" actId="47"/>
          <pc:sldLayoutMkLst>
            <pc:docMk/>
            <pc:sldMasterMk cId="2690241652" sldId="2147483660"/>
            <pc:sldLayoutMk cId="564935939" sldId="2147483670"/>
          </pc:sldLayoutMkLst>
        </pc:sldLayoutChg>
        <pc:sldLayoutChg chg="delSp del">
          <pc:chgData name="Viet." userId="8b74393f-d80c-47bd-a370-5373c0174c23" providerId="ADAL" clId="{7129ACEF-98C3-471F-8616-A9AA9239E1FF}" dt="2024-12-10T08:56:05.701" v="1661" actId="47"/>
          <pc:sldLayoutMkLst>
            <pc:docMk/>
            <pc:sldMasterMk cId="2690241652" sldId="2147483660"/>
            <pc:sldLayoutMk cId="1938895808" sldId="2147483671"/>
          </pc:sldLayoutMkLst>
        </pc:sldLayoutChg>
      </pc:sldMasterChg>
      <pc:sldMasterChg chg="modSp mod modSldLayout">
        <pc:chgData name="Viet." userId="8b74393f-d80c-47bd-a370-5373c0174c23" providerId="ADAL" clId="{7129ACEF-98C3-471F-8616-A9AA9239E1FF}" dt="2024-12-10T08:47:19.001" v="1607" actId="2711"/>
        <pc:sldMasterMkLst>
          <pc:docMk/>
          <pc:sldMasterMk cId="2016598143" sldId="2147483672"/>
        </pc:sldMasterMkLst>
        <pc:spChg chg="mod">
          <ac:chgData name="Viet." userId="8b74393f-d80c-47bd-a370-5373c0174c23" providerId="ADAL" clId="{7129ACEF-98C3-471F-8616-A9AA9239E1FF}" dt="2024-12-09T11:16:36.270" v="343" actId="1076"/>
          <ac:spMkLst>
            <pc:docMk/>
            <pc:sldMasterMk cId="2016598143" sldId="2147483672"/>
            <ac:spMk id="2" creationId="{2316BAF0-010B-4DE2-BDEA-F2879C620864}"/>
          </ac:spMkLst>
        </pc:spChg>
        <pc:spChg chg="mod">
          <ac:chgData name="Viet." userId="8b74393f-d80c-47bd-a370-5373c0174c23" providerId="ADAL" clId="{7129ACEF-98C3-471F-8616-A9AA9239E1FF}" dt="2024-12-10T08:46:33.233" v="1599" actId="2711"/>
          <ac:spMkLst>
            <pc:docMk/>
            <pc:sldMasterMk cId="2016598143" sldId="2147483672"/>
            <ac:spMk id="3" creationId="{73FBB290-2494-4607-B867-D433D7531872}"/>
          </ac:spMkLst>
        </pc:spChg>
        <pc:sldLayoutChg chg="modSp mod">
          <pc:chgData name="Viet." userId="8b74393f-d80c-47bd-a370-5373c0174c23" providerId="ADAL" clId="{7129ACEF-98C3-471F-8616-A9AA9239E1FF}" dt="2024-12-09T11:16:55.128" v="346" actId="1076"/>
          <pc:sldLayoutMkLst>
            <pc:docMk/>
            <pc:sldMasterMk cId="2016598143" sldId="2147483672"/>
            <pc:sldLayoutMk cId="1451884" sldId="2147483673"/>
          </pc:sldLayoutMkLst>
          <pc:spChg chg="mod">
            <ac:chgData name="Viet." userId="8b74393f-d80c-47bd-a370-5373c0174c23" providerId="ADAL" clId="{7129ACEF-98C3-471F-8616-A9AA9239E1FF}" dt="2024-12-09T11:16:55.128" v="346" actId="1076"/>
            <ac:spMkLst>
              <pc:docMk/>
              <pc:sldMasterMk cId="2016598143" sldId="2147483672"/>
              <pc:sldLayoutMk cId="1451884" sldId="2147483673"/>
              <ac:spMk id="9" creationId="{7DA09F63-7F7A-4F6B-8B0F-50384B0193BD}"/>
            </ac:spMkLst>
          </pc:spChg>
        </pc:sldLayoutChg>
        <pc:sldLayoutChg chg="modSp mod">
          <pc:chgData name="Viet." userId="8b74393f-d80c-47bd-a370-5373c0174c23" providerId="ADAL" clId="{7129ACEF-98C3-471F-8616-A9AA9239E1FF}" dt="2024-12-10T08:46:42.145" v="1600" actId="2711"/>
          <pc:sldLayoutMkLst>
            <pc:docMk/>
            <pc:sldMasterMk cId="2016598143" sldId="2147483672"/>
            <pc:sldLayoutMk cId="1405949028" sldId="2147483674"/>
          </pc:sldLayoutMkLst>
          <pc:spChg chg="mod">
            <ac:chgData name="Viet." userId="8b74393f-d80c-47bd-a370-5373c0174c23" providerId="ADAL" clId="{7129ACEF-98C3-471F-8616-A9AA9239E1FF}" dt="2024-12-10T08:46:42.145" v="1600" actId="2711"/>
            <ac:spMkLst>
              <pc:docMk/>
              <pc:sldMasterMk cId="2016598143" sldId="2147483672"/>
              <pc:sldLayoutMk cId="1405949028" sldId="2147483674"/>
              <ac:spMk id="3" creationId="{601F51A7-6B22-4874-8FC5-ED388E5D187B}"/>
            </ac:spMkLst>
          </pc:spChg>
          <pc:spChg chg="mod">
            <ac:chgData name="Viet." userId="8b74393f-d80c-47bd-a370-5373c0174c23" providerId="ADAL" clId="{7129ACEF-98C3-471F-8616-A9AA9239E1FF}" dt="2024-12-09T11:17:02.174" v="347" actId="1076"/>
            <ac:spMkLst>
              <pc:docMk/>
              <pc:sldMasterMk cId="2016598143" sldId="2147483672"/>
              <pc:sldLayoutMk cId="1405949028" sldId="2147483674"/>
              <ac:spMk id="8" creationId="{22B04073-83B8-47CB-9F12-D7CD4B660F09}"/>
            </ac:spMkLst>
          </pc:spChg>
        </pc:sldLayoutChg>
        <pc:sldLayoutChg chg="modSp mod">
          <pc:chgData name="Viet." userId="8b74393f-d80c-47bd-a370-5373c0174c23" providerId="ADAL" clId="{7129ACEF-98C3-471F-8616-A9AA9239E1FF}" dt="2024-12-09T11:17:10.510" v="348" actId="1076"/>
          <pc:sldLayoutMkLst>
            <pc:docMk/>
            <pc:sldMasterMk cId="2016598143" sldId="2147483672"/>
            <pc:sldLayoutMk cId="2107828609" sldId="2147483675"/>
          </pc:sldLayoutMkLst>
          <pc:spChg chg="mod">
            <ac:chgData name="Viet." userId="8b74393f-d80c-47bd-a370-5373c0174c23" providerId="ADAL" clId="{7129ACEF-98C3-471F-8616-A9AA9239E1FF}" dt="2024-12-09T11:17:10.510" v="348" actId="1076"/>
            <ac:spMkLst>
              <pc:docMk/>
              <pc:sldMasterMk cId="2016598143" sldId="2147483672"/>
              <pc:sldLayoutMk cId="2107828609" sldId="2147483675"/>
              <ac:spMk id="8" creationId="{040D9B5B-D231-4612-89E6-B4776226BA7C}"/>
            </ac:spMkLst>
          </pc:spChg>
        </pc:sldLayoutChg>
        <pc:sldLayoutChg chg="modSp mod">
          <pc:chgData name="Viet." userId="8b74393f-d80c-47bd-a370-5373c0174c23" providerId="ADAL" clId="{7129ACEF-98C3-471F-8616-A9AA9239E1FF}" dt="2024-12-10T08:46:53.348" v="1602" actId="2711"/>
          <pc:sldLayoutMkLst>
            <pc:docMk/>
            <pc:sldMasterMk cId="2016598143" sldId="2147483672"/>
            <pc:sldLayoutMk cId="1041146034" sldId="2147483676"/>
          </pc:sldLayoutMkLst>
          <pc:spChg chg="mod">
            <ac:chgData name="Viet." userId="8b74393f-d80c-47bd-a370-5373c0174c23" providerId="ADAL" clId="{7129ACEF-98C3-471F-8616-A9AA9239E1FF}" dt="2024-12-10T08:46:50.633" v="1601" actId="2711"/>
            <ac:spMkLst>
              <pc:docMk/>
              <pc:sldMasterMk cId="2016598143" sldId="2147483672"/>
              <pc:sldLayoutMk cId="1041146034" sldId="2147483676"/>
              <ac:spMk id="3" creationId="{575F5726-7887-4ED4-A172-AF9307881508}"/>
            </ac:spMkLst>
          </pc:spChg>
          <pc:spChg chg="mod">
            <ac:chgData name="Viet." userId="8b74393f-d80c-47bd-a370-5373c0174c23" providerId="ADAL" clId="{7129ACEF-98C3-471F-8616-A9AA9239E1FF}" dt="2024-12-10T08:46:53.348" v="1602" actId="2711"/>
            <ac:spMkLst>
              <pc:docMk/>
              <pc:sldMasterMk cId="2016598143" sldId="2147483672"/>
              <pc:sldLayoutMk cId="1041146034" sldId="2147483676"/>
              <ac:spMk id="4" creationId="{7CA0F843-3E9A-4C49-A1AC-A3FA71EF7350}"/>
            </ac:spMkLst>
          </pc:spChg>
          <pc:spChg chg="mod">
            <ac:chgData name="Viet." userId="8b74393f-d80c-47bd-a370-5373c0174c23" providerId="ADAL" clId="{7129ACEF-98C3-471F-8616-A9AA9239E1FF}" dt="2024-12-09T11:17:14.526" v="349" actId="1076"/>
            <ac:spMkLst>
              <pc:docMk/>
              <pc:sldMasterMk cId="2016598143" sldId="2147483672"/>
              <pc:sldLayoutMk cId="1041146034" sldId="2147483676"/>
              <ac:spMk id="9" creationId="{3FB126F2-FBF5-4556-AAF5-1ECB22E17B0D}"/>
            </ac:spMkLst>
          </pc:spChg>
        </pc:sldLayoutChg>
        <pc:sldLayoutChg chg="modSp mod">
          <pc:chgData name="Viet." userId="8b74393f-d80c-47bd-a370-5373c0174c23" providerId="ADAL" clId="{7129ACEF-98C3-471F-8616-A9AA9239E1FF}" dt="2024-12-10T08:47:10.633" v="1606" actId="2711"/>
          <pc:sldLayoutMkLst>
            <pc:docMk/>
            <pc:sldMasterMk cId="2016598143" sldId="2147483672"/>
            <pc:sldLayoutMk cId="3072891960" sldId="2147483677"/>
          </pc:sldLayoutMkLst>
          <pc:spChg chg="mod">
            <ac:chgData name="Viet." userId="8b74393f-d80c-47bd-a370-5373c0174c23" providerId="ADAL" clId="{7129ACEF-98C3-471F-8616-A9AA9239E1FF}" dt="2024-12-10T08:47:03.220" v="1605" actId="2711"/>
            <ac:spMkLst>
              <pc:docMk/>
              <pc:sldMasterMk cId="2016598143" sldId="2147483672"/>
              <pc:sldLayoutMk cId="3072891960" sldId="2147483677"/>
              <ac:spMk id="3" creationId="{8241CF06-6B06-4E7F-82EA-7C5047EA60A1}"/>
            </ac:spMkLst>
          </pc:spChg>
          <pc:spChg chg="mod">
            <ac:chgData name="Viet." userId="8b74393f-d80c-47bd-a370-5373c0174c23" providerId="ADAL" clId="{7129ACEF-98C3-471F-8616-A9AA9239E1FF}" dt="2024-12-10T08:46:58.647" v="1603" actId="2711"/>
            <ac:spMkLst>
              <pc:docMk/>
              <pc:sldMasterMk cId="2016598143" sldId="2147483672"/>
              <pc:sldLayoutMk cId="3072891960" sldId="2147483677"/>
              <ac:spMk id="4" creationId="{4FD9E841-81B0-403F-B4A9-7ACB7AAF8E75}"/>
            </ac:spMkLst>
          </pc:spChg>
          <pc:spChg chg="mod">
            <ac:chgData name="Viet." userId="8b74393f-d80c-47bd-a370-5373c0174c23" providerId="ADAL" clId="{7129ACEF-98C3-471F-8616-A9AA9239E1FF}" dt="2024-12-10T08:47:10.633" v="1606" actId="2711"/>
            <ac:spMkLst>
              <pc:docMk/>
              <pc:sldMasterMk cId="2016598143" sldId="2147483672"/>
              <pc:sldLayoutMk cId="3072891960" sldId="2147483677"/>
              <ac:spMk id="6" creationId="{34F1E4C2-CBB6-4430-BE56-3BF9E9AA8B7D}"/>
            </ac:spMkLst>
          </pc:spChg>
          <pc:spChg chg="mod">
            <ac:chgData name="Viet." userId="8b74393f-d80c-47bd-a370-5373c0174c23" providerId="ADAL" clId="{7129ACEF-98C3-471F-8616-A9AA9239E1FF}" dt="2024-12-09T11:17:29.784" v="350" actId="1076"/>
            <ac:spMkLst>
              <pc:docMk/>
              <pc:sldMasterMk cId="2016598143" sldId="2147483672"/>
              <pc:sldLayoutMk cId="3072891960" sldId="2147483677"/>
              <ac:spMk id="11" creationId="{401B562F-EFD8-422F-B98E-C48C0F73AC49}"/>
            </ac:spMkLst>
          </pc:spChg>
        </pc:sldLayoutChg>
        <pc:sldLayoutChg chg="modSp mod">
          <pc:chgData name="Viet." userId="8b74393f-d80c-47bd-a370-5373c0174c23" providerId="ADAL" clId="{7129ACEF-98C3-471F-8616-A9AA9239E1FF}" dt="2024-12-09T11:17:38.478" v="351" actId="1076"/>
          <pc:sldLayoutMkLst>
            <pc:docMk/>
            <pc:sldMasterMk cId="2016598143" sldId="2147483672"/>
            <pc:sldLayoutMk cId="1950097033" sldId="2147483678"/>
          </pc:sldLayoutMkLst>
          <pc:spChg chg="mod">
            <ac:chgData name="Viet." userId="8b74393f-d80c-47bd-a370-5373c0174c23" providerId="ADAL" clId="{7129ACEF-98C3-471F-8616-A9AA9239E1FF}" dt="2024-12-09T11:17:38.478" v="351" actId="1076"/>
            <ac:spMkLst>
              <pc:docMk/>
              <pc:sldMasterMk cId="2016598143" sldId="2147483672"/>
              <pc:sldLayoutMk cId="1950097033" sldId="2147483678"/>
              <ac:spMk id="7" creationId="{70797FE1-3F5B-4DD2-B196-B7AAF6628D62}"/>
            </ac:spMkLst>
          </pc:spChg>
        </pc:sldLayoutChg>
        <pc:sldLayoutChg chg="modSp mod">
          <pc:chgData name="Viet." userId="8b74393f-d80c-47bd-a370-5373c0174c23" providerId="ADAL" clId="{7129ACEF-98C3-471F-8616-A9AA9239E1FF}" dt="2024-12-10T08:47:19.001" v="1607" actId="2711"/>
          <pc:sldLayoutMkLst>
            <pc:docMk/>
            <pc:sldMasterMk cId="2016598143" sldId="2147483672"/>
            <pc:sldLayoutMk cId="2072529199" sldId="2147483679"/>
          </pc:sldLayoutMkLst>
          <pc:spChg chg="mod">
            <ac:chgData name="Viet." userId="8b74393f-d80c-47bd-a370-5373c0174c23" providerId="ADAL" clId="{7129ACEF-98C3-471F-8616-A9AA9239E1FF}" dt="2024-12-10T08:47:19.001" v="1607" actId="2711"/>
            <ac:spMkLst>
              <pc:docMk/>
              <pc:sldMasterMk cId="2016598143" sldId="2147483672"/>
              <pc:sldLayoutMk cId="2072529199" sldId="2147483679"/>
              <ac:spMk id="3" creationId="{E0BB3D6C-BEF2-4E06-A9B0-9A309DB3444E}"/>
            </ac:spMkLst>
          </pc:spChg>
          <pc:spChg chg="mod">
            <ac:chgData name="Viet." userId="8b74393f-d80c-47bd-a370-5373c0174c23" providerId="ADAL" clId="{7129ACEF-98C3-471F-8616-A9AA9239E1FF}" dt="2024-12-09T11:17:43.190" v="352" actId="1076"/>
            <ac:spMkLst>
              <pc:docMk/>
              <pc:sldMasterMk cId="2016598143" sldId="2147483672"/>
              <pc:sldLayoutMk cId="2072529199" sldId="2147483679"/>
              <ac:spMk id="9" creationId="{479BEDD5-9D69-4F36-BBA7-2ED62B0AD6F3}"/>
            </ac:spMkLst>
          </pc:spChg>
        </pc:sldLayoutChg>
        <pc:sldLayoutChg chg="modSp mod">
          <pc:chgData name="Viet." userId="8b74393f-d80c-47bd-a370-5373c0174c23" providerId="ADAL" clId="{7129ACEF-98C3-471F-8616-A9AA9239E1FF}" dt="2024-12-09T11:17:48.775" v="353" actId="1076"/>
          <pc:sldLayoutMkLst>
            <pc:docMk/>
            <pc:sldMasterMk cId="2016598143" sldId="2147483672"/>
            <pc:sldLayoutMk cId="2360645422" sldId="2147483680"/>
          </pc:sldLayoutMkLst>
          <pc:spChg chg="mod">
            <ac:chgData name="Viet." userId="8b74393f-d80c-47bd-a370-5373c0174c23" providerId="ADAL" clId="{7129ACEF-98C3-471F-8616-A9AA9239E1FF}" dt="2024-12-09T11:17:48.775" v="353" actId="1076"/>
            <ac:spMkLst>
              <pc:docMk/>
              <pc:sldMasterMk cId="2016598143" sldId="2147483672"/>
              <pc:sldLayoutMk cId="2360645422" sldId="2147483680"/>
              <ac:spMk id="9" creationId="{7BED9312-A7F8-456D-9D54-D034D097842E}"/>
            </ac:spMkLst>
          </pc:spChg>
        </pc:sldLayoutChg>
        <pc:sldLayoutChg chg="modSp mod">
          <pc:chgData name="Viet." userId="8b74393f-d80c-47bd-a370-5373c0174c23" providerId="ADAL" clId="{7129ACEF-98C3-471F-8616-A9AA9239E1FF}" dt="2024-12-09T11:17:51.606" v="354" actId="1076"/>
          <pc:sldLayoutMkLst>
            <pc:docMk/>
            <pc:sldMasterMk cId="2016598143" sldId="2147483672"/>
            <pc:sldLayoutMk cId="2226324170" sldId="2147483681"/>
          </pc:sldLayoutMkLst>
          <pc:spChg chg="mod">
            <ac:chgData name="Viet." userId="8b74393f-d80c-47bd-a370-5373c0174c23" providerId="ADAL" clId="{7129ACEF-98C3-471F-8616-A9AA9239E1FF}" dt="2024-12-09T11:17:51.606" v="354" actId="1076"/>
            <ac:spMkLst>
              <pc:docMk/>
              <pc:sldMasterMk cId="2016598143" sldId="2147483672"/>
              <pc:sldLayoutMk cId="2226324170" sldId="2147483681"/>
              <ac:spMk id="8" creationId="{5A661BC8-CBE6-40B1-BF65-3DDC3730BEA8}"/>
            </ac:spMkLst>
          </pc:spChg>
        </pc:sldLayoutChg>
        <pc:sldLayoutChg chg="modSp mod">
          <pc:chgData name="Viet." userId="8b74393f-d80c-47bd-a370-5373c0174c23" providerId="ADAL" clId="{7129ACEF-98C3-471F-8616-A9AA9239E1FF}" dt="2024-12-09T11:17:55.630" v="355" actId="1076"/>
          <pc:sldLayoutMkLst>
            <pc:docMk/>
            <pc:sldMasterMk cId="2016598143" sldId="2147483672"/>
            <pc:sldLayoutMk cId="3378322837" sldId="2147483682"/>
          </pc:sldLayoutMkLst>
          <pc:spChg chg="mod">
            <ac:chgData name="Viet." userId="8b74393f-d80c-47bd-a370-5373c0174c23" providerId="ADAL" clId="{7129ACEF-98C3-471F-8616-A9AA9239E1FF}" dt="2024-12-09T11:17:55.630" v="355" actId="1076"/>
            <ac:spMkLst>
              <pc:docMk/>
              <pc:sldMasterMk cId="2016598143" sldId="2147483672"/>
              <pc:sldLayoutMk cId="3378322837" sldId="2147483682"/>
              <ac:spMk id="5" creationId="{AF7114A3-57EF-412A-8AEB-90C1FF86B1F4}"/>
            </ac:spMkLst>
          </pc:spChg>
        </pc:sldLayoutChg>
      </pc:sldMasterChg>
    </pc:docChg>
  </pc:docChgLst>
  <pc:docChgLst>
    <pc:chgData name="Hung. Nguyen Viet - CMCU" userId="c51906a1-f569-4298-817a-9a14a5d7b82c" providerId="ADAL" clId="{7EA8D22E-98EC-4A7D-98DD-5A1B0F6A9B0F}"/>
    <pc:docChg chg="modSld">
      <pc:chgData name="Hung. Nguyen Viet - CMCU" userId="c51906a1-f569-4298-817a-9a14a5d7b82c" providerId="ADAL" clId="{7EA8D22E-98EC-4A7D-98DD-5A1B0F6A9B0F}" dt="2025-03-03T00:26:34.195" v="24"/>
      <pc:docMkLst>
        <pc:docMk/>
      </pc:docMkLst>
      <pc:sldChg chg="modNotesTx">
        <pc:chgData name="Hung. Nguyen Viet - CMCU" userId="c51906a1-f569-4298-817a-9a14a5d7b82c" providerId="ADAL" clId="{7EA8D22E-98EC-4A7D-98DD-5A1B0F6A9B0F}" dt="2025-03-03T00:19:29.635" v="2"/>
        <pc:sldMkLst>
          <pc:docMk/>
          <pc:sldMk cId="2245949523" sldId="271"/>
        </pc:sldMkLst>
      </pc:sldChg>
      <pc:sldChg chg="modNotesTx">
        <pc:chgData name="Hung. Nguyen Viet - CMCU" userId="c51906a1-f569-4298-817a-9a14a5d7b82c" providerId="ADAL" clId="{7EA8D22E-98EC-4A7D-98DD-5A1B0F6A9B0F}" dt="2025-03-03T00:20:09.172" v="3"/>
        <pc:sldMkLst>
          <pc:docMk/>
          <pc:sldMk cId="2266700441" sldId="272"/>
        </pc:sldMkLst>
      </pc:sldChg>
      <pc:sldChg chg="modNotesTx">
        <pc:chgData name="Hung. Nguyen Viet - CMCU" userId="c51906a1-f569-4298-817a-9a14a5d7b82c" providerId="ADAL" clId="{7EA8D22E-98EC-4A7D-98DD-5A1B0F6A9B0F}" dt="2025-03-03T00:21:56.936" v="13"/>
        <pc:sldMkLst>
          <pc:docMk/>
          <pc:sldMk cId="3454709962" sldId="273"/>
        </pc:sldMkLst>
      </pc:sldChg>
      <pc:sldChg chg="modNotesTx">
        <pc:chgData name="Hung. Nguyen Viet - CMCU" userId="c51906a1-f569-4298-817a-9a14a5d7b82c" providerId="ADAL" clId="{7EA8D22E-98EC-4A7D-98DD-5A1B0F6A9B0F}" dt="2025-03-03T00:22:21.502" v="14"/>
        <pc:sldMkLst>
          <pc:docMk/>
          <pc:sldMk cId="50451737" sldId="274"/>
        </pc:sldMkLst>
      </pc:sldChg>
      <pc:sldChg chg="modNotesTx">
        <pc:chgData name="Hung. Nguyen Viet - CMCU" userId="c51906a1-f569-4298-817a-9a14a5d7b82c" providerId="ADAL" clId="{7EA8D22E-98EC-4A7D-98DD-5A1B0F6A9B0F}" dt="2025-03-03T00:23:29.253" v="15"/>
        <pc:sldMkLst>
          <pc:docMk/>
          <pc:sldMk cId="1288931591" sldId="275"/>
        </pc:sldMkLst>
      </pc:sldChg>
      <pc:sldChg chg="modNotesTx">
        <pc:chgData name="Hung. Nguyen Viet - CMCU" userId="c51906a1-f569-4298-817a-9a14a5d7b82c" providerId="ADAL" clId="{7EA8D22E-98EC-4A7D-98DD-5A1B0F6A9B0F}" dt="2025-03-03T00:24:50.913" v="18"/>
        <pc:sldMkLst>
          <pc:docMk/>
          <pc:sldMk cId="3220908297" sldId="276"/>
        </pc:sldMkLst>
      </pc:sldChg>
      <pc:sldChg chg="modNotesTx">
        <pc:chgData name="Hung. Nguyen Viet - CMCU" userId="c51906a1-f569-4298-817a-9a14a5d7b82c" providerId="ADAL" clId="{7EA8D22E-98EC-4A7D-98DD-5A1B0F6A9B0F}" dt="2025-03-03T00:23:42.638" v="16"/>
        <pc:sldMkLst>
          <pc:docMk/>
          <pc:sldMk cId="1635793507" sldId="278"/>
        </pc:sldMkLst>
      </pc:sldChg>
      <pc:sldChg chg="modNotesTx">
        <pc:chgData name="Hung. Nguyen Viet - CMCU" userId="c51906a1-f569-4298-817a-9a14a5d7b82c" providerId="ADAL" clId="{7EA8D22E-98EC-4A7D-98DD-5A1B0F6A9B0F}" dt="2025-03-03T00:24:26.173" v="17"/>
        <pc:sldMkLst>
          <pc:docMk/>
          <pc:sldMk cId="79650228" sldId="279"/>
        </pc:sldMkLst>
      </pc:sldChg>
      <pc:sldChg chg="modNotesTx">
        <pc:chgData name="Hung. Nguyen Viet - CMCU" userId="c51906a1-f569-4298-817a-9a14a5d7b82c" providerId="ADAL" clId="{7EA8D22E-98EC-4A7D-98DD-5A1B0F6A9B0F}" dt="2025-03-03T00:25:14.521" v="20" actId="20577"/>
        <pc:sldMkLst>
          <pc:docMk/>
          <pc:sldMk cId="111984158" sldId="280"/>
        </pc:sldMkLst>
      </pc:sldChg>
      <pc:sldChg chg="modNotesTx">
        <pc:chgData name="Hung. Nguyen Viet - CMCU" userId="c51906a1-f569-4298-817a-9a14a5d7b82c" providerId="ADAL" clId="{7EA8D22E-98EC-4A7D-98DD-5A1B0F6A9B0F}" dt="2025-03-03T00:25:52.633" v="23" actId="20577"/>
        <pc:sldMkLst>
          <pc:docMk/>
          <pc:sldMk cId="4247077265" sldId="281"/>
        </pc:sldMkLst>
      </pc:sldChg>
      <pc:sldChg chg="modNotesTx">
        <pc:chgData name="Hung. Nguyen Viet - CMCU" userId="c51906a1-f569-4298-817a-9a14a5d7b82c" providerId="ADAL" clId="{7EA8D22E-98EC-4A7D-98DD-5A1B0F6A9B0F}" dt="2025-03-03T00:26:34.195" v="24"/>
        <pc:sldMkLst>
          <pc:docMk/>
          <pc:sldMk cId="3712960141" sldId="283"/>
        </pc:sldMkLst>
      </pc:sldChg>
      <pc:sldChg chg="modNotesTx">
        <pc:chgData name="Hung. Nguyen Viet - CMCU" userId="c51906a1-f569-4298-817a-9a14a5d7b82c" providerId="ADAL" clId="{7EA8D22E-98EC-4A7D-98DD-5A1B0F6A9B0F}" dt="2025-03-03T00:18:52.345" v="1" actId="113"/>
        <pc:sldMkLst>
          <pc:docMk/>
          <pc:sldMk cId="4174268144" sldId="284"/>
        </pc:sldMkLst>
      </pc:sldChg>
    </pc:docChg>
  </pc:docChgLst>
  <pc:docChgLst>
    <pc:chgData name="Viet. Nguyen Hoang - CMC ATI" userId="S::nhviet1@cmc.com.vn::8b74393f-d80c-47bd-a370-5373c0174c23" providerId="AD" clId="Web-{AD775653-9DE9-F626-2093-9465D45E727E}"/>
    <pc:docChg chg="addSld delSld modSld sldOrd addSection delSection modSection">
      <pc:chgData name="Viet. Nguyen Hoang - CMC ATI" userId="S::nhviet1@cmc.com.vn::8b74393f-d80c-47bd-a370-5373c0174c23" providerId="AD" clId="Web-{AD775653-9DE9-F626-2093-9465D45E727E}" dt="2024-12-30T07:31:57.520" v="1163"/>
      <pc:docMkLst>
        <pc:docMk/>
      </pc:docMkLst>
      <pc:sldChg chg="modSp">
        <pc:chgData name="Viet. Nguyen Hoang - CMC ATI" userId="S::nhviet1@cmc.com.vn::8b74393f-d80c-47bd-a370-5373c0174c23" providerId="AD" clId="Web-{AD775653-9DE9-F626-2093-9465D45E727E}" dt="2024-12-30T04:58:00.822" v="15" actId="20577"/>
        <pc:sldMkLst>
          <pc:docMk/>
          <pc:sldMk cId="1253848682" sldId="267"/>
        </pc:sldMkLst>
        <pc:spChg chg="mod">
          <ac:chgData name="Viet. Nguyen Hoang - CMC ATI" userId="S::nhviet1@cmc.com.vn::8b74393f-d80c-47bd-a370-5373c0174c23" providerId="AD" clId="Web-{AD775653-9DE9-F626-2093-9465D45E727E}" dt="2024-12-30T04:58:00.822" v="15" actId="20577"/>
          <ac:spMkLst>
            <pc:docMk/>
            <pc:sldMk cId="1253848682" sldId="267"/>
            <ac:spMk id="2" creationId="{78EACC5C-4747-42C2-9BF5-D1B4A984743F}"/>
          </ac:spMkLst>
        </pc:spChg>
      </pc:sldChg>
      <pc:sldChg chg="del">
        <pc:chgData name="Viet. Nguyen Hoang - CMC ATI" userId="S::nhviet1@cmc.com.vn::8b74393f-d80c-47bd-a370-5373c0174c23" providerId="AD" clId="Web-{AD775653-9DE9-F626-2093-9465D45E727E}" dt="2024-12-30T04:58:07.212" v="42"/>
        <pc:sldMkLst>
          <pc:docMk/>
          <pc:sldMk cId="1128137042" sldId="270"/>
        </pc:sldMkLst>
      </pc:sldChg>
      <pc:sldChg chg="addSp delSp modSp new">
        <pc:chgData name="Viet. Nguyen Hoang - CMC ATI" userId="S::nhviet1@cmc.com.vn::8b74393f-d80c-47bd-a370-5373c0174c23" providerId="AD" clId="Web-{AD775653-9DE9-F626-2093-9465D45E727E}" dt="2024-12-30T07:05:02.211" v="662" actId="1076"/>
        <pc:sldMkLst>
          <pc:docMk/>
          <pc:sldMk cId="4294721424" sldId="270"/>
        </pc:sldMkLst>
      </pc:sldChg>
      <pc:sldChg chg="modSp new ord">
        <pc:chgData name="Viet. Nguyen Hoang - CMC ATI" userId="S::nhviet1@cmc.com.vn::8b74393f-d80c-47bd-a370-5373c0174c23" providerId="AD" clId="Web-{AD775653-9DE9-F626-2093-9465D45E727E}" dt="2024-12-30T05:01:40.294" v="73" actId="20577"/>
        <pc:sldMkLst>
          <pc:docMk/>
          <pc:sldMk cId="2245949523" sldId="271"/>
        </pc:sldMkLst>
        <pc:spChg chg="mod">
          <ac:chgData name="Viet. Nguyen Hoang - CMC ATI" userId="S::nhviet1@cmc.com.vn::8b74393f-d80c-47bd-a370-5373c0174c23" providerId="AD" clId="Web-{AD775653-9DE9-F626-2093-9465D45E727E}" dt="2024-12-30T05:01:40.294" v="73" actId="20577"/>
          <ac:spMkLst>
            <pc:docMk/>
            <pc:sldMk cId="2245949523" sldId="271"/>
            <ac:spMk id="2" creationId="{612DF768-8D46-C364-70C5-1F9A8E39A49F}"/>
          </ac:spMkLst>
        </pc:spChg>
        <pc:spChg chg="mod">
          <ac:chgData name="Viet. Nguyen Hoang - CMC ATI" userId="S::nhviet1@cmc.com.vn::8b74393f-d80c-47bd-a370-5373c0174c23" providerId="AD" clId="Web-{AD775653-9DE9-F626-2093-9465D45E727E}" dt="2024-12-30T05:01:08.903" v="69" actId="20577"/>
          <ac:spMkLst>
            <pc:docMk/>
            <pc:sldMk cId="2245949523" sldId="271"/>
            <ac:spMk id="4" creationId="{70874654-D494-024D-6537-C6CD11A81E25}"/>
          </ac:spMkLst>
        </pc:spChg>
      </pc:sldChg>
      <pc:sldChg chg="del">
        <pc:chgData name="Viet. Nguyen Hoang - CMC ATI" userId="S::nhviet1@cmc.com.vn::8b74393f-d80c-47bd-a370-5373c0174c23" providerId="AD" clId="Web-{AD775653-9DE9-F626-2093-9465D45E727E}" dt="2024-12-30T04:58:07.212" v="41"/>
        <pc:sldMkLst>
          <pc:docMk/>
          <pc:sldMk cId="2315308487" sldId="271"/>
        </pc:sldMkLst>
      </pc:sldChg>
      <pc:sldChg chg="modSp new ord">
        <pc:chgData name="Viet. Nguyen Hoang - CMC ATI" userId="S::nhviet1@cmc.com.vn::8b74393f-d80c-47bd-a370-5373c0174c23" providerId="AD" clId="Web-{AD775653-9DE9-F626-2093-9465D45E727E}" dt="2024-12-30T07:04:36.382" v="653"/>
        <pc:sldMkLst>
          <pc:docMk/>
          <pc:sldMk cId="615857666" sldId="272"/>
        </pc:sldMkLst>
      </pc:sldChg>
      <pc:sldChg chg="del">
        <pc:chgData name="Viet. Nguyen Hoang - CMC ATI" userId="S::nhviet1@cmc.com.vn::8b74393f-d80c-47bd-a370-5373c0174c23" providerId="AD" clId="Web-{AD775653-9DE9-F626-2093-9465D45E727E}" dt="2024-12-30T04:58:07.212" v="40"/>
        <pc:sldMkLst>
          <pc:docMk/>
          <pc:sldMk cId="3533115284" sldId="272"/>
        </pc:sldMkLst>
      </pc:sldChg>
      <pc:sldChg chg="del">
        <pc:chgData name="Viet. Nguyen Hoang - CMC ATI" userId="S::nhviet1@cmc.com.vn::8b74393f-d80c-47bd-a370-5373c0174c23" providerId="AD" clId="Web-{AD775653-9DE9-F626-2093-9465D45E727E}" dt="2024-12-30T04:58:07.197" v="36"/>
        <pc:sldMkLst>
          <pc:docMk/>
          <pc:sldMk cId="2654672157" sldId="273"/>
        </pc:sldMkLst>
      </pc:sldChg>
      <pc:sldChg chg="modSp new">
        <pc:chgData name="Viet. Nguyen Hoang - CMC ATI" userId="S::nhviet1@cmc.com.vn::8b74393f-d80c-47bd-a370-5373c0174c23" providerId="AD" clId="Web-{AD775653-9DE9-F626-2093-9465D45E727E}" dt="2024-12-30T05:03:48.155" v="138" actId="20577"/>
        <pc:sldMkLst>
          <pc:docMk/>
          <pc:sldMk cId="4249492277" sldId="273"/>
        </pc:sldMkLst>
      </pc:sldChg>
      <pc:sldChg chg="modSp new">
        <pc:chgData name="Viet. Nguyen Hoang - CMC ATI" userId="S::nhviet1@cmc.com.vn::8b74393f-d80c-47bd-a370-5373c0174c23" providerId="AD" clId="Web-{AD775653-9DE9-F626-2093-9465D45E727E}" dt="2024-12-30T06:35:56.868" v="157" actId="20577"/>
        <pc:sldMkLst>
          <pc:docMk/>
          <pc:sldMk cId="1150469067" sldId="274"/>
        </pc:sldMkLst>
      </pc:sldChg>
      <pc:sldChg chg="del">
        <pc:chgData name="Viet. Nguyen Hoang - CMC ATI" userId="S::nhviet1@cmc.com.vn::8b74393f-d80c-47bd-a370-5373c0174c23" providerId="AD" clId="Web-{AD775653-9DE9-F626-2093-9465D45E727E}" dt="2024-12-30T04:58:07.212" v="39"/>
        <pc:sldMkLst>
          <pc:docMk/>
          <pc:sldMk cId="1181968764" sldId="274"/>
        </pc:sldMkLst>
      </pc:sldChg>
      <pc:sldChg chg="modSp new">
        <pc:chgData name="Viet. Nguyen Hoang - CMC ATI" userId="S::nhviet1@cmc.com.vn::8b74393f-d80c-47bd-a370-5373c0174c23" providerId="AD" clId="Web-{AD775653-9DE9-F626-2093-9465D45E727E}" dt="2024-12-30T06:39:26.498" v="176" actId="20577"/>
        <pc:sldMkLst>
          <pc:docMk/>
          <pc:sldMk cId="979989709" sldId="275"/>
        </pc:sldMkLst>
      </pc:sldChg>
      <pc:sldChg chg="del">
        <pc:chgData name="Viet. Nguyen Hoang - CMC ATI" userId="S::nhviet1@cmc.com.vn::8b74393f-d80c-47bd-a370-5373c0174c23" providerId="AD" clId="Web-{AD775653-9DE9-F626-2093-9465D45E727E}" dt="2024-12-30T04:58:07.197" v="38"/>
        <pc:sldMkLst>
          <pc:docMk/>
          <pc:sldMk cId="603947028" sldId="276"/>
        </pc:sldMkLst>
      </pc:sldChg>
      <pc:sldChg chg="addSp delSp modSp new ord">
        <pc:chgData name="Viet. Nguyen Hoang - CMC ATI" userId="S::nhviet1@cmc.com.vn::8b74393f-d80c-47bd-a370-5373c0174c23" providerId="AD" clId="Web-{AD775653-9DE9-F626-2093-9465D45E727E}" dt="2024-12-30T07:07:19.277" v="667"/>
        <pc:sldMkLst>
          <pc:docMk/>
          <pc:sldMk cId="3523622613" sldId="276"/>
        </pc:sldMkLst>
      </pc:sldChg>
      <pc:sldChg chg="modSp new ord">
        <pc:chgData name="Viet. Nguyen Hoang - CMC ATI" userId="S::nhviet1@cmc.com.vn::8b74393f-d80c-47bd-a370-5373c0174c23" providerId="AD" clId="Web-{AD775653-9DE9-F626-2093-9465D45E727E}" dt="2024-12-30T06:43:34.817" v="367"/>
        <pc:sldMkLst>
          <pc:docMk/>
          <pc:sldMk cId="1465469874" sldId="277"/>
        </pc:sldMkLst>
      </pc:sldChg>
      <pc:sldChg chg="del">
        <pc:chgData name="Viet. Nguyen Hoang - CMC ATI" userId="S::nhviet1@cmc.com.vn::8b74393f-d80c-47bd-a370-5373c0174c23" providerId="AD" clId="Web-{AD775653-9DE9-F626-2093-9465D45E727E}" dt="2024-12-30T04:58:07.181" v="21"/>
        <pc:sldMkLst>
          <pc:docMk/>
          <pc:sldMk cId="3273083857" sldId="277"/>
        </pc:sldMkLst>
      </pc:sldChg>
      <pc:sldChg chg="del">
        <pc:chgData name="Viet. Nguyen Hoang - CMC ATI" userId="S::nhviet1@cmc.com.vn::8b74393f-d80c-47bd-a370-5373c0174c23" providerId="AD" clId="Web-{AD775653-9DE9-F626-2093-9465D45E727E}" dt="2024-12-30T04:58:07.197" v="33"/>
        <pc:sldMkLst>
          <pc:docMk/>
          <pc:sldMk cId="2626817488" sldId="278"/>
        </pc:sldMkLst>
      </pc:sldChg>
      <pc:sldChg chg="addSp delSp modSp new">
        <pc:chgData name="Viet. Nguyen Hoang - CMC ATI" userId="S::nhviet1@cmc.com.vn::8b74393f-d80c-47bd-a370-5373c0174c23" providerId="AD" clId="Web-{AD775653-9DE9-F626-2093-9465D45E727E}" dt="2024-12-30T06:51:32.721" v="521" actId="20577"/>
        <pc:sldMkLst>
          <pc:docMk/>
          <pc:sldMk cId="4004207574" sldId="278"/>
        </pc:sldMkLst>
      </pc:sldChg>
      <pc:sldChg chg="del">
        <pc:chgData name="Viet. Nguyen Hoang - CMC ATI" userId="S::nhviet1@cmc.com.vn::8b74393f-d80c-47bd-a370-5373c0174c23" providerId="AD" clId="Web-{AD775653-9DE9-F626-2093-9465D45E727E}" dt="2024-12-30T04:58:07.197" v="25"/>
        <pc:sldMkLst>
          <pc:docMk/>
          <pc:sldMk cId="2374884668" sldId="279"/>
        </pc:sldMkLst>
      </pc:sldChg>
      <pc:sldChg chg="modSp new">
        <pc:chgData name="Viet. Nguyen Hoang - CMC ATI" userId="S::nhviet1@cmc.com.vn::8b74393f-d80c-47bd-a370-5373c0174c23" providerId="AD" clId="Web-{AD775653-9DE9-F626-2093-9465D45E727E}" dt="2024-12-30T06:48:09.075" v="467" actId="20577"/>
        <pc:sldMkLst>
          <pc:docMk/>
          <pc:sldMk cId="3612276279" sldId="279"/>
        </pc:sldMkLst>
      </pc:sldChg>
      <pc:sldChg chg="del">
        <pc:chgData name="Viet. Nguyen Hoang - CMC ATI" userId="S::nhviet1@cmc.com.vn::8b74393f-d80c-47bd-a370-5373c0174c23" providerId="AD" clId="Web-{AD775653-9DE9-F626-2093-9465D45E727E}" dt="2024-12-30T04:58:07.197" v="35"/>
        <pc:sldMkLst>
          <pc:docMk/>
          <pc:sldMk cId="128518637" sldId="280"/>
        </pc:sldMkLst>
      </pc:sldChg>
      <pc:sldChg chg="modSp new">
        <pc:chgData name="Viet. Nguyen Hoang - CMC ATI" userId="S::nhviet1@cmc.com.vn::8b74393f-d80c-47bd-a370-5373c0174c23" providerId="AD" clId="Web-{AD775653-9DE9-F626-2093-9465D45E727E}" dt="2024-12-30T06:48:47.998" v="491" actId="20577"/>
        <pc:sldMkLst>
          <pc:docMk/>
          <pc:sldMk cId="312002104" sldId="280"/>
        </pc:sldMkLst>
      </pc:sldChg>
      <pc:sldChg chg="modSp new">
        <pc:chgData name="Viet. Nguyen Hoang - CMC ATI" userId="S::nhviet1@cmc.com.vn::8b74393f-d80c-47bd-a370-5373c0174c23" providerId="AD" clId="Web-{AD775653-9DE9-F626-2093-9465D45E727E}" dt="2024-12-30T06:52:37.301" v="529" actId="20577"/>
        <pc:sldMkLst>
          <pc:docMk/>
          <pc:sldMk cId="1859146847" sldId="281"/>
        </pc:sldMkLst>
      </pc:sldChg>
      <pc:sldChg chg="new del">
        <pc:chgData name="Viet. Nguyen Hoang - CMC ATI" userId="S::nhviet1@cmc.com.vn::8b74393f-d80c-47bd-a370-5373c0174c23" providerId="AD" clId="Web-{AD775653-9DE9-F626-2093-9465D45E727E}" dt="2024-12-30T06:49:17.498" v="493"/>
        <pc:sldMkLst>
          <pc:docMk/>
          <pc:sldMk cId="2288667359" sldId="281"/>
        </pc:sldMkLst>
      </pc:sldChg>
      <pc:sldChg chg="del">
        <pc:chgData name="Viet. Nguyen Hoang - CMC ATI" userId="S::nhviet1@cmc.com.vn::8b74393f-d80c-47bd-a370-5373c0174c23" providerId="AD" clId="Web-{AD775653-9DE9-F626-2093-9465D45E727E}" dt="2024-12-30T04:58:07.197" v="34"/>
        <pc:sldMkLst>
          <pc:docMk/>
          <pc:sldMk cId="2782240792" sldId="281"/>
        </pc:sldMkLst>
      </pc:sldChg>
      <pc:sldChg chg="addSp delSp modSp new">
        <pc:chgData name="Viet. Nguyen Hoang - CMC ATI" userId="S::nhviet1@cmc.com.vn::8b74393f-d80c-47bd-a370-5373c0174c23" providerId="AD" clId="Web-{AD775653-9DE9-F626-2093-9465D45E727E}" dt="2024-12-30T06:53:25.708" v="543" actId="1076"/>
        <pc:sldMkLst>
          <pc:docMk/>
          <pc:sldMk cId="1435354575" sldId="282"/>
        </pc:sldMkLst>
      </pc:sldChg>
      <pc:sldChg chg="del">
        <pc:chgData name="Viet. Nguyen Hoang - CMC ATI" userId="S::nhviet1@cmc.com.vn::8b74393f-d80c-47bd-a370-5373c0174c23" providerId="AD" clId="Web-{AD775653-9DE9-F626-2093-9465D45E727E}" dt="2024-12-30T04:58:07.197" v="27"/>
        <pc:sldMkLst>
          <pc:docMk/>
          <pc:sldMk cId="2366127243" sldId="282"/>
        </pc:sldMkLst>
      </pc:sldChg>
      <pc:sldChg chg="addSp delSp modSp new">
        <pc:chgData name="Viet. Nguyen Hoang - CMC ATI" userId="S::nhviet1@cmc.com.vn::8b74393f-d80c-47bd-a370-5373c0174c23" providerId="AD" clId="Web-{AD775653-9DE9-F626-2093-9465D45E727E}" dt="2024-12-30T06:54:31.085" v="559" actId="14100"/>
        <pc:sldMkLst>
          <pc:docMk/>
          <pc:sldMk cId="2521102043" sldId="283"/>
        </pc:sldMkLst>
      </pc:sldChg>
      <pc:sldChg chg="del">
        <pc:chgData name="Viet. Nguyen Hoang - CMC ATI" userId="S::nhviet1@cmc.com.vn::8b74393f-d80c-47bd-a370-5373c0174c23" providerId="AD" clId="Web-{AD775653-9DE9-F626-2093-9465D45E727E}" dt="2024-12-30T04:58:07.197" v="32"/>
        <pc:sldMkLst>
          <pc:docMk/>
          <pc:sldMk cId="3994218760" sldId="283"/>
        </pc:sldMkLst>
      </pc:sldChg>
      <pc:sldChg chg="del">
        <pc:chgData name="Viet. Nguyen Hoang - CMC ATI" userId="S::nhviet1@cmc.com.vn::8b74393f-d80c-47bd-a370-5373c0174c23" providerId="AD" clId="Web-{AD775653-9DE9-F626-2093-9465D45E727E}" dt="2024-12-30T04:58:07.181" v="23"/>
        <pc:sldMkLst>
          <pc:docMk/>
          <pc:sldMk cId="1067905408" sldId="284"/>
        </pc:sldMkLst>
      </pc:sldChg>
      <pc:sldChg chg="modSp new ord">
        <pc:chgData name="Viet. Nguyen Hoang - CMC ATI" userId="S::nhviet1@cmc.com.vn::8b74393f-d80c-47bd-a370-5373c0174c23" providerId="AD" clId="Web-{AD775653-9DE9-F626-2093-9465D45E727E}" dt="2024-12-30T07:12:10.019" v="788" actId="20577"/>
        <pc:sldMkLst>
          <pc:docMk/>
          <pc:sldMk cId="2917708693" sldId="284"/>
        </pc:sldMkLst>
      </pc:sldChg>
      <pc:sldChg chg="del">
        <pc:chgData name="Viet. Nguyen Hoang - CMC ATI" userId="S::nhviet1@cmc.com.vn::8b74393f-d80c-47bd-a370-5373c0174c23" providerId="AD" clId="Web-{AD775653-9DE9-F626-2093-9465D45E727E}" dt="2024-12-30T04:58:07.197" v="31"/>
        <pc:sldMkLst>
          <pc:docMk/>
          <pc:sldMk cId="59019072" sldId="285"/>
        </pc:sldMkLst>
      </pc:sldChg>
      <pc:sldChg chg="modSp new del ord">
        <pc:chgData name="Viet. Nguyen Hoang - CMC ATI" userId="S::nhviet1@cmc.com.vn::8b74393f-d80c-47bd-a370-5373c0174c23" providerId="AD" clId="Web-{AD775653-9DE9-F626-2093-9465D45E727E}" dt="2024-12-30T07:29:57.876" v="1118"/>
        <pc:sldMkLst>
          <pc:docMk/>
          <pc:sldMk cId="587048581" sldId="285"/>
        </pc:sldMkLst>
      </pc:sldChg>
      <pc:sldChg chg="modSp new del ord">
        <pc:chgData name="Viet. Nguyen Hoang - CMC ATI" userId="S::nhviet1@cmc.com.vn::8b74393f-d80c-47bd-a370-5373c0174c23" providerId="AD" clId="Web-{AD775653-9DE9-F626-2093-9465D45E727E}" dt="2024-12-30T07:07:07.902" v="665"/>
        <pc:sldMkLst>
          <pc:docMk/>
          <pc:sldMk cId="1979532427" sldId="286"/>
        </pc:sldMkLst>
      </pc:sldChg>
      <pc:sldChg chg="del">
        <pc:chgData name="Viet. Nguyen Hoang - CMC ATI" userId="S::nhviet1@cmc.com.vn::8b74393f-d80c-47bd-a370-5373c0174c23" providerId="AD" clId="Web-{AD775653-9DE9-F626-2093-9465D45E727E}" dt="2024-12-30T04:58:07.197" v="29"/>
        <pc:sldMkLst>
          <pc:docMk/>
          <pc:sldMk cId="2693173114" sldId="286"/>
        </pc:sldMkLst>
      </pc:sldChg>
      <pc:sldChg chg="addSp delSp modSp new ord">
        <pc:chgData name="Viet. Nguyen Hoang - CMC ATI" userId="S::nhviet1@cmc.com.vn::8b74393f-d80c-47bd-a370-5373c0174c23" providerId="AD" clId="Web-{AD775653-9DE9-F626-2093-9465D45E727E}" dt="2024-12-30T07:12:22.348" v="791" actId="1076"/>
        <pc:sldMkLst>
          <pc:docMk/>
          <pc:sldMk cId="4276209075" sldId="286"/>
        </pc:sldMkLst>
      </pc:sldChg>
      <pc:sldChg chg="del">
        <pc:chgData name="Viet. Nguyen Hoang - CMC ATI" userId="S::nhviet1@cmc.com.vn::8b74393f-d80c-47bd-a370-5373c0174c23" providerId="AD" clId="Web-{AD775653-9DE9-F626-2093-9465D45E727E}" dt="2024-12-30T04:58:07.197" v="28"/>
        <pc:sldMkLst>
          <pc:docMk/>
          <pc:sldMk cId="2078357127" sldId="287"/>
        </pc:sldMkLst>
      </pc:sldChg>
      <pc:sldChg chg="addSp delSp modSp new ord">
        <pc:chgData name="Viet. Nguyen Hoang - CMC ATI" userId="S::nhviet1@cmc.com.vn::8b74393f-d80c-47bd-a370-5373c0174c23" providerId="AD" clId="Web-{AD775653-9DE9-F626-2093-9465D45E727E}" dt="2024-12-30T07:13:53.647" v="811"/>
        <pc:sldMkLst>
          <pc:docMk/>
          <pc:sldMk cId="2807768493" sldId="287"/>
        </pc:sldMkLst>
      </pc:sldChg>
      <pc:sldChg chg="del">
        <pc:chgData name="Viet. Nguyen Hoang - CMC ATI" userId="S::nhviet1@cmc.com.vn::8b74393f-d80c-47bd-a370-5373c0174c23" providerId="AD" clId="Web-{AD775653-9DE9-F626-2093-9465D45E727E}" dt="2024-12-30T04:58:07.197" v="26"/>
        <pc:sldMkLst>
          <pc:docMk/>
          <pc:sldMk cId="744675035" sldId="288"/>
        </pc:sldMkLst>
      </pc:sldChg>
      <pc:sldChg chg="addSp delSp modSp new del">
        <pc:chgData name="Viet. Nguyen Hoang - CMC ATI" userId="S::nhviet1@cmc.com.vn::8b74393f-d80c-47bd-a370-5373c0174c23" providerId="AD" clId="Web-{AD775653-9DE9-F626-2093-9465D45E727E}" dt="2024-12-30T07:14:47.946" v="830"/>
        <pc:sldMkLst>
          <pc:docMk/>
          <pc:sldMk cId="1585919751" sldId="288"/>
        </pc:sldMkLst>
      </pc:sldChg>
      <pc:sldChg chg="addSp delSp modSp new del ord">
        <pc:chgData name="Viet. Nguyen Hoang - CMC ATI" userId="S::nhviet1@cmc.com.vn::8b74393f-d80c-47bd-a370-5373c0174c23" providerId="AD" clId="Web-{AD775653-9DE9-F626-2093-9465D45E727E}" dt="2024-12-30T07:13:58.100" v="812"/>
        <pc:sldMkLst>
          <pc:docMk/>
          <pc:sldMk cId="170301171" sldId="289"/>
        </pc:sldMkLst>
      </pc:sldChg>
      <pc:sldChg chg="del">
        <pc:chgData name="Viet. Nguyen Hoang - CMC ATI" userId="S::nhviet1@cmc.com.vn::8b74393f-d80c-47bd-a370-5373c0174c23" providerId="AD" clId="Web-{AD775653-9DE9-F626-2093-9465D45E727E}" dt="2024-12-30T04:58:07.181" v="24"/>
        <pc:sldMkLst>
          <pc:docMk/>
          <pc:sldMk cId="3162710657" sldId="289"/>
        </pc:sldMkLst>
      </pc:sldChg>
      <pc:sldChg chg="modSp new">
        <pc:chgData name="Viet. Nguyen Hoang - CMC ATI" userId="S::nhviet1@cmc.com.vn::8b74393f-d80c-47bd-a370-5373c0174c23" providerId="AD" clId="Web-{AD775653-9DE9-F626-2093-9465D45E727E}" dt="2024-12-30T07:19:00.280" v="903" actId="20577"/>
        <pc:sldMkLst>
          <pc:docMk/>
          <pc:sldMk cId="3169703984" sldId="289"/>
        </pc:sldMkLst>
      </pc:sldChg>
      <pc:sldChg chg="del">
        <pc:chgData name="Viet. Nguyen Hoang - CMC ATI" userId="S::nhviet1@cmc.com.vn::8b74393f-d80c-47bd-a370-5373c0174c23" providerId="AD" clId="Web-{AD775653-9DE9-F626-2093-9465D45E727E}" dt="2024-12-30T04:58:07.181" v="22"/>
        <pc:sldMkLst>
          <pc:docMk/>
          <pc:sldMk cId="3321389754" sldId="290"/>
        </pc:sldMkLst>
      </pc:sldChg>
      <pc:sldChg chg="addSp modSp new ord">
        <pc:chgData name="Viet. Nguyen Hoang - CMC ATI" userId="S::nhviet1@cmc.com.vn::8b74393f-d80c-47bd-a370-5373c0174c23" providerId="AD" clId="Web-{AD775653-9DE9-F626-2093-9465D45E727E}" dt="2024-12-30T07:16:33.292" v="854"/>
        <pc:sldMkLst>
          <pc:docMk/>
          <pc:sldMk cId="4049434132" sldId="290"/>
        </pc:sldMkLst>
      </pc:sldChg>
      <pc:sldChg chg="addSp delSp modSp new">
        <pc:chgData name="Viet. Nguyen Hoang - CMC ATI" userId="S::nhviet1@cmc.com.vn::8b74393f-d80c-47bd-a370-5373c0174c23" providerId="AD" clId="Web-{AD775653-9DE9-F626-2093-9465D45E727E}" dt="2024-12-30T07:21:06.252" v="944" actId="1076"/>
        <pc:sldMkLst>
          <pc:docMk/>
          <pc:sldMk cId="3631871876" sldId="291"/>
        </pc:sldMkLst>
      </pc:sldChg>
      <pc:sldChg chg="del">
        <pc:chgData name="Viet. Nguyen Hoang - CMC ATI" userId="S::nhviet1@cmc.com.vn::8b74393f-d80c-47bd-a370-5373c0174c23" providerId="AD" clId="Web-{AD775653-9DE9-F626-2093-9465D45E727E}" dt="2024-12-30T04:58:07.181" v="20"/>
        <pc:sldMkLst>
          <pc:docMk/>
          <pc:sldMk cId="3927253660" sldId="291"/>
        </pc:sldMkLst>
      </pc:sldChg>
      <pc:sldChg chg="del">
        <pc:chgData name="Viet. Nguyen Hoang - CMC ATI" userId="S::nhviet1@cmc.com.vn::8b74393f-d80c-47bd-a370-5373c0174c23" providerId="AD" clId="Web-{AD775653-9DE9-F626-2093-9465D45E727E}" dt="2024-12-30T04:58:07.181" v="17"/>
        <pc:sldMkLst>
          <pc:docMk/>
          <pc:sldMk cId="1390512495" sldId="292"/>
        </pc:sldMkLst>
      </pc:sldChg>
      <pc:sldChg chg="addSp delSp modSp new">
        <pc:chgData name="Viet. Nguyen Hoang - CMC ATI" userId="S::nhviet1@cmc.com.vn::8b74393f-d80c-47bd-a370-5373c0174c23" providerId="AD" clId="Web-{AD775653-9DE9-F626-2093-9465D45E727E}" dt="2024-12-30T07:29:40.954" v="1117" actId="1076"/>
        <pc:sldMkLst>
          <pc:docMk/>
          <pc:sldMk cId="3010864554" sldId="292"/>
        </pc:sldMkLst>
      </pc:sldChg>
      <pc:sldChg chg="del">
        <pc:chgData name="Viet. Nguyen Hoang - CMC ATI" userId="S::nhviet1@cmc.com.vn::8b74393f-d80c-47bd-a370-5373c0174c23" providerId="AD" clId="Web-{AD775653-9DE9-F626-2093-9465D45E727E}" dt="2024-12-30T04:58:07.197" v="30"/>
        <pc:sldMkLst>
          <pc:docMk/>
          <pc:sldMk cId="1894612539" sldId="293"/>
        </pc:sldMkLst>
      </pc:sldChg>
      <pc:sldChg chg="addSp delSp modSp new">
        <pc:chgData name="Viet. Nguyen Hoang - CMC ATI" userId="S::nhviet1@cmc.com.vn::8b74393f-d80c-47bd-a370-5373c0174c23" providerId="AD" clId="Web-{AD775653-9DE9-F626-2093-9465D45E727E}" dt="2024-12-30T07:26:08.261" v="1049" actId="20577"/>
        <pc:sldMkLst>
          <pc:docMk/>
          <pc:sldMk cId="3164554146" sldId="293"/>
        </pc:sldMkLst>
      </pc:sldChg>
      <pc:sldChg chg="addSp modSp new">
        <pc:chgData name="Viet. Nguyen Hoang - CMC ATI" userId="S::nhviet1@cmc.com.vn::8b74393f-d80c-47bd-a370-5373c0174c23" providerId="AD" clId="Web-{AD775653-9DE9-F626-2093-9465D45E727E}" dt="2024-12-30T07:27:52.232" v="1100" actId="20577"/>
        <pc:sldMkLst>
          <pc:docMk/>
          <pc:sldMk cId="1180945900" sldId="294"/>
        </pc:sldMkLst>
      </pc:sldChg>
      <pc:sldChg chg="del">
        <pc:chgData name="Viet. Nguyen Hoang - CMC ATI" userId="S::nhviet1@cmc.com.vn::8b74393f-d80c-47bd-a370-5373c0174c23" providerId="AD" clId="Web-{AD775653-9DE9-F626-2093-9465D45E727E}" dt="2024-12-30T04:58:07.181" v="18"/>
        <pc:sldMkLst>
          <pc:docMk/>
          <pc:sldMk cId="1661365793" sldId="294"/>
        </pc:sldMkLst>
      </pc:sldChg>
      <pc:sldChg chg="del">
        <pc:chgData name="Viet. Nguyen Hoang - CMC ATI" userId="S::nhviet1@cmc.com.vn::8b74393f-d80c-47bd-a370-5373c0174c23" providerId="AD" clId="Web-{AD775653-9DE9-F626-2093-9465D45E727E}" dt="2024-12-30T04:58:07.181" v="19"/>
        <pc:sldMkLst>
          <pc:docMk/>
          <pc:sldMk cId="2806911020" sldId="295"/>
        </pc:sldMkLst>
      </pc:sldChg>
      <pc:sldChg chg="modSp new ord">
        <pc:chgData name="Viet. Nguyen Hoang - CMC ATI" userId="S::nhviet1@cmc.com.vn::8b74393f-d80c-47bd-a370-5373c0174c23" providerId="AD" clId="Web-{AD775653-9DE9-F626-2093-9465D45E727E}" dt="2024-12-30T07:31:27.300" v="1139"/>
        <pc:sldMkLst>
          <pc:docMk/>
          <pc:sldMk cId="3584413626" sldId="295"/>
        </pc:sldMkLst>
      </pc:sldChg>
      <pc:sldChg chg="modSp new">
        <pc:chgData name="Viet. Nguyen Hoang - CMC ATI" userId="S::nhviet1@cmc.com.vn::8b74393f-d80c-47bd-a370-5373c0174c23" providerId="AD" clId="Web-{AD775653-9DE9-F626-2093-9465D45E727E}" dt="2024-12-30T07:31:51.879" v="1162" actId="14100"/>
        <pc:sldMkLst>
          <pc:docMk/>
          <pc:sldMk cId="1926007102" sldId="296"/>
        </pc:sldMkLst>
      </pc:sldChg>
      <pc:sldChg chg="del">
        <pc:chgData name="Viet. Nguyen Hoang - CMC ATI" userId="S::nhviet1@cmc.com.vn::8b74393f-d80c-47bd-a370-5373c0174c23" providerId="AD" clId="Web-{AD775653-9DE9-F626-2093-9465D45E727E}" dt="2024-12-30T04:58:07.197" v="37"/>
        <pc:sldMkLst>
          <pc:docMk/>
          <pc:sldMk cId="4030731150" sldId="296"/>
        </pc:sldMkLst>
      </pc:sldChg>
      <pc:sldChg chg="del">
        <pc:chgData name="Viet. Nguyen Hoang - CMC ATI" userId="S::nhviet1@cmc.com.vn::8b74393f-d80c-47bd-a370-5373c0174c23" providerId="AD" clId="Web-{AD775653-9DE9-F626-2093-9465D45E727E}" dt="2024-12-30T04:58:07.181" v="16"/>
        <pc:sldMkLst>
          <pc:docMk/>
          <pc:sldMk cId="1206203000" sldId="297"/>
        </pc:sldMkLst>
      </pc:sldChg>
    </pc:docChg>
  </pc:docChgLst>
  <pc:docChgLst>
    <pc:chgData name="Viet." userId="8b74393f-d80c-47bd-a370-5373c0174c23" providerId="ADAL" clId="{AB1934D1-3D99-4D8E-A41A-79B8BA6C8FAD}"/>
    <pc:docChg chg="undo redo custSel addSld delSld modSld sldOrd modMainMaster addSection delSection modSection">
      <pc:chgData name="Viet." userId="8b74393f-d80c-47bd-a370-5373c0174c23" providerId="ADAL" clId="{AB1934D1-3D99-4D8E-A41A-79B8BA6C8FAD}" dt="2024-12-30T04:51:26.822" v="1796"/>
      <pc:docMkLst>
        <pc:docMk/>
      </pc:docMkLst>
      <pc:sldChg chg="modSp mod ord">
        <pc:chgData name="Viet." userId="8b74393f-d80c-47bd-a370-5373c0174c23" providerId="ADAL" clId="{AB1934D1-3D99-4D8E-A41A-79B8BA6C8FAD}" dt="2024-12-30T02:55:13.061" v="196"/>
        <pc:sldMkLst>
          <pc:docMk/>
          <pc:sldMk cId="1253848682" sldId="267"/>
        </pc:sldMkLst>
        <pc:spChg chg="mod">
          <ac:chgData name="Viet." userId="8b74393f-d80c-47bd-a370-5373c0174c23" providerId="ADAL" clId="{AB1934D1-3D99-4D8E-A41A-79B8BA6C8FAD}" dt="2024-12-30T02:54:49.758" v="192"/>
          <ac:spMkLst>
            <pc:docMk/>
            <pc:sldMk cId="1253848682" sldId="267"/>
            <ac:spMk id="2" creationId="{78EACC5C-4747-42C2-9BF5-D1B4A984743F}"/>
          </ac:spMkLst>
        </pc:spChg>
      </pc:sldChg>
      <pc:sldChg chg="modSp new mod">
        <pc:chgData name="Viet." userId="8b74393f-d80c-47bd-a370-5373c0174c23" providerId="ADAL" clId="{AB1934D1-3D99-4D8E-A41A-79B8BA6C8FAD}" dt="2024-12-24T17:34:15.427" v="72" actId="20577"/>
        <pc:sldMkLst>
          <pc:docMk/>
          <pc:sldMk cId="1128137042" sldId="270"/>
        </pc:sldMkLst>
      </pc:sldChg>
      <pc:sldChg chg="del">
        <pc:chgData name="Viet." userId="8b74393f-d80c-47bd-a370-5373c0174c23" providerId="ADAL" clId="{AB1934D1-3D99-4D8E-A41A-79B8BA6C8FAD}" dt="2024-12-24T16:55:06.124" v="25" actId="47"/>
        <pc:sldMkLst>
          <pc:docMk/>
          <pc:sldMk cId="933841201" sldId="271"/>
        </pc:sldMkLst>
      </pc:sldChg>
      <pc:sldChg chg="addSp delSp modSp new mod modNotesTx">
        <pc:chgData name="Viet." userId="8b74393f-d80c-47bd-a370-5373c0174c23" providerId="ADAL" clId="{AB1934D1-3D99-4D8E-A41A-79B8BA6C8FAD}" dt="2024-12-30T02:53:13.017" v="173" actId="313"/>
        <pc:sldMkLst>
          <pc:docMk/>
          <pc:sldMk cId="2315308487" sldId="271"/>
        </pc:sldMkLst>
      </pc:sldChg>
      <pc:sldChg chg="del">
        <pc:chgData name="Viet." userId="8b74393f-d80c-47bd-a370-5373c0174c23" providerId="ADAL" clId="{AB1934D1-3D99-4D8E-A41A-79B8BA6C8FAD}" dt="2024-12-24T16:55:06.124" v="25" actId="47"/>
        <pc:sldMkLst>
          <pc:docMk/>
          <pc:sldMk cId="2133594070" sldId="272"/>
        </pc:sldMkLst>
      </pc:sldChg>
      <pc:sldChg chg="addSp delSp modSp new mod">
        <pc:chgData name="Viet." userId="8b74393f-d80c-47bd-a370-5373c0174c23" providerId="ADAL" clId="{AB1934D1-3D99-4D8E-A41A-79B8BA6C8FAD}" dt="2024-12-30T04:24:42.793" v="1629" actId="1076"/>
        <pc:sldMkLst>
          <pc:docMk/>
          <pc:sldMk cId="3533115284" sldId="272"/>
        </pc:sldMkLst>
      </pc:sldChg>
      <pc:sldChg chg="addSp delSp modSp new mod">
        <pc:chgData name="Viet." userId="8b74393f-d80c-47bd-a370-5373c0174c23" providerId="ADAL" clId="{AB1934D1-3D99-4D8E-A41A-79B8BA6C8FAD}" dt="2024-12-30T03:11:57.308" v="347" actId="20577"/>
        <pc:sldMkLst>
          <pc:docMk/>
          <pc:sldMk cId="2654672157" sldId="273"/>
        </pc:sldMkLst>
      </pc:sldChg>
      <pc:sldChg chg="modSp new mod">
        <pc:chgData name="Viet." userId="8b74393f-d80c-47bd-a370-5373c0174c23" providerId="ADAL" clId="{AB1934D1-3D99-4D8E-A41A-79B8BA6C8FAD}" dt="2024-12-30T03:06:09.176" v="212" actId="113"/>
        <pc:sldMkLst>
          <pc:docMk/>
          <pc:sldMk cId="1181968764" sldId="274"/>
        </pc:sldMkLst>
      </pc:sldChg>
      <pc:sldChg chg="addSp delSp modSp new del mod">
        <pc:chgData name="Viet." userId="8b74393f-d80c-47bd-a370-5373c0174c23" providerId="ADAL" clId="{AB1934D1-3D99-4D8E-A41A-79B8BA6C8FAD}" dt="2024-12-30T03:09:24.876" v="280" actId="47"/>
        <pc:sldMkLst>
          <pc:docMk/>
          <pc:sldMk cId="2752581281" sldId="275"/>
        </pc:sldMkLst>
      </pc:sldChg>
      <pc:sldChg chg="addSp delSp modSp new mod">
        <pc:chgData name="Viet." userId="8b74393f-d80c-47bd-a370-5373c0174c23" providerId="ADAL" clId="{AB1934D1-3D99-4D8E-A41A-79B8BA6C8FAD}" dt="2024-12-30T04:41:38.601" v="1734" actId="20577"/>
        <pc:sldMkLst>
          <pc:docMk/>
          <pc:sldMk cId="603947028" sldId="276"/>
        </pc:sldMkLst>
      </pc:sldChg>
      <pc:sldChg chg="addSp delSp modSp new mod">
        <pc:chgData name="Viet." userId="8b74393f-d80c-47bd-a370-5373c0174c23" providerId="ADAL" clId="{AB1934D1-3D99-4D8E-A41A-79B8BA6C8FAD}" dt="2024-12-30T04:00:51.611" v="1193" actId="20577"/>
        <pc:sldMkLst>
          <pc:docMk/>
          <pc:sldMk cId="3273083857" sldId="277"/>
        </pc:sldMkLst>
      </pc:sldChg>
      <pc:sldChg chg="new del">
        <pc:chgData name="Viet." userId="8b74393f-d80c-47bd-a370-5373c0174c23" providerId="ADAL" clId="{AB1934D1-3D99-4D8E-A41A-79B8BA6C8FAD}" dt="2024-12-30T03:10:57.035" v="285" actId="680"/>
        <pc:sldMkLst>
          <pc:docMk/>
          <pc:sldMk cId="1018927763" sldId="278"/>
        </pc:sldMkLst>
      </pc:sldChg>
      <pc:sldChg chg="addSp delSp modSp new mod">
        <pc:chgData name="Viet." userId="8b74393f-d80c-47bd-a370-5373c0174c23" providerId="ADAL" clId="{AB1934D1-3D99-4D8E-A41A-79B8BA6C8FAD}" dt="2024-12-30T03:35:04.247" v="780" actId="1076"/>
        <pc:sldMkLst>
          <pc:docMk/>
          <pc:sldMk cId="2626817488" sldId="278"/>
        </pc:sldMkLst>
      </pc:sldChg>
      <pc:sldChg chg="modSp new del mod ord">
        <pc:chgData name="Viet." userId="8b74393f-d80c-47bd-a370-5373c0174c23" providerId="ADAL" clId="{AB1934D1-3D99-4D8E-A41A-79B8BA6C8FAD}" dt="2024-12-30T03:11:13.040" v="314" actId="47"/>
        <pc:sldMkLst>
          <pc:docMk/>
          <pc:sldMk cId="3119722951" sldId="278"/>
        </pc:sldMkLst>
      </pc:sldChg>
      <pc:sldChg chg="addSp delSp modSp new mod ord">
        <pc:chgData name="Viet." userId="8b74393f-d80c-47bd-a370-5373c0174c23" providerId="ADAL" clId="{AB1934D1-3D99-4D8E-A41A-79B8BA6C8FAD}" dt="2024-12-30T03:57:02.170" v="1047" actId="113"/>
        <pc:sldMkLst>
          <pc:docMk/>
          <pc:sldMk cId="2374884668" sldId="279"/>
        </pc:sldMkLst>
      </pc:sldChg>
      <pc:sldChg chg="modSp new mod">
        <pc:chgData name="Viet." userId="8b74393f-d80c-47bd-a370-5373c0174c23" providerId="ADAL" clId="{AB1934D1-3D99-4D8E-A41A-79B8BA6C8FAD}" dt="2024-12-30T03:29:33.985" v="563" actId="20577"/>
        <pc:sldMkLst>
          <pc:docMk/>
          <pc:sldMk cId="128518637" sldId="280"/>
        </pc:sldMkLst>
      </pc:sldChg>
      <pc:sldChg chg="addSp delSp modSp new mod">
        <pc:chgData name="Viet." userId="8b74393f-d80c-47bd-a370-5373c0174c23" providerId="ADAL" clId="{AB1934D1-3D99-4D8E-A41A-79B8BA6C8FAD}" dt="2024-12-30T03:34:15.004" v="769" actId="313"/>
        <pc:sldMkLst>
          <pc:docMk/>
          <pc:sldMk cId="2782240792" sldId="281"/>
        </pc:sldMkLst>
      </pc:sldChg>
      <pc:sldChg chg="addSp delSp modSp new del">
        <pc:chgData name="Viet." userId="8b74393f-d80c-47bd-a370-5373c0174c23" providerId="ADAL" clId="{AB1934D1-3D99-4D8E-A41A-79B8BA6C8FAD}" dt="2024-12-30T03:29:32.052" v="562" actId="680"/>
        <pc:sldMkLst>
          <pc:docMk/>
          <pc:sldMk cId="4269181752" sldId="281"/>
        </pc:sldMkLst>
      </pc:sldChg>
      <pc:sldChg chg="addSp delSp modSp new mod">
        <pc:chgData name="Viet." userId="8b74393f-d80c-47bd-a370-5373c0174c23" providerId="ADAL" clId="{AB1934D1-3D99-4D8E-A41A-79B8BA6C8FAD}" dt="2024-12-30T03:55:20.445" v="1019" actId="113"/>
        <pc:sldMkLst>
          <pc:docMk/>
          <pc:sldMk cId="2366127243" sldId="282"/>
        </pc:sldMkLst>
      </pc:sldChg>
      <pc:sldChg chg="addSp delSp modSp new mod ord">
        <pc:chgData name="Viet." userId="8b74393f-d80c-47bd-a370-5373c0174c23" providerId="ADAL" clId="{AB1934D1-3D99-4D8E-A41A-79B8BA6C8FAD}" dt="2024-12-30T03:53:18.145" v="989" actId="113"/>
        <pc:sldMkLst>
          <pc:docMk/>
          <pc:sldMk cId="3994218760" sldId="283"/>
        </pc:sldMkLst>
      </pc:sldChg>
      <pc:sldChg chg="addSp delSp modSp new mod">
        <pc:chgData name="Viet." userId="8b74393f-d80c-47bd-a370-5373c0174c23" providerId="ADAL" clId="{AB1934D1-3D99-4D8E-A41A-79B8BA6C8FAD}" dt="2024-12-30T03:59:12.992" v="1107" actId="113"/>
        <pc:sldMkLst>
          <pc:docMk/>
          <pc:sldMk cId="1067905408" sldId="284"/>
        </pc:sldMkLst>
      </pc:sldChg>
      <pc:sldChg chg="addSp delSp modSp new mod">
        <pc:chgData name="Viet." userId="8b74393f-d80c-47bd-a370-5373c0174c23" providerId="ADAL" clId="{AB1934D1-3D99-4D8E-A41A-79B8BA6C8FAD}" dt="2024-12-30T03:48:10.185" v="848" actId="1076"/>
        <pc:sldMkLst>
          <pc:docMk/>
          <pc:sldMk cId="59019072" sldId="285"/>
        </pc:sldMkLst>
      </pc:sldChg>
      <pc:sldChg chg="addSp delSp modSp new mod">
        <pc:chgData name="Viet." userId="8b74393f-d80c-47bd-a370-5373c0174c23" providerId="ADAL" clId="{AB1934D1-3D99-4D8E-A41A-79B8BA6C8FAD}" dt="2024-12-30T03:51:57.395" v="950"/>
        <pc:sldMkLst>
          <pc:docMk/>
          <pc:sldMk cId="2693173114" sldId="286"/>
        </pc:sldMkLst>
      </pc:sldChg>
      <pc:sldChg chg="addSp delSp modSp new mod">
        <pc:chgData name="Viet." userId="8b74393f-d80c-47bd-a370-5373c0174c23" providerId="ADAL" clId="{AB1934D1-3D99-4D8E-A41A-79B8BA6C8FAD}" dt="2024-12-30T03:52:51.307" v="985" actId="1076"/>
        <pc:sldMkLst>
          <pc:docMk/>
          <pc:sldMk cId="2078357127" sldId="287"/>
        </pc:sldMkLst>
      </pc:sldChg>
      <pc:sldChg chg="addSp delSp modSp new mod">
        <pc:chgData name="Viet." userId="8b74393f-d80c-47bd-a370-5373c0174c23" providerId="ADAL" clId="{AB1934D1-3D99-4D8E-A41A-79B8BA6C8FAD}" dt="2024-12-30T03:56:21.395" v="1036" actId="20577"/>
        <pc:sldMkLst>
          <pc:docMk/>
          <pc:sldMk cId="744675035" sldId="288"/>
        </pc:sldMkLst>
      </pc:sldChg>
      <pc:sldChg chg="addSp delSp modSp new mod">
        <pc:chgData name="Viet." userId="8b74393f-d80c-47bd-a370-5373c0174c23" providerId="ADAL" clId="{AB1934D1-3D99-4D8E-A41A-79B8BA6C8FAD}" dt="2024-12-30T03:58:23.497" v="1080" actId="732"/>
        <pc:sldMkLst>
          <pc:docMk/>
          <pc:sldMk cId="3162710657" sldId="289"/>
        </pc:sldMkLst>
      </pc:sldChg>
      <pc:sldChg chg="addSp delSp modSp new mod">
        <pc:chgData name="Viet." userId="8b74393f-d80c-47bd-a370-5373c0174c23" providerId="ADAL" clId="{AB1934D1-3D99-4D8E-A41A-79B8BA6C8FAD}" dt="2024-12-30T03:59:58.807" v="1147" actId="1076"/>
        <pc:sldMkLst>
          <pc:docMk/>
          <pc:sldMk cId="3321389754" sldId="290"/>
        </pc:sldMkLst>
      </pc:sldChg>
      <pc:sldChg chg="del">
        <pc:chgData name="Viet." userId="8b74393f-d80c-47bd-a370-5373c0174c23" providerId="ADAL" clId="{AB1934D1-3D99-4D8E-A41A-79B8BA6C8FAD}" dt="2024-12-24T16:55:06.124" v="25" actId="47"/>
        <pc:sldMkLst>
          <pc:docMk/>
          <pc:sldMk cId="3645335510" sldId="291"/>
        </pc:sldMkLst>
      </pc:sldChg>
      <pc:sldChg chg="addSp delSp modSp new mod">
        <pc:chgData name="Viet." userId="8b74393f-d80c-47bd-a370-5373c0174c23" providerId="ADAL" clId="{AB1934D1-3D99-4D8E-A41A-79B8BA6C8FAD}" dt="2024-12-30T04:08:48.026" v="1519" actId="20577"/>
        <pc:sldMkLst>
          <pc:docMk/>
          <pc:sldMk cId="3927253660" sldId="291"/>
        </pc:sldMkLst>
      </pc:sldChg>
      <pc:sldChg chg="addSp delSp modSp new mod">
        <pc:chgData name="Viet." userId="8b74393f-d80c-47bd-a370-5373c0174c23" providerId="ADAL" clId="{AB1934D1-3D99-4D8E-A41A-79B8BA6C8FAD}" dt="2024-12-30T04:39:43.897" v="1731" actId="20577"/>
        <pc:sldMkLst>
          <pc:docMk/>
          <pc:sldMk cId="1390512495" sldId="292"/>
        </pc:sldMkLst>
      </pc:sldChg>
      <pc:sldChg chg="modSp new mod">
        <pc:chgData name="Viet." userId="8b74393f-d80c-47bd-a370-5373c0174c23" providerId="ADAL" clId="{AB1934D1-3D99-4D8E-A41A-79B8BA6C8FAD}" dt="2024-12-30T04:20:44.726" v="1564" actId="20577"/>
        <pc:sldMkLst>
          <pc:docMk/>
          <pc:sldMk cId="1894612539" sldId="293"/>
        </pc:sldMkLst>
      </pc:sldChg>
      <pc:sldChg chg="del">
        <pc:chgData name="Viet." userId="8b74393f-d80c-47bd-a370-5373c0174c23" providerId="ADAL" clId="{AB1934D1-3D99-4D8E-A41A-79B8BA6C8FAD}" dt="2024-12-24T16:55:06.124" v="25" actId="47"/>
        <pc:sldMkLst>
          <pc:docMk/>
          <pc:sldMk cId="1904943400" sldId="293"/>
        </pc:sldMkLst>
      </pc:sldChg>
      <pc:sldChg chg="modSp new mod ord">
        <pc:chgData name="Viet." userId="8b74393f-d80c-47bd-a370-5373c0174c23" providerId="ADAL" clId="{AB1934D1-3D99-4D8E-A41A-79B8BA6C8FAD}" dt="2024-12-30T04:23:52.957" v="1620"/>
        <pc:sldMkLst>
          <pc:docMk/>
          <pc:sldMk cId="1661365793" sldId="294"/>
        </pc:sldMkLst>
      </pc:sldChg>
      <pc:sldChg chg="del">
        <pc:chgData name="Viet." userId="8b74393f-d80c-47bd-a370-5373c0174c23" providerId="ADAL" clId="{AB1934D1-3D99-4D8E-A41A-79B8BA6C8FAD}" dt="2024-12-24T16:55:06.124" v="25" actId="47"/>
        <pc:sldMkLst>
          <pc:docMk/>
          <pc:sldMk cId="1782691101" sldId="295"/>
        </pc:sldMkLst>
      </pc:sldChg>
      <pc:sldChg chg="addSp delSp modSp new mod ord">
        <pc:chgData name="Viet." userId="8b74393f-d80c-47bd-a370-5373c0174c23" providerId="ADAL" clId="{AB1934D1-3D99-4D8E-A41A-79B8BA6C8FAD}" dt="2024-12-30T04:25:50.883" v="1656"/>
        <pc:sldMkLst>
          <pc:docMk/>
          <pc:sldMk cId="2806911020" sldId="295"/>
        </pc:sldMkLst>
      </pc:sldChg>
      <pc:sldChg chg="addSp modSp new mod">
        <pc:chgData name="Viet." userId="8b74393f-d80c-47bd-a370-5373c0174c23" providerId="ADAL" clId="{AB1934D1-3D99-4D8E-A41A-79B8BA6C8FAD}" dt="2024-12-30T04:42:54.172" v="1780" actId="1076"/>
        <pc:sldMkLst>
          <pc:docMk/>
          <pc:sldMk cId="4030731150" sldId="296"/>
        </pc:sldMkLst>
      </pc:sldChg>
      <pc:sldChg chg="del">
        <pc:chgData name="Viet." userId="8b74393f-d80c-47bd-a370-5373c0174c23" providerId="ADAL" clId="{AB1934D1-3D99-4D8E-A41A-79B8BA6C8FAD}" dt="2024-12-24T16:55:06.124" v="25" actId="47"/>
        <pc:sldMkLst>
          <pc:docMk/>
          <pc:sldMk cId="261326312" sldId="297"/>
        </pc:sldMkLst>
      </pc:sldChg>
      <pc:sldChg chg="modSp new mod">
        <pc:chgData name="Viet." userId="8b74393f-d80c-47bd-a370-5373c0174c23" providerId="ADAL" clId="{AB1934D1-3D99-4D8E-A41A-79B8BA6C8FAD}" dt="2024-12-30T04:51:26.822" v="1796"/>
        <pc:sldMkLst>
          <pc:docMk/>
          <pc:sldMk cId="1206203000" sldId="297"/>
        </pc:sldMkLst>
      </pc:sldChg>
      <pc:sldChg chg="del">
        <pc:chgData name="Viet." userId="8b74393f-d80c-47bd-a370-5373c0174c23" providerId="ADAL" clId="{AB1934D1-3D99-4D8E-A41A-79B8BA6C8FAD}" dt="2024-12-24T16:55:06.124" v="25" actId="47"/>
        <pc:sldMkLst>
          <pc:docMk/>
          <pc:sldMk cId="4161277920" sldId="298"/>
        </pc:sldMkLst>
      </pc:sldChg>
      <pc:sldChg chg="del">
        <pc:chgData name="Viet." userId="8b74393f-d80c-47bd-a370-5373c0174c23" providerId="ADAL" clId="{AB1934D1-3D99-4D8E-A41A-79B8BA6C8FAD}" dt="2024-12-24T16:55:06.124" v="25" actId="47"/>
        <pc:sldMkLst>
          <pc:docMk/>
          <pc:sldMk cId="627850246" sldId="299"/>
        </pc:sldMkLst>
      </pc:sldChg>
      <pc:sldChg chg="del">
        <pc:chgData name="Viet." userId="8b74393f-d80c-47bd-a370-5373c0174c23" providerId="ADAL" clId="{AB1934D1-3D99-4D8E-A41A-79B8BA6C8FAD}" dt="2024-12-24T16:55:06.124" v="25" actId="47"/>
        <pc:sldMkLst>
          <pc:docMk/>
          <pc:sldMk cId="3846496342" sldId="300"/>
        </pc:sldMkLst>
      </pc:sldChg>
      <pc:sldChg chg="del">
        <pc:chgData name="Viet." userId="8b74393f-d80c-47bd-a370-5373c0174c23" providerId="ADAL" clId="{AB1934D1-3D99-4D8E-A41A-79B8BA6C8FAD}" dt="2024-12-24T16:55:06.124" v="25" actId="47"/>
        <pc:sldMkLst>
          <pc:docMk/>
          <pc:sldMk cId="1196503882" sldId="301"/>
        </pc:sldMkLst>
      </pc:sldChg>
      <pc:sldChg chg="del">
        <pc:chgData name="Viet." userId="8b74393f-d80c-47bd-a370-5373c0174c23" providerId="ADAL" clId="{AB1934D1-3D99-4D8E-A41A-79B8BA6C8FAD}" dt="2024-12-24T16:55:06.124" v="25" actId="47"/>
        <pc:sldMkLst>
          <pc:docMk/>
          <pc:sldMk cId="2363464642" sldId="302"/>
        </pc:sldMkLst>
      </pc:sldChg>
      <pc:sldChg chg="del">
        <pc:chgData name="Viet." userId="8b74393f-d80c-47bd-a370-5373c0174c23" providerId="ADAL" clId="{AB1934D1-3D99-4D8E-A41A-79B8BA6C8FAD}" dt="2024-12-24T16:55:06.124" v="25" actId="47"/>
        <pc:sldMkLst>
          <pc:docMk/>
          <pc:sldMk cId="2180807293" sldId="303"/>
        </pc:sldMkLst>
      </pc:sldChg>
      <pc:sldChg chg="del">
        <pc:chgData name="Viet." userId="8b74393f-d80c-47bd-a370-5373c0174c23" providerId="ADAL" clId="{AB1934D1-3D99-4D8E-A41A-79B8BA6C8FAD}" dt="2024-12-24T16:55:06.124" v="25" actId="47"/>
        <pc:sldMkLst>
          <pc:docMk/>
          <pc:sldMk cId="995685273" sldId="304"/>
        </pc:sldMkLst>
      </pc:sldChg>
      <pc:sldChg chg="del">
        <pc:chgData name="Viet." userId="8b74393f-d80c-47bd-a370-5373c0174c23" providerId="ADAL" clId="{AB1934D1-3D99-4D8E-A41A-79B8BA6C8FAD}" dt="2024-12-24T16:55:06.124" v="25" actId="47"/>
        <pc:sldMkLst>
          <pc:docMk/>
          <pc:sldMk cId="938503402" sldId="305"/>
        </pc:sldMkLst>
      </pc:sldChg>
      <pc:sldChg chg="del">
        <pc:chgData name="Viet." userId="8b74393f-d80c-47bd-a370-5373c0174c23" providerId="ADAL" clId="{AB1934D1-3D99-4D8E-A41A-79B8BA6C8FAD}" dt="2024-12-24T16:55:06.124" v="25" actId="47"/>
        <pc:sldMkLst>
          <pc:docMk/>
          <pc:sldMk cId="2497540809" sldId="306"/>
        </pc:sldMkLst>
      </pc:sldChg>
      <pc:sldChg chg="del">
        <pc:chgData name="Viet." userId="8b74393f-d80c-47bd-a370-5373c0174c23" providerId="ADAL" clId="{AB1934D1-3D99-4D8E-A41A-79B8BA6C8FAD}" dt="2024-12-24T16:55:06.124" v="25" actId="47"/>
        <pc:sldMkLst>
          <pc:docMk/>
          <pc:sldMk cId="2348122299" sldId="307"/>
        </pc:sldMkLst>
      </pc:sldChg>
      <pc:sldChg chg="del">
        <pc:chgData name="Viet." userId="8b74393f-d80c-47bd-a370-5373c0174c23" providerId="ADAL" clId="{AB1934D1-3D99-4D8E-A41A-79B8BA6C8FAD}" dt="2024-12-24T16:55:06.124" v="25" actId="47"/>
        <pc:sldMkLst>
          <pc:docMk/>
          <pc:sldMk cId="2725462218" sldId="308"/>
        </pc:sldMkLst>
      </pc:sldChg>
      <pc:sldChg chg="del">
        <pc:chgData name="Viet." userId="8b74393f-d80c-47bd-a370-5373c0174c23" providerId="ADAL" clId="{AB1934D1-3D99-4D8E-A41A-79B8BA6C8FAD}" dt="2024-12-24T16:55:06.124" v="25" actId="47"/>
        <pc:sldMkLst>
          <pc:docMk/>
          <pc:sldMk cId="325939935" sldId="309"/>
        </pc:sldMkLst>
      </pc:sldChg>
      <pc:sldChg chg="del">
        <pc:chgData name="Viet." userId="8b74393f-d80c-47bd-a370-5373c0174c23" providerId="ADAL" clId="{AB1934D1-3D99-4D8E-A41A-79B8BA6C8FAD}" dt="2024-12-24T16:55:06.124" v="25" actId="47"/>
        <pc:sldMkLst>
          <pc:docMk/>
          <pc:sldMk cId="2848946386" sldId="310"/>
        </pc:sldMkLst>
      </pc:sldChg>
      <pc:sldChg chg="del">
        <pc:chgData name="Viet." userId="8b74393f-d80c-47bd-a370-5373c0174c23" providerId="ADAL" clId="{AB1934D1-3D99-4D8E-A41A-79B8BA6C8FAD}" dt="2024-12-24T16:55:06.124" v="25" actId="47"/>
        <pc:sldMkLst>
          <pc:docMk/>
          <pc:sldMk cId="2004606849" sldId="311"/>
        </pc:sldMkLst>
      </pc:sldChg>
      <pc:sldChg chg="del">
        <pc:chgData name="Viet." userId="8b74393f-d80c-47bd-a370-5373c0174c23" providerId="ADAL" clId="{AB1934D1-3D99-4D8E-A41A-79B8BA6C8FAD}" dt="2024-12-24T16:55:07.735" v="26" actId="47"/>
        <pc:sldMkLst>
          <pc:docMk/>
          <pc:sldMk cId="909265755" sldId="313"/>
        </pc:sldMkLst>
      </pc:sldChg>
      <pc:sldChg chg="del">
        <pc:chgData name="Viet." userId="8b74393f-d80c-47bd-a370-5373c0174c23" providerId="ADAL" clId="{AB1934D1-3D99-4D8E-A41A-79B8BA6C8FAD}" dt="2024-12-24T16:55:08.518" v="27" actId="47"/>
        <pc:sldMkLst>
          <pc:docMk/>
          <pc:sldMk cId="3004681399" sldId="314"/>
        </pc:sldMkLst>
      </pc:sldChg>
      <pc:sldChg chg="del">
        <pc:chgData name="Viet." userId="8b74393f-d80c-47bd-a370-5373c0174c23" providerId="ADAL" clId="{AB1934D1-3D99-4D8E-A41A-79B8BA6C8FAD}" dt="2024-12-24T16:55:06.124" v="25" actId="47"/>
        <pc:sldMkLst>
          <pc:docMk/>
          <pc:sldMk cId="3951736494" sldId="316"/>
        </pc:sldMkLst>
      </pc:sldChg>
      <pc:sldChg chg="del">
        <pc:chgData name="Viet." userId="8b74393f-d80c-47bd-a370-5373c0174c23" providerId="ADAL" clId="{AB1934D1-3D99-4D8E-A41A-79B8BA6C8FAD}" dt="2024-12-24T16:55:06.124" v="25" actId="47"/>
        <pc:sldMkLst>
          <pc:docMk/>
          <pc:sldMk cId="2079067374" sldId="317"/>
        </pc:sldMkLst>
      </pc:sldChg>
      <pc:sldChg chg="del">
        <pc:chgData name="Viet." userId="8b74393f-d80c-47bd-a370-5373c0174c23" providerId="ADAL" clId="{AB1934D1-3D99-4D8E-A41A-79B8BA6C8FAD}" dt="2024-12-24T16:55:06.124" v="25" actId="47"/>
        <pc:sldMkLst>
          <pc:docMk/>
          <pc:sldMk cId="3708176231" sldId="318"/>
        </pc:sldMkLst>
      </pc:sldChg>
      <pc:sldChg chg="del">
        <pc:chgData name="Viet." userId="8b74393f-d80c-47bd-a370-5373c0174c23" providerId="ADAL" clId="{AB1934D1-3D99-4D8E-A41A-79B8BA6C8FAD}" dt="2024-12-24T16:55:06.124" v="25" actId="47"/>
        <pc:sldMkLst>
          <pc:docMk/>
          <pc:sldMk cId="1532523571" sldId="319"/>
        </pc:sldMkLst>
      </pc:sldChg>
      <pc:sldChg chg="del">
        <pc:chgData name="Viet." userId="8b74393f-d80c-47bd-a370-5373c0174c23" providerId="ADAL" clId="{AB1934D1-3D99-4D8E-A41A-79B8BA6C8FAD}" dt="2024-12-24T16:55:06.124" v="25" actId="47"/>
        <pc:sldMkLst>
          <pc:docMk/>
          <pc:sldMk cId="2346931727" sldId="320"/>
        </pc:sldMkLst>
      </pc:sldChg>
      <pc:sldChg chg="del">
        <pc:chgData name="Viet." userId="8b74393f-d80c-47bd-a370-5373c0174c23" providerId="ADAL" clId="{AB1934D1-3D99-4D8E-A41A-79B8BA6C8FAD}" dt="2024-12-24T16:55:06.124" v="25" actId="47"/>
        <pc:sldMkLst>
          <pc:docMk/>
          <pc:sldMk cId="1106988954" sldId="321"/>
        </pc:sldMkLst>
      </pc:sldChg>
      <pc:sldChg chg="del">
        <pc:chgData name="Viet." userId="8b74393f-d80c-47bd-a370-5373c0174c23" providerId="ADAL" clId="{AB1934D1-3D99-4D8E-A41A-79B8BA6C8FAD}" dt="2024-12-24T16:55:06.124" v="25" actId="47"/>
        <pc:sldMkLst>
          <pc:docMk/>
          <pc:sldMk cId="1425908042" sldId="322"/>
        </pc:sldMkLst>
      </pc:sldChg>
      <pc:sldChg chg="del">
        <pc:chgData name="Viet." userId="8b74393f-d80c-47bd-a370-5373c0174c23" providerId="ADAL" clId="{AB1934D1-3D99-4D8E-A41A-79B8BA6C8FAD}" dt="2024-12-24T16:55:06.124" v="25" actId="47"/>
        <pc:sldMkLst>
          <pc:docMk/>
          <pc:sldMk cId="3057776307" sldId="325"/>
        </pc:sldMkLst>
      </pc:sldChg>
      <pc:sldChg chg="del">
        <pc:chgData name="Viet." userId="8b74393f-d80c-47bd-a370-5373c0174c23" providerId="ADAL" clId="{AB1934D1-3D99-4D8E-A41A-79B8BA6C8FAD}" dt="2024-12-24T16:55:06.124" v="25" actId="47"/>
        <pc:sldMkLst>
          <pc:docMk/>
          <pc:sldMk cId="3504665661" sldId="326"/>
        </pc:sldMkLst>
      </pc:sldChg>
      <pc:sldChg chg="del">
        <pc:chgData name="Viet." userId="8b74393f-d80c-47bd-a370-5373c0174c23" providerId="ADAL" clId="{AB1934D1-3D99-4D8E-A41A-79B8BA6C8FAD}" dt="2024-12-24T16:55:06.124" v="25" actId="47"/>
        <pc:sldMkLst>
          <pc:docMk/>
          <pc:sldMk cId="2490131503" sldId="327"/>
        </pc:sldMkLst>
      </pc:sldChg>
      <pc:sldChg chg="del">
        <pc:chgData name="Viet." userId="8b74393f-d80c-47bd-a370-5373c0174c23" providerId="ADAL" clId="{AB1934D1-3D99-4D8E-A41A-79B8BA6C8FAD}" dt="2024-12-24T16:55:06.124" v="25" actId="47"/>
        <pc:sldMkLst>
          <pc:docMk/>
          <pc:sldMk cId="3979017945" sldId="329"/>
        </pc:sldMkLst>
      </pc:sldChg>
      <pc:sldChg chg="del">
        <pc:chgData name="Viet." userId="8b74393f-d80c-47bd-a370-5373c0174c23" providerId="ADAL" clId="{AB1934D1-3D99-4D8E-A41A-79B8BA6C8FAD}" dt="2024-12-24T16:55:06.124" v="25" actId="47"/>
        <pc:sldMkLst>
          <pc:docMk/>
          <pc:sldMk cId="3530672837" sldId="330"/>
        </pc:sldMkLst>
      </pc:sldChg>
      <pc:sldChg chg="del">
        <pc:chgData name="Viet." userId="8b74393f-d80c-47bd-a370-5373c0174c23" providerId="ADAL" clId="{AB1934D1-3D99-4D8E-A41A-79B8BA6C8FAD}" dt="2024-12-24T16:55:06.124" v="25" actId="47"/>
        <pc:sldMkLst>
          <pc:docMk/>
          <pc:sldMk cId="598819525" sldId="332"/>
        </pc:sldMkLst>
      </pc:sldChg>
      <pc:sldMasterChg chg="modSldLayout">
        <pc:chgData name="Viet." userId="8b74393f-d80c-47bd-a370-5373c0174c23" providerId="ADAL" clId="{AB1934D1-3D99-4D8E-A41A-79B8BA6C8FAD}" dt="2024-12-24T17:33:45.179" v="69" actId="2710"/>
        <pc:sldMasterMkLst>
          <pc:docMk/>
          <pc:sldMasterMk cId="2016598143" sldId="2147483672"/>
        </pc:sldMasterMkLst>
        <pc:sldLayoutChg chg="modSp">
          <pc:chgData name="Viet." userId="8b74393f-d80c-47bd-a370-5373c0174c23" providerId="ADAL" clId="{AB1934D1-3D99-4D8E-A41A-79B8BA6C8FAD}" dt="2024-12-24T17:33:09.172" v="62" actId="2710"/>
          <pc:sldLayoutMkLst>
            <pc:docMk/>
            <pc:sldMasterMk cId="2016598143" sldId="2147483672"/>
            <pc:sldLayoutMk cId="1451884" sldId="2147483673"/>
          </pc:sldLayoutMkLst>
          <pc:spChg chg="mod">
            <ac:chgData name="Viet." userId="8b74393f-d80c-47bd-a370-5373c0174c23" providerId="ADAL" clId="{AB1934D1-3D99-4D8E-A41A-79B8BA6C8FAD}" dt="2024-12-24T17:33:09.172" v="62" actId="2710"/>
            <ac:spMkLst>
              <pc:docMk/>
              <pc:sldMasterMk cId="2016598143" sldId="2147483672"/>
              <pc:sldLayoutMk cId="1451884" sldId="2147483673"/>
              <ac:spMk id="3" creationId="{4A957C91-5AD0-4461-941C-245F034364DB}"/>
            </ac:spMkLst>
          </pc:spChg>
        </pc:sldLayoutChg>
        <pc:sldLayoutChg chg="modSp">
          <pc:chgData name="Viet." userId="8b74393f-d80c-47bd-a370-5373c0174c23" providerId="ADAL" clId="{AB1934D1-3D99-4D8E-A41A-79B8BA6C8FAD}" dt="2024-12-24T17:33:00.410" v="60" actId="2710"/>
          <pc:sldLayoutMkLst>
            <pc:docMk/>
            <pc:sldMasterMk cId="2016598143" sldId="2147483672"/>
            <pc:sldLayoutMk cId="1405949028" sldId="2147483674"/>
          </pc:sldLayoutMkLst>
          <pc:spChg chg="mod">
            <ac:chgData name="Viet." userId="8b74393f-d80c-47bd-a370-5373c0174c23" providerId="ADAL" clId="{AB1934D1-3D99-4D8E-A41A-79B8BA6C8FAD}" dt="2024-12-24T17:33:00.410" v="60" actId="2710"/>
            <ac:spMkLst>
              <pc:docMk/>
              <pc:sldMasterMk cId="2016598143" sldId="2147483672"/>
              <pc:sldLayoutMk cId="1405949028" sldId="2147483674"/>
              <ac:spMk id="3" creationId="{601F51A7-6B22-4874-8FC5-ED388E5D187B}"/>
            </ac:spMkLst>
          </pc:spChg>
        </pc:sldLayoutChg>
        <pc:sldLayoutChg chg="modSp">
          <pc:chgData name="Viet." userId="8b74393f-d80c-47bd-a370-5373c0174c23" providerId="ADAL" clId="{AB1934D1-3D99-4D8E-A41A-79B8BA6C8FAD}" dt="2024-12-24T17:33:18.554" v="63" actId="2710"/>
          <pc:sldLayoutMkLst>
            <pc:docMk/>
            <pc:sldMasterMk cId="2016598143" sldId="2147483672"/>
            <pc:sldLayoutMk cId="2107828609" sldId="2147483675"/>
          </pc:sldLayoutMkLst>
          <pc:spChg chg="mod">
            <ac:chgData name="Viet." userId="8b74393f-d80c-47bd-a370-5373c0174c23" providerId="ADAL" clId="{AB1934D1-3D99-4D8E-A41A-79B8BA6C8FAD}" dt="2024-12-24T17:33:18.554" v="63" actId="2710"/>
            <ac:spMkLst>
              <pc:docMk/>
              <pc:sldMasterMk cId="2016598143" sldId="2147483672"/>
              <pc:sldLayoutMk cId="2107828609" sldId="2147483675"/>
              <ac:spMk id="3" creationId="{FAA6E213-C056-49F2-8A77-C3C4C25F42D3}"/>
            </ac:spMkLst>
          </pc:spChg>
        </pc:sldLayoutChg>
        <pc:sldLayoutChg chg="modSp">
          <pc:chgData name="Viet." userId="8b74393f-d80c-47bd-a370-5373c0174c23" providerId="ADAL" clId="{AB1934D1-3D99-4D8E-A41A-79B8BA6C8FAD}" dt="2024-12-24T17:33:28.311" v="65" actId="2710"/>
          <pc:sldLayoutMkLst>
            <pc:docMk/>
            <pc:sldMasterMk cId="2016598143" sldId="2147483672"/>
            <pc:sldLayoutMk cId="1041146034" sldId="2147483676"/>
          </pc:sldLayoutMkLst>
          <pc:spChg chg="mod">
            <ac:chgData name="Viet." userId="8b74393f-d80c-47bd-a370-5373c0174c23" providerId="ADAL" clId="{AB1934D1-3D99-4D8E-A41A-79B8BA6C8FAD}" dt="2024-12-24T17:33:24.215" v="64" actId="2710"/>
            <ac:spMkLst>
              <pc:docMk/>
              <pc:sldMasterMk cId="2016598143" sldId="2147483672"/>
              <pc:sldLayoutMk cId="1041146034" sldId="2147483676"/>
              <ac:spMk id="3" creationId="{575F5726-7887-4ED4-A172-AF9307881508}"/>
            </ac:spMkLst>
          </pc:spChg>
          <pc:spChg chg="mod">
            <ac:chgData name="Viet." userId="8b74393f-d80c-47bd-a370-5373c0174c23" providerId="ADAL" clId="{AB1934D1-3D99-4D8E-A41A-79B8BA6C8FAD}" dt="2024-12-24T17:33:28.311" v="65" actId="2710"/>
            <ac:spMkLst>
              <pc:docMk/>
              <pc:sldMasterMk cId="2016598143" sldId="2147483672"/>
              <pc:sldLayoutMk cId="1041146034" sldId="2147483676"/>
              <ac:spMk id="4" creationId="{7CA0F843-3E9A-4C49-A1AC-A3FA71EF7350}"/>
            </ac:spMkLst>
          </pc:spChg>
        </pc:sldLayoutChg>
        <pc:sldLayoutChg chg="modSp">
          <pc:chgData name="Viet." userId="8b74393f-d80c-47bd-a370-5373c0174c23" providerId="ADAL" clId="{AB1934D1-3D99-4D8E-A41A-79B8BA6C8FAD}" dt="2024-12-24T17:33:45.179" v="69" actId="2710"/>
          <pc:sldLayoutMkLst>
            <pc:docMk/>
            <pc:sldMasterMk cId="2016598143" sldId="2147483672"/>
            <pc:sldLayoutMk cId="3072891960" sldId="2147483677"/>
          </pc:sldLayoutMkLst>
          <pc:spChg chg="mod">
            <ac:chgData name="Viet." userId="8b74393f-d80c-47bd-a370-5373c0174c23" providerId="ADAL" clId="{AB1934D1-3D99-4D8E-A41A-79B8BA6C8FAD}" dt="2024-12-24T17:33:42.125" v="68" actId="2710"/>
            <ac:spMkLst>
              <pc:docMk/>
              <pc:sldMasterMk cId="2016598143" sldId="2147483672"/>
              <pc:sldLayoutMk cId="3072891960" sldId="2147483677"/>
              <ac:spMk id="3" creationId="{8241CF06-6B06-4E7F-82EA-7C5047EA60A1}"/>
            </ac:spMkLst>
          </pc:spChg>
          <pc:spChg chg="mod">
            <ac:chgData name="Viet." userId="8b74393f-d80c-47bd-a370-5373c0174c23" providerId="ADAL" clId="{AB1934D1-3D99-4D8E-A41A-79B8BA6C8FAD}" dt="2024-12-24T17:33:34.720" v="66" actId="2710"/>
            <ac:spMkLst>
              <pc:docMk/>
              <pc:sldMasterMk cId="2016598143" sldId="2147483672"/>
              <pc:sldLayoutMk cId="3072891960" sldId="2147483677"/>
              <ac:spMk id="4" creationId="{4FD9E841-81B0-403F-B4A9-7ACB7AAF8E75}"/>
            </ac:spMkLst>
          </pc:spChg>
          <pc:spChg chg="mod">
            <ac:chgData name="Viet." userId="8b74393f-d80c-47bd-a370-5373c0174c23" providerId="ADAL" clId="{AB1934D1-3D99-4D8E-A41A-79B8BA6C8FAD}" dt="2024-12-24T17:33:45.179" v="69" actId="2710"/>
            <ac:spMkLst>
              <pc:docMk/>
              <pc:sldMasterMk cId="2016598143" sldId="2147483672"/>
              <pc:sldLayoutMk cId="3072891960" sldId="2147483677"/>
              <ac:spMk id="5" creationId="{10BB9AEE-2F75-43DB-921D-43380FB8C592}"/>
            </ac:spMkLst>
          </pc:spChg>
          <pc:spChg chg="mod">
            <ac:chgData name="Viet." userId="8b74393f-d80c-47bd-a370-5373c0174c23" providerId="ADAL" clId="{AB1934D1-3D99-4D8E-A41A-79B8BA6C8FAD}" dt="2024-12-24T17:33:38.134" v="67" actId="2710"/>
            <ac:spMkLst>
              <pc:docMk/>
              <pc:sldMasterMk cId="2016598143" sldId="2147483672"/>
              <pc:sldLayoutMk cId="3072891960" sldId="2147483677"/>
              <ac:spMk id="6" creationId="{34F1E4C2-CBB6-4430-BE56-3BF9E9AA8B7D}"/>
            </ac:spMkLst>
          </pc:spChg>
        </pc:sldLayoutChg>
      </pc:sldMasterChg>
    </pc:docChg>
  </pc:docChgLst>
  <pc:docChgLst>
    <pc:chgData name="Viet. Nguyen Hoang - CMC ATI" userId="S::nhviet1@cmc.com.vn::8b74393f-d80c-47bd-a370-5373c0174c23" providerId="AD" clId="Web-{5F9EC9E8-7C3B-55CF-EE15-C3AAAF2C6A2B}"/>
    <pc:docChg chg="addSld delSld modSld sldOrd delSection modSection">
      <pc:chgData name="Viet. Nguyen Hoang - CMC ATI" userId="S::nhviet1@cmc.com.vn::8b74393f-d80c-47bd-a370-5373c0174c23" providerId="AD" clId="Web-{5F9EC9E8-7C3B-55CF-EE15-C3AAAF2C6A2B}" dt="2024-12-30T08:36:41.119" v="510" actId="20577"/>
      <pc:docMkLst>
        <pc:docMk/>
      </pc:docMkLst>
      <pc:sldChg chg="modSp">
        <pc:chgData name="Viet. Nguyen Hoang - CMC ATI" userId="S::nhviet1@cmc.com.vn::8b74393f-d80c-47bd-a370-5373c0174c23" providerId="AD" clId="Web-{5F9EC9E8-7C3B-55CF-EE15-C3AAAF2C6A2B}" dt="2024-12-30T08:18:45.775" v="384" actId="20577"/>
        <pc:sldMkLst>
          <pc:docMk/>
          <pc:sldMk cId="1253848682" sldId="267"/>
        </pc:sldMkLst>
        <pc:spChg chg="mod">
          <ac:chgData name="Viet. Nguyen Hoang - CMC ATI" userId="S::nhviet1@cmc.com.vn::8b74393f-d80c-47bd-a370-5373c0174c23" providerId="AD" clId="Web-{5F9EC9E8-7C3B-55CF-EE15-C3AAAF2C6A2B}" dt="2024-12-30T08:18:45.775" v="384" actId="20577"/>
          <ac:spMkLst>
            <pc:docMk/>
            <pc:sldMk cId="1253848682" sldId="267"/>
            <ac:spMk id="2" creationId="{78EACC5C-4747-42C2-9BF5-D1B4A984743F}"/>
          </ac:spMkLst>
        </pc:spChg>
      </pc:sldChg>
      <pc:sldChg chg="del">
        <pc:chgData name="Viet. Nguyen Hoang - CMC ATI" userId="S::nhviet1@cmc.com.vn::8b74393f-d80c-47bd-a370-5373c0174c23" providerId="AD" clId="Web-{5F9EC9E8-7C3B-55CF-EE15-C3AAAF2C6A2B}" dt="2024-12-30T07:39:12.579" v="26"/>
        <pc:sldMkLst>
          <pc:docMk/>
          <pc:sldMk cId="4294721424" sldId="270"/>
        </pc:sldMkLst>
      </pc:sldChg>
      <pc:sldChg chg="addSp modSp ord">
        <pc:chgData name="Viet. Nguyen Hoang - CMC ATI" userId="S::nhviet1@cmc.com.vn::8b74393f-d80c-47bd-a370-5373c0174c23" providerId="AD" clId="Web-{5F9EC9E8-7C3B-55CF-EE15-C3AAAF2C6A2B}" dt="2024-12-30T08:27:31.541" v="475"/>
        <pc:sldMkLst>
          <pc:docMk/>
          <pc:sldMk cId="2245949523" sldId="271"/>
        </pc:sldMkLst>
        <pc:spChg chg="mod">
          <ac:chgData name="Viet. Nguyen Hoang - CMC ATI" userId="S::nhviet1@cmc.com.vn::8b74393f-d80c-47bd-a370-5373c0174c23" providerId="AD" clId="Web-{5F9EC9E8-7C3B-55CF-EE15-C3AAAF2C6A2B}" dt="2024-12-30T07:43:23.384" v="48" actId="14100"/>
          <ac:spMkLst>
            <pc:docMk/>
            <pc:sldMk cId="2245949523" sldId="271"/>
            <ac:spMk id="2" creationId="{612DF768-8D46-C364-70C5-1F9A8E39A49F}"/>
          </ac:spMkLst>
        </pc:spChg>
        <pc:spChg chg="mod">
          <ac:chgData name="Viet. Nguyen Hoang - CMC ATI" userId="S::nhviet1@cmc.com.vn::8b74393f-d80c-47bd-a370-5373c0174c23" providerId="AD" clId="Web-{5F9EC9E8-7C3B-55CF-EE15-C3AAAF2C6A2B}" dt="2024-12-30T07:42:06.913" v="33" actId="20577"/>
          <ac:spMkLst>
            <pc:docMk/>
            <pc:sldMk cId="2245949523" sldId="271"/>
            <ac:spMk id="4" creationId="{70874654-D494-024D-6537-C6CD11A81E25}"/>
          </ac:spMkLst>
        </pc:spChg>
        <pc:picChg chg="add mod modCrop">
          <ac:chgData name="Viet. Nguyen Hoang - CMC ATI" userId="S::nhviet1@cmc.com.vn::8b74393f-d80c-47bd-a370-5373c0174c23" providerId="AD" clId="Web-{5F9EC9E8-7C3B-55CF-EE15-C3AAAF2C6A2B}" dt="2024-12-30T07:43:44.994" v="55" actId="1076"/>
          <ac:picMkLst>
            <pc:docMk/>
            <pc:sldMk cId="2245949523" sldId="271"/>
            <ac:picMk id="5" creationId="{BA4DDA96-7E10-B30E-7918-99FE4C9E189F}"/>
          </ac:picMkLst>
        </pc:picChg>
      </pc:sldChg>
      <pc:sldChg chg="del">
        <pc:chgData name="Viet. Nguyen Hoang - CMC ATI" userId="S::nhviet1@cmc.com.vn::8b74393f-d80c-47bd-a370-5373c0174c23" providerId="AD" clId="Web-{5F9EC9E8-7C3B-55CF-EE15-C3AAAF2C6A2B}" dt="2024-12-30T07:39:12.595" v="29"/>
        <pc:sldMkLst>
          <pc:docMk/>
          <pc:sldMk cId="615857666" sldId="272"/>
        </pc:sldMkLst>
      </pc:sldChg>
      <pc:sldChg chg="modSp new ord">
        <pc:chgData name="Viet. Nguyen Hoang - CMC ATI" userId="S::nhviet1@cmc.com.vn::8b74393f-d80c-47bd-a370-5373c0174c23" providerId="AD" clId="Web-{5F9EC9E8-7C3B-55CF-EE15-C3AAAF2C6A2B}" dt="2024-12-30T08:27:44.041" v="478"/>
        <pc:sldMkLst>
          <pc:docMk/>
          <pc:sldMk cId="2266700441" sldId="272"/>
        </pc:sldMkLst>
        <pc:spChg chg="mod">
          <ac:chgData name="Viet. Nguyen Hoang - CMC ATI" userId="S::nhviet1@cmc.com.vn::8b74393f-d80c-47bd-a370-5373c0174c23" providerId="AD" clId="Web-{5F9EC9E8-7C3B-55CF-EE15-C3AAAF2C6A2B}" dt="2024-12-30T07:45:05.793" v="87" actId="20577"/>
          <ac:spMkLst>
            <pc:docMk/>
            <pc:sldMk cId="2266700441" sldId="272"/>
            <ac:spMk id="2" creationId="{BE9F8407-BB06-333B-4667-C055EF946690}"/>
          </ac:spMkLst>
        </pc:spChg>
        <pc:spChg chg="mod">
          <ac:chgData name="Viet. Nguyen Hoang - CMC ATI" userId="S::nhviet1@cmc.com.vn::8b74393f-d80c-47bd-a370-5373c0174c23" providerId="AD" clId="Web-{5F9EC9E8-7C3B-55CF-EE15-C3AAAF2C6A2B}" dt="2024-12-30T07:44:23.636" v="58" actId="20577"/>
          <ac:spMkLst>
            <pc:docMk/>
            <pc:sldMk cId="2266700441" sldId="272"/>
            <ac:spMk id="4" creationId="{429F81E6-B4F6-8CD1-4560-4587767BEB3A}"/>
          </ac:spMkLst>
        </pc:spChg>
      </pc:sldChg>
      <pc:sldChg chg="addSp delSp modSp new ord">
        <pc:chgData name="Viet. Nguyen Hoang - CMC ATI" userId="S::nhviet1@cmc.com.vn::8b74393f-d80c-47bd-a370-5373c0174c23" providerId="AD" clId="Web-{5F9EC9E8-7C3B-55CF-EE15-C3AAAF2C6A2B}" dt="2024-12-30T08:31:53.580" v="492"/>
        <pc:sldMkLst>
          <pc:docMk/>
          <pc:sldMk cId="3454709962" sldId="273"/>
        </pc:sldMkLst>
        <pc:spChg chg="mod">
          <ac:chgData name="Viet. Nguyen Hoang - CMC ATI" userId="S::nhviet1@cmc.com.vn::8b74393f-d80c-47bd-a370-5373c0174c23" providerId="AD" clId="Web-{5F9EC9E8-7C3B-55CF-EE15-C3AAAF2C6A2B}" dt="2024-12-30T07:47:33.907" v="101" actId="20577"/>
          <ac:spMkLst>
            <pc:docMk/>
            <pc:sldMk cId="3454709962" sldId="273"/>
            <ac:spMk id="4" creationId="{D0EB221C-2EF5-13F1-8D3D-9A000D3D8E2C}"/>
          </ac:spMkLst>
        </pc:spChg>
        <pc:picChg chg="add mod ord modCrop">
          <ac:chgData name="Viet. Nguyen Hoang - CMC ATI" userId="S::nhviet1@cmc.com.vn::8b74393f-d80c-47bd-a370-5373c0174c23" providerId="AD" clId="Web-{5F9EC9E8-7C3B-55CF-EE15-C3AAAF2C6A2B}" dt="2024-12-30T07:47:51.939" v="120" actId="1076"/>
          <ac:picMkLst>
            <pc:docMk/>
            <pc:sldMk cId="3454709962" sldId="273"/>
            <ac:picMk id="6" creationId="{787066CC-0400-13D0-0858-D0A9F010456C}"/>
          </ac:picMkLst>
        </pc:picChg>
      </pc:sldChg>
      <pc:sldChg chg="del">
        <pc:chgData name="Viet. Nguyen Hoang - CMC ATI" userId="S::nhviet1@cmc.com.vn::8b74393f-d80c-47bd-a370-5373c0174c23" providerId="AD" clId="Web-{5F9EC9E8-7C3B-55CF-EE15-C3AAAF2C6A2B}" dt="2024-12-30T07:39:12.595" v="28"/>
        <pc:sldMkLst>
          <pc:docMk/>
          <pc:sldMk cId="4249492277" sldId="273"/>
        </pc:sldMkLst>
      </pc:sldChg>
      <pc:sldChg chg="modSp new">
        <pc:chgData name="Viet. Nguyen Hoang - CMC ATI" userId="S::nhviet1@cmc.com.vn::8b74393f-d80c-47bd-a370-5373c0174c23" providerId="AD" clId="Web-{5F9EC9E8-7C3B-55CF-EE15-C3AAAF2C6A2B}" dt="2024-12-30T08:28:45.215" v="489" actId="20577"/>
        <pc:sldMkLst>
          <pc:docMk/>
          <pc:sldMk cId="50451737" sldId="274"/>
        </pc:sldMkLst>
        <pc:spChg chg="mod">
          <ac:chgData name="Viet. Nguyen Hoang - CMC ATI" userId="S::nhviet1@cmc.com.vn::8b74393f-d80c-47bd-a370-5373c0174c23" providerId="AD" clId="Web-{5F9EC9E8-7C3B-55CF-EE15-C3AAAF2C6A2B}" dt="2024-12-30T08:28:45.215" v="489" actId="20577"/>
          <ac:spMkLst>
            <pc:docMk/>
            <pc:sldMk cId="50451737" sldId="274"/>
            <ac:spMk id="2" creationId="{913738BB-9708-35AE-6457-4C71173A20D0}"/>
          </ac:spMkLst>
        </pc:spChg>
        <pc:spChg chg="mod">
          <ac:chgData name="Viet. Nguyen Hoang - CMC ATI" userId="S::nhviet1@cmc.com.vn::8b74393f-d80c-47bd-a370-5373c0174c23" providerId="AD" clId="Web-{5F9EC9E8-7C3B-55CF-EE15-C3AAAF2C6A2B}" dt="2024-12-30T08:28:24.745" v="486" actId="20577"/>
          <ac:spMkLst>
            <pc:docMk/>
            <pc:sldMk cId="50451737" sldId="274"/>
            <ac:spMk id="4" creationId="{9CC04ED1-F89C-F2C0-482A-F8758BDF38AC}"/>
          </ac:spMkLst>
        </pc:spChg>
      </pc:sldChg>
      <pc:sldChg chg="del">
        <pc:chgData name="Viet. Nguyen Hoang - CMC ATI" userId="S::nhviet1@cmc.com.vn::8b74393f-d80c-47bd-a370-5373c0174c23" providerId="AD" clId="Web-{5F9EC9E8-7C3B-55CF-EE15-C3AAAF2C6A2B}" dt="2024-12-30T07:39:12.579" v="27"/>
        <pc:sldMkLst>
          <pc:docMk/>
          <pc:sldMk cId="1150469067" sldId="274"/>
        </pc:sldMkLst>
      </pc:sldChg>
      <pc:sldChg chg="del">
        <pc:chgData name="Viet. Nguyen Hoang - CMC ATI" userId="S::nhviet1@cmc.com.vn::8b74393f-d80c-47bd-a370-5373c0174c23" providerId="AD" clId="Web-{5F9EC9E8-7C3B-55CF-EE15-C3AAAF2C6A2B}" dt="2024-12-30T07:39:12.579" v="25"/>
        <pc:sldMkLst>
          <pc:docMk/>
          <pc:sldMk cId="979989709" sldId="275"/>
        </pc:sldMkLst>
      </pc:sldChg>
      <pc:sldChg chg="modSp new ord">
        <pc:chgData name="Viet. Nguyen Hoang - CMC ATI" userId="S::nhviet1@cmc.com.vn::8b74393f-d80c-47bd-a370-5373c0174c23" providerId="AD" clId="Web-{5F9EC9E8-7C3B-55CF-EE15-C3AAAF2C6A2B}" dt="2024-12-30T08:06:59.535" v="244"/>
        <pc:sldMkLst>
          <pc:docMk/>
          <pc:sldMk cId="1288931591" sldId="275"/>
        </pc:sldMkLst>
        <pc:spChg chg="mod">
          <ac:chgData name="Viet. Nguyen Hoang - CMC ATI" userId="S::nhviet1@cmc.com.vn::8b74393f-d80c-47bd-a370-5373c0174c23" providerId="AD" clId="Web-{5F9EC9E8-7C3B-55CF-EE15-C3AAAF2C6A2B}" dt="2024-12-30T07:49:36.707" v="162" actId="20577"/>
          <ac:spMkLst>
            <pc:docMk/>
            <pc:sldMk cId="1288931591" sldId="275"/>
            <ac:spMk id="2" creationId="{106DB8A3-1D6C-1773-D49E-5922745CC950}"/>
          </ac:spMkLst>
        </pc:spChg>
        <pc:spChg chg="mod">
          <ac:chgData name="Viet. Nguyen Hoang - CMC ATI" userId="S::nhviet1@cmc.com.vn::8b74393f-d80c-47bd-a370-5373c0174c23" providerId="AD" clId="Web-{5F9EC9E8-7C3B-55CF-EE15-C3AAAF2C6A2B}" dt="2024-12-30T07:48:59.847" v="144" actId="20577"/>
          <ac:spMkLst>
            <pc:docMk/>
            <pc:sldMk cId="1288931591" sldId="275"/>
            <ac:spMk id="4" creationId="{E79FA6DE-FE93-EA9F-E8BF-EBB5968FFC93}"/>
          </ac:spMkLst>
        </pc:spChg>
      </pc:sldChg>
      <pc:sldChg chg="addSp delSp modSp new ord">
        <pc:chgData name="Viet. Nguyen Hoang - CMC ATI" userId="S::nhviet1@cmc.com.vn::8b74393f-d80c-47bd-a370-5373c0174c23" providerId="AD" clId="Web-{5F9EC9E8-7C3B-55CF-EE15-C3AAAF2C6A2B}" dt="2024-12-30T08:07:56.803" v="258" actId="20577"/>
        <pc:sldMkLst>
          <pc:docMk/>
          <pc:sldMk cId="3220908297" sldId="276"/>
        </pc:sldMkLst>
        <pc:spChg chg="mod">
          <ac:chgData name="Viet. Nguyen Hoang - CMC ATI" userId="S::nhviet1@cmc.com.vn::8b74393f-d80c-47bd-a370-5373c0174c23" providerId="AD" clId="Web-{5F9EC9E8-7C3B-55CF-EE15-C3AAAF2C6A2B}" dt="2024-12-30T07:52:22.634" v="178" actId="14100"/>
          <ac:spMkLst>
            <pc:docMk/>
            <pc:sldMk cId="3220908297" sldId="276"/>
            <ac:spMk id="2" creationId="{46E98C30-D140-F868-9142-C51AE6B75DD0}"/>
          </ac:spMkLst>
        </pc:spChg>
        <pc:spChg chg="mod">
          <ac:chgData name="Viet. Nguyen Hoang - CMC ATI" userId="S::nhviet1@cmc.com.vn::8b74393f-d80c-47bd-a370-5373c0174c23" providerId="AD" clId="Web-{5F9EC9E8-7C3B-55CF-EE15-C3AAAF2C6A2B}" dt="2024-12-30T08:07:56.803" v="258" actId="20577"/>
          <ac:spMkLst>
            <pc:docMk/>
            <pc:sldMk cId="3220908297" sldId="276"/>
            <ac:spMk id="4" creationId="{96E41D7E-7DC9-8E1E-B142-CBA38D8A99DB}"/>
          </ac:spMkLst>
        </pc:spChg>
        <pc:picChg chg="add mod">
          <ac:chgData name="Viet. Nguyen Hoang - CMC ATI" userId="S::nhviet1@cmc.com.vn::8b74393f-d80c-47bd-a370-5373c0174c23" providerId="AD" clId="Web-{5F9EC9E8-7C3B-55CF-EE15-C3AAAF2C6A2B}" dt="2024-12-30T07:55:00.639" v="183" actId="1076"/>
          <ac:picMkLst>
            <pc:docMk/>
            <pc:sldMk cId="3220908297" sldId="276"/>
            <ac:picMk id="6" creationId="{1509E3B1-6EB4-CF82-6219-0A055318A8D6}"/>
          </ac:picMkLst>
        </pc:picChg>
      </pc:sldChg>
      <pc:sldChg chg="del">
        <pc:chgData name="Viet. Nguyen Hoang - CMC ATI" userId="S::nhviet1@cmc.com.vn::8b74393f-d80c-47bd-a370-5373c0174c23" providerId="AD" clId="Web-{5F9EC9E8-7C3B-55CF-EE15-C3AAAF2C6A2B}" dt="2024-12-30T07:39:12.579" v="17"/>
        <pc:sldMkLst>
          <pc:docMk/>
          <pc:sldMk cId="3523622613" sldId="276"/>
        </pc:sldMkLst>
      </pc:sldChg>
      <pc:sldChg chg="addSp delSp modSp new del ord">
        <pc:chgData name="Viet. Nguyen Hoang - CMC ATI" userId="S::nhviet1@cmc.com.vn::8b74393f-d80c-47bd-a370-5373c0174c23" providerId="AD" clId="Web-{5F9EC9E8-7C3B-55CF-EE15-C3AAAF2C6A2B}" dt="2024-12-30T08:14:22.455" v="334"/>
        <pc:sldMkLst>
          <pc:docMk/>
          <pc:sldMk cId="978297972" sldId="277"/>
        </pc:sldMkLst>
      </pc:sldChg>
      <pc:sldChg chg="del">
        <pc:chgData name="Viet. Nguyen Hoang - CMC ATI" userId="S::nhviet1@cmc.com.vn::8b74393f-d80c-47bd-a370-5373c0174c23" providerId="AD" clId="Web-{5F9EC9E8-7C3B-55CF-EE15-C3AAAF2C6A2B}" dt="2024-12-30T07:39:12.579" v="24"/>
        <pc:sldMkLst>
          <pc:docMk/>
          <pc:sldMk cId="1465469874" sldId="277"/>
        </pc:sldMkLst>
      </pc:sldChg>
      <pc:sldChg chg="modSp new ord">
        <pc:chgData name="Viet. Nguyen Hoang - CMC ATI" userId="S::nhviet1@cmc.com.vn::8b74393f-d80c-47bd-a370-5373c0174c23" providerId="AD" clId="Web-{5F9EC9E8-7C3B-55CF-EE15-C3AAAF2C6A2B}" dt="2024-12-30T08:14:28.971" v="335"/>
        <pc:sldMkLst>
          <pc:docMk/>
          <pc:sldMk cId="1635793507" sldId="278"/>
        </pc:sldMkLst>
        <pc:spChg chg="mod">
          <ac:chgData name="Viet. Nguyen Hoang - CMC ATI" userId="S::nhviet1@cmc.com.vn::8b74393f-d80c-47bd-a370-5373c0174c23" providerId="AD" clId="Web-{5F9EC9E8-7C3B-55CF-EE15-C3AAAF2C6A2B}" dt="2024-12-30T08:05:58.283" v="243" actId="20577"/>
          <ac:spMkLst>
            <pc:docMk/>
            <pc:sldMk cId="1635793507" sldId="278"/>
            <ac:spMk id="2" creationId="{3CC2C07E-8628-22A1-5EB3-603AF144DA99}"/>
          </ac:spMkLst>
        </pc:spChg>
        <pc:spChg chg="mod">
          <ac:chgData name="Viet. Nguyen Hoang - CMC ATI" userId="S::nhviet1@cmc.com.vn::8b74393f-d80c-47bd-a370-5373c0174c23" providerId="AD" clId="Web-{5F9EC9E8-7C3B-55CF-EE15-C3AAAF2C6A2B}" dt="2024-12-30T08:00:01.867" v="216" actId="20577"/>
          <ac:spMkLst>
            <pc:docMk/>
            <pc:sldMk cId="1635793507" sldId="278"/>
            <ac:spMk id="4" creationId="{1304B46D-AEF7-1D48-2437-FBBB7CD056BC}"/>
          </ac:spMkLst>
        </pc:spChg>
      </pc:sldChg>
      <pc:sldChg chg="del">
        <pc:chgData name="Viet. Nguyen Hoang - CMC ATI" userId="S::nhviet1@cmc.com.vn::8b74393f-d80c-47bd-a370-5373c0174c23" providerId="AD" clId="Web-{5F9EC9E8-7C3B-55CF-EE15-C3AAAF2C6A2B}" dt="2024-12-30T07:39:12.579" v="21"/>
        <pc:sldMkLst>
          <pc:docMk/>
          <pc:sldMk cId="4004207574" sldId="278"/>
        </pc:sldMkLst>
      </pc:sldChg>
      <pc:sldChg chg="addSp modSp new">
        <pc:chgData name="Viet. Nguyen Hoang - CMC ATI" userId="S::nhviet1@cmc.com.vn::8b74393f-d80c-47bd-a370-5373c0174c23" providerId="AD" clId="Web-{5F9EC9E8-7C3B-55CF-EE15-C3AAAF2C6A2B}" dt="2024-12-30T08:32:19.362" v="498" actId="20577"/>
        <pc:sldMkLst>
          <pc:docMk/>
          <pc:sldMk cId="79650228" sldId="279"/>
        </pc:sldMkLst>
        <pc:spChg chg="mod">
          <ac:chgData name="Viet. Nguyen Hoang - CMC ATI" userId="S::nhviet1@cmc.com.vn::8b74393f-d80c-47bd-a370-5373c0174c23" providerId="AD" clId="Web-{5F9EC9E8-7C3B-55CF-EE15-C3AAAF2C6A2B}" dt="2024-12-30T08:09:29.087" v="270" actId="14100"/>
          <ac:spMkLst>
            <pc:docMk/>
            <pc:sldMk cId="79650228" sldId="279"/>
            <ac:spMk id="2" creationId="{C25CAA2C-A954-EABF-4F13-C85102943835}"/>
          </ac:spMkLst>
        </pc:spChg>
        <pc:spChg chg="mod">
          <ac:chgData name="Viet. Nguyen Hoang - CMC ATI" userId="S::nhviet1@cmc.com.vn::8b74393f-d80c-47bd-a370-5373c0174c23" providerId="AD" clId="Web-{5F9EC9E8-7C3B-55CF-EE15-C3AAAF2C6A2B}" dt="2024-12-30T08:32:19.362" v="498" actId="20577"/>
          <ac:spMkLst>
            <pc:docMk/>
            <pc:sldMk cId="79650228" sldId="279"/>
            <ac:spMk id="4" creationId="{58D5A040-4CD2-ADAC-9B48-9500370D9828}"/>
          </ac:spMkLst>
        </pc:spChg>
        <pc:picChg chg="add mod modCrop">
          <ac:chgData name="Viet. Nguyen Hoang - CMC ATI" userId="S::nhviet1@cmc.com.vn::8b74393f-d80c-47bd-a370-5373c0174c23" providerId="AD" clId="Web-{5F9EC9E8-7C3B-55CF-EE15-C3AAAF2C6A2B}" dt="2024-12-30T08:09:49.165" v="277" actId="1076"/>
          <ac:picMkLst>
            <pc:docMk/>
            <pc:sldMk cId="79650228" sldId="279"/>
            <ac:picMk id="5" creationId="{85D5E0F8-B4BD-48E4-EAB4-448FF42428A9}"/>
          </ac:picMkLst>
        </pc:picChg>
      </pc:sldChg>
      <pc:sldChg chg="addSp delSp modSp new del">
        <pc:chgData name="Viet. Nguyen Hoang - CMC ATI" userId="S::nhviet1@cmc.com.vn::8b74393f-d80c-47bd-a370-5373c0174c23" providerId="AD" clId="Web-{5F9EC9E8-7C3B-55CF-EE15-C3AAAF2C6A2B}" dt="2024-12-30T08:07:58.209" v="259"/>
        <pc:sldMkLst>
          <pc:docMk/>
          <pc:sldMk cId="651982490" sldId="279"/>
        </pc:sldMkLst>
      </pc:sldChg>
      <pc:sldChg chg="del">
        <pc:chgData name="Viet. Nguyen Hoang - CMC ATI" userId="S::nhviet1@cmc.com.vn::8b74393f-d80c-47bd-a370-5373c0174c23" providerId="AD" clId="Web-{5F9EC9E8-7C3B-55CF-EE15-C3AAAF2C6A2B}" dt="2024-12-30T07:39:12.579" v="23"/>
        <pc:sldMkLst>
          <pc:docMk/>
          <pc:sldMk cId="3612276279" sldId="279"/>
        </pc:sldMkLst>
      </pc:sldChg>
      <pc:sldChg chg="addSp modSp new ord">
        <pc:chgData name="Viet. Nguyen Hoang - CMC ATI" userId="S::nhviet1@cmc.com.vn::8b74393f-d80c-47bd-a370-5373c0174c23" providerId="AD" clId="Web-{5F9EC9E8-7C3B-55CF-EE15-C3AAAF2C6A2B}" dt="2024-12-30T08:31:15.110" v="491"/>
        <pc:sldMkLst>
          <pc:docMk/>
          <pc:sldMk cId="111984158" sldId="280"/>
        </pc:sldMkLst>
        <pc:spChg chg="mod">
          <ac:chgData name="Viet. Nguyen Hoang - CMC ATI" userId="S::nhviet1@cmc.com.vn::8b74393f-d80c-47bd-a370-5373c0174c23" providerId="AD" clId="Web-{5F9EC9E8-7C3B-55CF-EE15-C3AAAF2C6A2B}" dt="2024-12-30T08:12:24.576" v="294" actId="14100"/>
          <ac:spMkLst>
            <pc:docMk/>
            <pc:sldMk cId="111984158" sldId="280"/>
            <ac:spMk id="2" creationId="{E0DBA71B-A554-9EC7-E730-1D47ADD059E6}"/>
          </ac:spMkLst>
        </pc:spChg>
        <pc:spChg chg="mod">
          <ac:chgData name="Viet. Nguyen Hoang - CMC ATI" userId="S::nhviet1@cmc.com.vn::8b74393f-d80c-47bd-a370-5373c0174c23" providerId="AD" clId="Web-{5F9EC9E8-7C3B-55CF-EE15-C3AAAF2C6A2B}" dt="2024-12-30T08:10:30.932" v="283" actId="20577"/>
          <ac:spMkLst>
            <pc:docMk/>
            <pc:sldMk cId="111984158" sldId="280"/>
            <ac:spMk id="4" creationId="{FB653161-AFB3-E83D-2CD1-A5798EEA7772}"/>
          </ac:spMkLst>
        </pc:spChg>
        <pc:picChg chg="add mod">
          <ac:chgData name="Viet. Nguyen Hoang - CMC ATI" userId="S::nhviet1@cmc.com.vn::8b74393f-d80c-47bd-a370-5373c0174c23" providerId="AD" clId="Web-{5F9EC9E8-7C3B-55CF-EE15-C3AAAF2C6A2B}" dt="2024-12-30T08:12:22.185" v="293" actId="1076"/>
          <ac:picMkLst>
            <pc:docMk/>
            <pc:sldMk cId="111984158" sldId="280"/>
            <ac:picMk id="5" creationId="{1B3F3048-7891-AC10-A5C0-50464E41B6BB}"/>
          </ac:picMkLst>
        </pc:picChg>
      </pc:sldChg>
      <pc:sldChg chg="del">
        <pc:chgData name="Viet. Nguyen Hoang - CMC ATI" userId="S::nhviet1@cmc.com.vn::8b74393f-d80c-47bd-a370-5373c0174c23" providerId="AD" clId="Web-{5F9EC9E8-7C3B-55CF-EE15-C3AAAF2C6A2B}" dt="2024-12-30T07:39:12.579" v="22"/>
        <pc:sldMkLst>
          <pc:docMk/>
          <pc:sldMk cId="312002104" sldId="280"/>
        </pc:sldMkLst>
      </pc:sldChg>
      <pc:sldChg chg="del">
        <pc:chgData name="Viet. Nguyen Hoang - CMC ATI" userId="S::nhviet1@cmc.com.vn::8b74393f-d80c-47bd-a370-5373c0174c23" providerId="AD" clId="Web-{5F9EC9E8-7C3B-55CF-EE15-C3AAAF2C6A2B}" dt="2024-12-30T07:39:12.579" v="20"/>
        <pc:sldMkLst>
          <pc:docMk/>
          <pc:sldMk cId="1859146847" sldId="281"/>
        </pc:sldMkLst>
      </pc:sldChg>
      <pc:sldChg chg="addSp modSp new ord">
        <pc:chgData name="Viet. Nguyen Hoang - CMC ATI" userId="S::nhviet1@cmc.com.vn::8b74393f-d80c-47bd-a370-5373c0174c23" providerId="AD" clId="Web-{5F9EC9E8-7C3B-55CF-EE15-C3AAAF2C6A2B}" dt="2024-12-30T08:14:17.814" v="333"/>
        <pc:sldMkLst>
          <pc:docMk/>
          <pc:sldMk cId="4247077265" sldId="281"/>
        </pc:sldMkLst>
        <pc:spChg chg="mod">
          <ac:chgData name="Viet. Nguyen Hoang - CMC ATI" userId="S::nhviet1@cmc.com.vn::8b74393f-d80c-47bd-a370-5373c0174c23" providerId="AD" clId="Web-{5F9EC9E8-7C3B-55CF-EE15-C3AAAF2C6A2B}" dt="2024-12-30T08:14:07.673" v="332" actId="20577"/>
          <ac:spMkLst>
            <pc:docMk/>
            <pc:sldMk cId="4247077265" sldId="281"/>
            <ac:spMk id="2" creationId="{2069A4CB-433D-EDAF-5DF4-341042CBA0F0}"/>
          </ac:spMkLst>
        </pc:spChg>
        <pc:spChg chg="mod">
          <ac:chgData name="Viet. Nguyen Hoang - CMC ATI" userId="S::nhviet1@cmc.com.vn::8b74393f-d80c-47bd-a370-5373c0174c23" providerId="AD" clId="Web-{5F9EC9E8-7C3B-55CF-EE15-C3AAAF2C6A2B}" dt="2024-12-30T08:12:41.452" v="299" actId="20577"/>
          <ac:spMkLst>
            <pc:docMk/>
            <pc:sldMk cId="4247077265" sldId="281"/>
            <ac:spMk id="4" creationId="{CD574ED9-9E35-3D43-5D71-D662D49B5AFC}"/>
          </ac:spMkLst>
        </pc:spChg>
        <pc:picChg chg="add mod">
          <ac:chgData name="Viet. Nguyen Hoang - CMC ATI" userId="S::nhviet1@cmc.com.vn::8b74393f-d80c-47bd-a370-5373c0174c23" providerId="AD" clId="Web-{5F9EC9E8-7C3B-55CF-EE15-C3AAAF2C6A2B}" dt="2024-12-30T08:14:02.423" v="330" actId="1076"/>
          <ac:picMkLst>
            <pc:docMk/>
            <pc:sldMk cId="4247077265" sldId="281"/>
            <ac:picMk id="5" creationId="{C3876158-5A96-8B9F-94CB-AAB5DF3D57D1}"/>
          </ac:picMkLst>
        </pc:picChg>
        <pc:picChg chg="add mod">
          <ac:chgData name="Viet. Nguyen Hoang - CMC ATI" userId="S::nhviet1@cmc.com.vn::8b74393f-d80c-47bd-a370-5373c0174c23" providerId="AD" clId="Web-{5F9EC9E8-7C3B-55CF-EE15-C3AAAF2C6A2B}" dt="2024-12-30T08:13:57.126" v="327" actId="1076"/>
          <ac:picMkLst>
            <pc:docMk/>
            <pc:sldMk cId="4247077265" sldId="281"/>
            <ac:picMk id="6" creationId="{B763B986-0766-36AD-C802-6993A3C2EF22}"/>
          </ac:picMkLst>
        </pc:picChg>
      </pc:sldChg>
      <pc:sldChg chg="del">
        <pc:chgData name="Viet. Nguyen Hoang - CMC ATI" userId="S::nhviet1@cmc.com.vn::8b74393f-d80c-47bd-a370-5373c0174c23" providerId="AD" clId="Web-{5F9EC9E8-7C3B-55CF-EE15-C3AAAF2C6A2B}" dt="2024-12-30T07:39:12.579" v="19"/>
        <pc:sldMkLst>
          <pc:docMk/>
          <pc:sldMk cId="1435354575" sldId="282"/>
        </pc:sldMkLst>
      </pc:sldChg>
      <pc:sldChg chg="modSp new ord">
        <pc:chgData name="Viet. Nguyen Hoang - CMC ATI" userId="S::nhviet1@cmc.com.vn::8b74393f-d80c-47bd-a370-5373c0174c23" providerId="AD" clId="Web-{5F9EC9E8-7C3B-55CF-EE15-C3AAAF2C6A2B}" dt="2024-12-30T08:29:43.029" v="490"/>
        <pc:sldMkLst>
          <pc:docMk/>
          <pc:sldMk cId="2740235181" sldId="282"/>
        </pc:sldMkLst>
        <pc:spChg chg="mod">
          <ac:chgData name="Viet. Nguyen Hoang - CMC ATI" userId="S::nhviet1@cmc.com.vn::8b74393f-d80c-47bd-a370-5373c0174c23" providerId="AD" clId="Web-{5F9EC9E8-7C3B-55CF-EE15-C3AAAF2C6A2B}" dt="2024-12-30T08:15:17.316" v="347" actId="20577"/>
          <ac:spMkLst>
            <pc:docMk/>
            <pc:sldMk cId="2740235181" sldId="282"/>
            <ac:spMk id="2" creationId="{B1C24BEC-D70A-5895-BD7D-1BA9D46BECDC}"/>
          </ac:spMkLst>
        </pc:spChg>
        <pc:spChg chg="mod">
          <ac:chgData name="Viet. Nguyen Hoang - CMC ATI" userId="S::nhviet1@cmc.com.vn::8b74393f-d80c-47bd-a370-5373c0174c23" providerId="AD" clId="Web-{5F9EC9E8-7C3B-55CF-EE15-C3AAAF2C6A2B}" dt="2024-12-30T08:15:05.987" v="340" actId="20577"/>
          <ac:spMkLst>
            <pc:docMk/>
            <pc:sldMk cId="2740235181" sldId="282"/>
            <ac:spMk id="4" creationId="{1D752A7D-C277-8090-4AE5-6CAF1ABB5CD1}"/>
          </ac:spMkLst>
        </pc:spChg>
      </pc:sldChg>
      <pc:sldChg chg="del">
        <pc:chgData name="Viet. Nguyen Hoang - CMC ATI" userId="S::nhviet1@cmc.com.vn::8b74393f-d80c-47bd-a370-5373c0174c23" providerId="AD" clId="Web-{5F9EC9E8-7C3B-55CF-EE15-C3AAAF2C6A2B}" dt="2024-12-30T07:39:12.579" v="18"/>
        <pc:sldMkLst>
          <pc:docMk/>
          <pc:sldMk cId="2521102043" sldId="283"/>
        </pc:sldMkLst>
      </pc:sldChg>
      <pc:sldChg chg="addSp modSp new">
        <pc:chgData name="Viet. Nguyen Hoang - CMC ATI" userId="S::nhviet1@cmc.com.vn::8b74393f-d80c-47bd-a370-5373c0174c23" providerId="AD" clId="Web-{5F9EC9E8-7C3B-55CF-EE15-C3AAAF2C6A2B}" dt="2024-12-30T08:16:01.333" v="361" actId="1076"/>
        <pc:sldMkLst>
          <pc:docMk/>
          <pc:sldMk cId="3712960141" sldId="283"/>
        </pc:sldMkLst>
        <pc:spChg chg="mod">
          <ac:chgData name="Viet. Nguyen Hoang - CMC ATI" userId="S::nhviet1@cmc.com.vn::8b74393f-d80c-47bd-a370-5373c0174c23" providerId="AD" clId="Web-{5F9EC9E8-7C3B-55CF-EE15-C3AAAF2C6A2B}" dt="2024-12-30T08:15:56.426" v="357" actId="20577"/>
          <ac:spMkLst>
            <pc:docMk/>
            <pc:sldMk cId="3712960141" sldId="283"/>
            <ac:spMk id="2" creationId="{ACDD58EB-0C43-B8E6-A9E6-6690766C47DD}"/>
          </ac:spMkLst>
        </pc:spChg>
        <pc:spChg chg="mod">
          <ac:chgData name="Viet. Nguyen Hoang - CMC ATI" userId="S::nhviet1@cmc.com.vn::8b74393f-d80c-47bd-a370-5373c0174c23" providerId="AD" clId="Web-{5F9EC9E8-7C3B-55CF-EE15-C3AAAF2C6A2B}" dt="2024-12-30T08:15:33.769" v="352" actId="20577"/>
          <ac:spMkLst>
            <pc:docMk/>
            <pc:sldMk cId="3712960141" sldId="283"/>
            <ac:spMk id="4" creationId="{7E7FA371-D894-C7BA-052C-D48F65D391A8}"/>
          </ac:spMkLst>
        </pc:spChg>
        <pc:picChg chg="add mod">
          <ac:chgData name="Viet. Nguyen Hoang - CMC ATI" userId="S::nhviet1@cmc.com.vn::8b74393f-d80c-47bd-a370-5373c0174c23" providerId="AD" clId="Web-{5F9EC9E8-7C3B-55CF-EE15-C3AAAF2C6A2B}" dt="2024-12-30T08:16:01.333" v="361" actId="1076"/>
          <ac:picMkLst>
            <pc:docMk/>
            <pc:sldMk cId="3712960141" sldId="283"/>
            <ac:picMk id="5" creationId="{AFBCE439-F7F7-5374-92F5-3F15F30167A4}"/>
          </ac:picMkLst>
        </pc:picChg>
      </pc:sldChg>
      <pc:sldChg chg="new del">
        <pc:chgData name="Viet. Nguyen Hoang - CMC ATI" userId="S::nhviet1@cmc.com.vn::8b74393f-d80c-47bd-a370-5373c0174c23" providerId="AD" clId="Web-{5F9EC9E8-7C3B-55CF-EE15-C3AAAF2C6A2B}" dt="2024-12-30T08:19:56.152" v="389"/>
        <pc:sldMkLst>
          <pc:docMk/>
          <pc:sldMk cId="372994326" sldId="284"/>
        </pc:sldMkLst>
      </pc:sldChg>
      <pc:sldChg chg="modSp new del ord">
        <pc:chgData name="Viet. Nguyen Hoang - CMC ATI" userId="S::nhviet1@cmc.com.vn::8b74393f-d80c-47bd-a370-5373c0174c23" providerId="AD" clId="Web-{5F9EC9E8-7C3B-55CF-EE15-C3AAAF2C6A2B}" dt="2024-12-30T08:19:24.932" v="386"/>
        <pc:sldMkLst>
          <pc:docMk/>
          <pc:sldMk cId="1147509450" sldId="284"/>
        </pc:sldMkLst>
      </pc:sldChg>
      <pc:sldChg chg="del">
        <pc:chgData name="Viet. Nguyen Hoang - CMC ATI" userId="S::nhviet1@cmc.com.vn::8b74393f-d80c-47bd-a370-5373c0174c23" providerId="AD" clId="Web-{5F9EC9E8-7C3B-55CF-EE15-C3AAAF2C6A2B}" dt="2024-12-30T07:39:12.579" v="16"/>
        <pc:sldMkLst>
          <pc:docMk/>
          <pc:sldMk cId="2917708693" sldId="284"/>
        </pc:sldMkLst>
      </pc:sldChg>
      <pc:sldChg chg="addSp delSp modSp new ord">
        <pc:chgData name="Viet. Nguyen Hoang - CMC ATI" userId="S::nhviet1@cmc.com.vn::8b74393f-d80c-47bd-a370-5373c0174c23" providerId="AD" clId="Web-{5F9EC9E8-7C3B-55CF-EE15-C3AAAF2C6A2B}" dt="2024-12-30T08:27:29.650" v="474"/>
        <pc:sldMkLst>
          <pc:docMk/>
          <pc:sldMk cId="4174268144" sldId="284"/>
        </pc:sldMkLst>
        <pc:spChg chg="mod">
          <ac:chgData name="Viet. Nguyen Hoang - CMC ATI" userId="S::nhviet1@cmc.com.vn::8b74393f-d80c-47bd-a370-5373c0174c23" providerId="AD" clId="Web-{5F9EC9E8-7C3B-55CF-EE15-C3AAAF2C6A2B}" dt="2024-12-30T08:20:37.169" v="411" actId="20577"/>
          <ac:spMkLst>
            <pc:docMk/>
            <pc:sldMk cId="4174268144" sldId="284"/>
            <ac:spMk id="4" creationId="{FF971520-790A-BC06-2F69-9F9E34671436}"/>
          </ac:spMkLst>
        </pc:spChg>
        <pc:spChg chg="add mod">
          <ac:chgData name="Viet. Nguyen Hoang - CMC ATI" userId="S::nhviet1@cmc.com.vn::8b74393f-d80c-47bd-a370-5373c0174c23" providerId="AD" clId="Web-{5F9EC9E8-7C3B-55CF-EE15-C3AAAF2C6A2B}" dt="2024-12-30T08:24:05.550" v="473" actId="14100"/>
          <ac:spMkLst>
            <pc:docMk/>
            <pc:sldMk cId="4174268144" sldId="284"/>
            <ac:spMk id="7" creationId="{97CC6256-2ED9-0D6E-B743-AA478EA4779C}"/>
          </ac:spMkLst>
        </pc:spChg>
        <pc:picChg chg="add mod ord">
          <ac:chgData name="Viet. Nguyen Hoang - CMC ATI" userId="S::nhviet1@cmc.com.vn::8b74393f-d80c-47bd-a370-5373c0174c23" providerId="AD" clId="Web-{5F9EC9E8-7C3B-55CF-EE15-C3AAAF2C6A2B}" dt="2024-12-30T08:22:06.937" v="417" actId="1076"/>
          <ac:picMkLst>
            <pc:docMk/>
            <pc:sldMk cId="4174268144" sldId="284"/>
            <ac:picMk id="5" creationId="{2A446975-70E2-6A72-EEBD-3B8A9E8DF156}"/>
          </ac:picMkLst>
        </pc:picChg>
      </pc:sldChg>
      <pc:sldChg chg="modSp new del">
        <pc:chgData name="Viet. Nguyen Hoang - CMC ATI" userId="S::nhviet1@cmc.com.vn::8b74393f-d80c-47bd-a370-5373c0174c23" providerId="AD" clId="Web-{5F9EC9E8-7C3B-55CF-EE15-C3AAAF2C6A2B}" dt="2024-12-30T08:19:26.323" v="387"/>
        <pc:sldMkLst>
          <pc:docMk/>
          <pc:sldMk cId="2683280483" sldId="285"/>
        </pc:sldMkLst>
      </pc:sldChg>
      <pc:sldChg chg="modSp new">
        <pc:chgData name="Viet. Nguyen Hoang - CMC ATI" userId="S::nhviet1@cmc.com.vn::8b74393f-d80c-47bd-a370-5373c0174c23" providerId="AD" clId="Web-{5F9EC9E8-7C3B-55CF-EE15-C3AAAF2C6A2B}" dt="2024-12-30T08:36:41.119" v="510" actId="20577"/>
        <pc:sldMkLst>
          <pc:docMk/>
          <pc:sldMk cId="4134079388" sldId="285"/>
        </pc:sldMkLst>
        <pc:spChg chg="mod">
          <ac:chgData name="Viet. Nguyen Hoang - CMC ATI" userId="S::nhviet1@cmc.com.vn::8b74393f-d80c-47bd-a370-5373c0174c23" providerId="AD" clId="Web-{5F9EC9E8-7C3B-55CF-EE15-C3AAAF2C6A2B}" dt="2024-12-30T08:36:41.119" v="510" actId="20577"/>
          <ac:spMkLst>
            <pc:docMk/>
            <pc:sldMk cId="4134079388" sldId="285"/>
            <ac:spMk id="2" creationId="{02CD5961-7C46-B149-F27B-7BDE27133F0E}"/>
          </ac:spMkLst>
        </pc:spChg>
        <pc:spChg chg="mod">
          <ac:chgData name="Viet. Nguyen Hoang - CMC ATI" userId="S::nhviet1@cmc.com.vn::8b74393f-d80c-47bd-a370-5373c0174c23" providerId="AD" clId="Web-{5F9EC9E8-7C3B-55CF-EE15-C3AAAF2C6A2B}" dt="2024-12-30T08:36:33.150" v="506" actId="20577"/>
          <ac:spMkLst>
            <pc:docMk/>
            <pc:sldMk cId="4134079388" sldId="285"/>
            <ac:spMk id="4" creationId="{567D9506-9183-EC67-C79F-BB43584B77EB}"/>
          </ac:spMkLst>
        </pc:spChg>
      </pc:sldChg>
      <pc:sldChg chg="del">
        <pc:chgData name="Viet. Nguyen Hoang - CMC ATI" userId="S::nhviet1@cmc.com.vn::8b74393f-d80c-47bd-a370-5373c0174c23" providerId="AD" clId="Web-{5F9EC9E8-7C3B-55CF-EE15-C3AAAF2C6A2B}" dt="2024-12-30T07:39:12.579" v="15"/>
        <pc:sldMkLst>
          <pc:docMk/>
          <pc:sldMk cId="4276209075" sldId="286"/>
        </pc:sldMkLst>
      </pc:sldChg>
      <pc:sldChg chg="del">
        <pc:chgData name="Viet. Nguyen Hoang - CMC ATI" userId="S::nhviet1@cmc.com.vn::8b74393f-d80c-47bd-a370-5373c0174c23" providerId="AD" clId="Web-{5F9EC9E8-7C3B-55CF-EE15-C3AAAF2C6A2B}" dt="2024-12-30T07:39:12.564" v="14"/>
        <pc:sldMkLst>
          <pc:docMk/>
          <pc:sldMk cId="2807768493" sldId="287"/>
        </pc:sldMkLst>
      </pc:sldChg>
      <pc:sldChg chg="del">
        <pc:chgData name="Viet. Nguyen Hoang - CMC ATI" userId="S::nhviet1@cmc.com.vn::8b74393f-d80c-47bd-a370-5373c0174c23" providerId="AD" clId="Web-{5F9EC9E8-7C3B-55CF-EE15-C3AAAF2C6A2B}" dt="2024-12-30T07:39:12.564" v="9"/>
        <pc:sldMkLst>
          <pc:docMk/>
          <pc:sldMk cId="3169703984" sldId="289"/>
        </pc:sldMkLst>
      </pc:sldChg>
      <pc:sldChg chg="del">
        <pc:chgData name="Viet. Nguyen Hoang - CMC ATI" userId="S::nhviet1@cmc.com.vn::8b74393f-d80c-47bd-a370-5373c0174c23" providerId="AD" clId="Web-{5F9EC9E8-7C3B-55CF-EE15-C3AAAF2C6A2B}" dt="2024-12-30T07:39:12.564" v="13"/>
        <pc:sldMkLst>
          <pc:docMk/>
          <pc:sldMk cId="4049434132" sldId="290"/>
        </pc:sldMkLst>
      </pc:sldChg>
      <pc:sldChg chg="del">
        <pc:chgData name="Viet. Nguyen Hoang - CMC ATI" userId="S::nhviet1@cmc.com.vn::8b74393f-d80c-47bd-a370-5373c0174c23" providerId="AD" clId="Web-{5F9EC9E8-7C3B-55CF-EE15-C3AAAF2C6A2B}" dt="2024-12-30T07:39:12.564" v="11"/>
        <pc:sldMkLst>
          <pc:docMk/>
          <pc:sldMk cId="3631871876" sldId="291"/>
        </pc:sldMkLst>
      </pc:sldChg>
      <pc:sldChg chg="del">
        <pc:chgData name="Viet. Nguyen Hoang - CMC ATI" userId="S::nhviet1@cmc.com.vn::8b74393f-d80c-47bd-a370-5373c0174c23" providerId="AD" clId="Web-{5F9EC9E8-7C3B-55CF-EE15-C3AAAF2C6A2B}" dt="2024-12-30T07:39:12.564" v="8"/>
        <pc:sldMkLst>
          <pc:docMk/>
          <pc:sldMk cId="3010864554" sldId="292"/>
        </pc:sldMkLst>
      </pc:sldChg>
      <pc:sldChg chg="del">
        <pc:chgData name="Viet. Nguyen Hoang - CMC ATI" userId="S::nhviet1@cmc.com.vn::8b74393f-d80c-47bd-a370-5373c0174c23" providerId="AD" clId="Web-{5F9EC9E8-7C3B-55CF-EE15-C3AAAF2C6A2B}" dt="2024-12-30T07:39:12.564" v="12"/>
        <pc:sldMkLst>
          <pc:docMk/>
          <pc:sldMk cId="3164554146" sldId="293"/>
        </pc:sldMkLst>
      </pc:sldChg>
      <pc:sldChg chg="del">
        <pc:chgData name="Viet. Nguyen Hoang - CMC ATI" userId="S::nhviet1@cmc.com.vn::8b74393f-d80c-47bd-a370-5373c0174c23" providerId="AD" clId="Web-{5F9EC9E8-7C3B-55CF-EE15-C3AAAF2C6A2B}" dt="2024-12-30T07:39:12.564" v="10"/>
        <pc:sldMkLst>
          <pc:docMk/>
          <pc:sldMk cId="1180945900" sldId="294"/>
        </pc:sldMkLst>
      </pc:sldChg>
      <pc:sldChg chg="del">
        <pc:chgData name="Viet. Nguyen Hoang - CMC ATI" userId="S::nhviet1@cmc.com.vn::8b74393f-d80c-47bd-a370-5373c0174c23" providerId="AD" clId="Web-{5F9EC9E8-7C3B-55CF-EE15-C3AAAF2C6A2B}" dt="2024-12-30T07:39:12.564" v="7"/>
        <pc:sldMkLst>
          <pc:docMk/>
          <pc:sldMk cId="3584413626" sldId="295"/>
        </pc:sldMkLst>
      </pc:sldChg>
      <pc:sldChg chg="del">
        <pc:chgData name="Viet. Nguyen Hoang - CMC ATI" userId="S::nhviet1@cmc.com.vn::8b74393f-d80c-47bd-a370-5373c0174c23" providerId="AD" clId="Web-{5F9EC9E8-7C3B-55CF-EE15-C3AAAF2C6A2B}" dt="2024-12-30T07:39:12.564" v="6"/>
        <pc:sldMkLst>
          <pc:docMk/>
          <pc:sldMk cId="1926007102" sldId="296"/>
        </pc:sldMkLst>
      </pc:sldChg>
    </pc:docChg>
  </pc:docChgLst>
  <pc:docChgLst>
    <pc:chgData name="Viet." userId="8b74393f-d80c-47bd-a370-5373c0174c23" providerId="ADAL" clId="{EFEC3215-73A2-4DE4-A277-7EF0E9B5CC4E}"/>
    <pc:docChg chg="undo redo custSel addSld delSld modSld sldOrd addSection delSection modSection">
      <pc:chgData name="Viet." userId="8b74393f-d80c-47bd-a370-5373c0174c23" providerId="ADAL" clId="{EFEC3215-73A2-4DE4-A277-7EF0E9B5CC4E}" dt="2024-12-17T09:23:26.276" v="3154" actId="20578"/>
      <pc:docMkLst>
        <pc:docMk/>
      </pc:docMkLst>
      <pc:sldChg chg="modSp mod">
        <pc:chgData name="Viet." userId="8b74393f-d80c-47bd-a370-5373c0174c23" providerId="ADAL" clId="{EFEC3215-73A2-4DE4-A277-7EF0E9B5CC4E}" dt="2024-12-16T10:09:05.114" v="963" actId="20577"/>
        <pc:sldMkLst>
          <pc:docMk/>
          <pc:sldMk cId="1253848682" sldId="267"/>
        </pc:sldMkLst>
        <pc:spChg chg="mod">
          <ac:chgData name="Viet." userId="8b74393f-d80c-47bd-a370-5373c0174c23" providerId="ADAL" clId="{EFEC3215-73A2-4DE4-A277-7EF0E9B5CC4E}" dt="2024-12-16T10:09:05.114" v="963" actId="20577"/>
          <ac:spMkLst>
            <pc:docMk/>
            <pc:sldMk cId="1253848682" sldId="267"/>
            <ac:spMk id="2" creationId="{78EACC5C-4747-42C2-9BF5-D1B4A984743F}"/>
          </ac:spMkLst>
        </pc:spChg>
      </pc:sldChg>
      <pc:sldChg chg="new del">
        <pc:chgData name="Viet." userId="8b74393f-d80c-47bd-a370-5373c0174c23" providerId="ADAL" clId="{EFEC3215-73A2-4DE4-A277-7EF0E9B5CC4E}" dt="2024-12-16T09:16:08.043" v="84" actId="680"/>
        <pc:sldMkLst>
          <pc:docMk/>
          <pc:sldMk cId="1736076361" sldId="270"/>
        </pc:sldMkLst>
      </pc:sldChg>
      <pc:sldChg chg="addSp modSp new del mod">
        <pc:chgData name="Viet." userId="8b74393f-d80c-47bd-a370-5373c0174c23" providerId="ADAL" clId="{EFEC3215-73A2-4DE4-A277-7EF0E9B5CC4E}" dt="2024-12-16T10:08:57.139" v="945" actId="47"/>
        <pc:sldMkLst>
          <pc:docMk/>
          <pc:sldMk cId="2279245842" sldId="270"/>
        </pc:sldMkLst>
      </pc:sldChg>
      <pc:sldChg chg="addSp delSp modSp new del mod modNotesTx">
        <pc:chgData name="Viet." userId="8b74393f-d80c-47bd-a370-5373c0174c23" providerId="ADAL" clId="{EFEC3215-73A2-4DE4-A277-7EF0E9B5CC4E}" dt="2024-12-17T06:53:41.375" v="1889" actId="47"/>
        <pc:sldMkLst>
          <pc:docMk/>
          <pc:sldMk cId="310553564" sldId="271"/>
        </pc:sldMkLst>
      </pc:sldChg>
      <pc:sldChg chg="del">
        <pc:chgData name="Viet." userId="8b74393f-d80c-47bd-a370-5373c0174c23" providerId="ADAL" clId="{EFEC3215-73A2-4DE4-A277-7EF0E9B5CC4E}" dt="2024-12-16T09:15:41.738" v="74" actId="47"/>
        <pc:sldMkLst>
          <pc:docMk/>
          <pc:sldMk cId="376706786" sldId="271"/>
        </pc:sldMkLst>
      </pc:sldChg>
      <pc:sldChg chg="addSp delSp modSp new del mod ord">
        <pc:chgData name="Viet." userId="8b74393f-d80c-47bd-a370-5373c0174c23" providerId="ADAL" clId="{EFEC3215-73A2-4DE4-A277-7EF0E9B5CC4E}" dt="2024-12-16T09:43:41.511" v="450" actId="47"/>
        <pc:sldMkLst>
          <pc:docMk/>
          <pc:sldMk cId="1195014352" sldId="272"/>
        </pc:sldMkLst>
      </pc:sldChg>
      <pc:sldChg chg="modSp new del mod">
        <pc:chgData name="Viet." userId="8b74393f-d80c-47bd-a370-5373c0174c23" providerId="ADAL" clId="{EFEC3215-73A2-4DE4-A277-7EF0E9B5CC4E}" dt="2024-12-16T09:53:17.997" v="693" actId="47"/>
        <pc:sldMkLst>
          <pc:docMk/>
          <pc:sldMk cId="1936305192" sldId="272"/>
        </pc:sldMkLst>
      </pc:sldChg>
      <pc:sldChg chg="del">
        <pc:chgData name="Viet." userId="8b74393f-d80c-47bd-a370-5373c0174c23" providerId="ADAL" clId="{EFEC3215-73A2-4DE4-A277-7EF0E9B5CC4E}" dt="2024-12-16T09:15:41.738" v="74" actId="47"/>
        <pc:sldMkLst>
          <pc:docMk/>
          <pc:sldMk cId="2094170688" sldId="272"/>
        </pc:sldMkLst>
      </pc:sldChg>
      <pc:sldChg chg="new del">
        <pc:chgData name="Viet." userId="8b74393f-d80c-47bd-a370-5373c0174c23" providerId="ADAL" clId="{EFEC3215-73A2-4DE4-A277-7EF0E9B5CC4E}" dt="2024-12-17T06:54:07.956" v="1890" actId="47"/>
        <pc:sldMkLst>
          <pc:docMk/>
          <pc:sldMk cId="2747709930" sldId="272"/>
        </pc:sldMkLst>
      </pc:sldChg>
      <pc:sldChg chg="modSp new del mod">
        <pc:chgData name="Viet." userId="8b74393f-d80c-47bd-a370-5373c0174c23" providerId="ADAL" clId="{EFEC3215-73A2-4DE4-A277-7EF0E9B5CC4E}" dt="2024-12-16T10:08:57.139" v="945" actId="47"/>
        <pc:sldMkLst>
          <pc:docMk/>
          <pc:sldMk cId="454007926" sldId="273"/>
        </pc:sldMkLst>
      </pc:sldChg>
      <pc:sldChg chg="modSp new mod modNotesTx">
        <pc:chgData name="Viet." userId="8b74393f-d80c-47bd-a370-5373c0174c23" providerId="ADAL" clId="{EFEC3215-73A2-4DE4-A277-7EF0E9B5CC4E}" dt="2024-12-17T07:23:31.722" v="2134" actId="20577"/>
        <pc:sldMkLst>
          <pc:docMk/>
          <pc:sldMk cId="711413094" sldId="273"/>
        </pc:sldMkLst>
      </pc:sldChg>
      <pc:sldChg chg="del">
        <pc:chgData name="Viet." userId="8b74393f-d80c-47bd-a370-5373c0174c23" providerId="ADAL" clId="{EFEC3215-73A2-4DE4-A277-7EF0E9B5CC4E}" dt="2024-12-16T09:15:41.738" v="74" actId="47"/>
        <pc:sldMkLst>
          <pc:docMk/>
          <pc:sldMk cId="1315415549" sldId="273"/>
        </pc:sldMkLst>
      </pc:sldChg>
      <pc:sldChg chg="new del">
        <pc:chgData name="Viet." userId="8b74393f-d80c-47bd-a370-5373c0174c23" providerId="ADAL" clId="{EFEC3215-73A2-4DE4-A277-7EF0E9B5CC4E}" dt="2024-12-16T10:20:05.330" v="968" actId="680"/>
        <pc:sldMkLst>
          <pc:docMk/>
          <pc:sldMk cId="2465776623" sldId="273"/>
        </pc:sldMkLst>
      </pc:sldChg>
      <pc:sldChg chg="new del">
        <pc:chgData name="Viet." userId="8b74393f-d80c-47bd-a370-5373c0174c23" providerId="ADAL" clId="{EFEC3215-73A2-4DE4-A277-7EF0E9B5CC4E}" dt="2024-12-16T09:51:50.404" v="671" actId="680"/>
        <pc:sldMkLst>
          <pc:docMk/>
          <pc:sldMk cId="472163072" sldId="274"/>
        </pc:sldMkLst>
      </pc:sldChg>
      <pc:sldChg chg="addSp delSp modSp new del mod">
        <pc:chgData name="Viet." userId="8b74393f-d80c-47bd-a370-5373c0174c23" providerId="ADAL" clId="{EFEC3215-73A2-4DE4-A277-7EF0E9B5CC4E}" dt="2024-12-17T07:14:54.684" v="2007" actId="47"/>
        <pc:sldMkLst>
          <pc:docMk/>
          <pc:sldMk cId="2317294318" sldId="274"/>
        </pc:sldMkLst>
      </pc:sldChg>
      <pc:sldChg chg="addSp modSp new del mod">
        <pc:chgData name="Viet." userId="8b74393f-d80c-47bd-a370-5373c0174c23" providerId="ADAL" clId="{EFEC3215-73A2-4DE4-A277-7EF0E9B5CC4E}" dt="2024-12-16T10:08:57.139" v="945" actId="47"/>
        <pc:sldMkLst>
          <pc:docMk/>
          <pc:sldMk cId="3627677066" sldId="274"/>
        </pc:sldMkLst>
      </pc:sldChg>
      <pc:sldChg chg="addSp delSp modSp new del mod">
        <pc:chgData name="Viet." userId="8b74393f-d80c-47bd-a370-5373c0174c23" providerId="ADAL" clId="{EFEC3215-73A2-4DE4-A277-7EF0E9B5CC4E}" dt="2024-12-17T07:16:02.013" v="2021" actId="47"/>
        <pc:sldMkLst>
          <pc:docMk/>
          <pc:sldMk cId="3503007613" sldId="275"/>
        </pc:sldMkLst>
      </pc:sldChg>
      <pc:sldChg chg="addSp delSp modSp new del mod">
        <pc:chgData name="Viet." userId="8b74393f-d80c-47bd-a370-5373c0174c23" providerId="ADAL" clId="{EFEC3215-73A2-4DE4-A277-7EF0E9B5CC4E}" dt="2024-12-16T10:08:57.139" v="945" actId="47"/>
        <pc:sldMkLst>
          <pc:docMk/>
          <pc:sldMk cId="4284038370" sldId="275"/>
        </pc:sldMkLst>
      </pc:sldChg>
      <pc:sldChg chg="modSp new del mod">
        <pc:chgData name="Viet." userId="8b74393f-d80c-47bd-a370-5373c0174c23" providerId="ADAL" clId="{EFEC3215-73A2-4DE4-A277-7EF0E9B5CC4E}" dt="2024-12-16T10:08:57.139" v="945" actId="47"/>
        <pc:sldMkLst>
          <pc:docMk/>
          <pc:sldMk cId="257095652" sldId="276"/>
        </pc:sldMkLst>
      </pc:sldChg>
      <pc:sldChg chg="addSp delSp modSp new del mod">
        <pc:chgData name="Viet." userId="8b74393f-d80c-47bd-a370-5373c0174c23" providerId="ADAL" clId="{EFEC3215-73A2-4DE4-A277-7EF0E9B5CC4E}" dt="2024-12-17T07:21:17.696" v="2129" actId="47"/>
        <pc:sldMkLst>
          <pc:docMk/>
          <pc:sldMk cId="1181231356" sldId="276"/>
        </pc:sldMkLst>
      </pc:sldChg>
      <pc:sldChg chg="modSp new del mod">
        <pc:chgData name="Viet." userId="8b74393f-d80c-47bd-a370-5373c0174c23" providerId="ADAL" clId="{EFEC3215-73A2-4DE4-A277-7EF0E9B5CC4E}" dt="2024-12-16T10:08:57.139" v="945" actId="47"/>
        <pc:sldMkLst>
          <pc:docMk/>
          <pc:sldMk cId="1669992593" sldId="277"/>
        </pc:sldMkLst>
      </pc:sldChg>
      <pc:sldChg chg="modSp new del mod">
        <pc:chgData name="Viet." userId="8b74393f-d80c-47bd-a370-5373c0174c23" providerId="ADAL" clId="{EFEC3215-73A2-4DE4-A277-7EF0E9B5CC4E}" dt="2024-12-17T07:21:12.936" v="2128" actId="47"/>
        <pc:sldMkLst>
          <pc:docMk/>
          <pc:sldMk cId="2225171832" sldId="277"/>
        </pc:sldMkLst>
      </pc:sldChg>
      <pc:sldChg chg="del">
        <pc:chgData name="Viet." userId="8b74393f-d80c-47bd-a370-5373c0174c23" providerId="ADAL" clId="{EFEC3215-73A2-4DE4-A277-7EF0E9B5CC4E}" dt="2024-12-16T09:15:41.738" v="74" actId="47"/>
        <pc:sldMkLst>
          <pc:docMk/>
          <pc:sldMk cId="3765456993" sldId="277"/>
        </pc:sldMkLst>
      </pc:sldChg>
      <pc:sldChg chg="addSp modSp new del mod">
        <pc:chgData name="Viet." userId="8b74393f-d80c-47bd-a370-5373c0174c23" providerId="ADAL" clId="{EFEC3215-73A2-4DE4-A277-7EF0E9B5CC4E}" dt="2024-12-16T10:08:57.139" v="945" actId="47"/>
        <pc:sldMkLst>
          <pc:docMk/>
          <pc:sldMk cId="18222036" sldId="278"/>
        </pc:sldMkLst>
      </pc:sldChg>
      <pc:sldChg chg="del">
        <pc:chgData name="Viet." userId="8b74393f-d80c-47bd-a370-5373c0174c23" providerId="ADAL" clId="{EFEC3215-73A2-4DE4-A277-7EF0E9B5CC4E}" dt="2024-12-16T09:15:41.738" v="74" actId="47"/>
        <pc:sldMkLst>
          <pc:docMk/>
          <pc:sldMk cId="1487775499" sldId="278"/>
        </pc:sldMkLst>
      </pc:sldChg>
      <pc:sldChg chg="addSp delSp modSp new del mod">
        <pc:chgData name="Viet." userId="8b74393f-d80c-47bd-a370-5373c0174c23" providerId="ADAL" clId="{EFEC3215-73A2-4DE4-A277-7EF0E9B5CC4E}" dt="2024-12-17T07:21:12.936" v="2128" actId="47"/>
        <pc:sldMkLst>
          <pc:docMk/>
          <pc:sldMk cId="3586693770" sldId="278"/>
        </pc:sldMkLst>
      </pc:sldChg>
      <pc:sldChg chg="del">
        <pc:chgData name="Viet." userId="8b74393f-d80c-47bd-a370-5373c0174c23" providerId="ADAL" clId="{EFEC3215-73A2-4DE4-A277-7EF0E9B5CC4E}" dt="2024-12-16T09:15:41.738" v="74" actId="47"/>
        <pc:sldMkLst>
          <pc:docMk/>
          <pc:sldMk cId="585384535" sldId="279"/>
        </pc:sldMkLst>
      </pc:sldChg>
      <pc:sldChg chg="addSp delSp modSp new del mod">
        <pc:chgData name="Viet." userId="8b74393f-d80c-47bd-a370-5373c0174c23" providerId="ADAL" clId="{EFEC3215-73A2-4DE4-A277-7EF0E9B5CC4E}" dt="2024-12-17T07:21:12.936" v="2128" actId="47"/>
        <pc:sldMkLst>
          <pc:docMk/>
          <pc:sldMk cId="1744827134" sldId="279"/>
        </pc:sldMkLst>
      </pc:sldChg>
      <pc:sldChg chg="modSp new del mod">
        <pc:chgData name="Viet." userId="8b74393f-d80c-47bd-a370-5373c0174c23" providerId="ADAL" clId="{EFEC3215-73A2-4DE4-A277-7EF0E9B5CC4E}" dt="2024-12-16T10:08:57.139" v="945" actId="47"/>
        <pc:sldMkLst>
          <pc:docMk/>
          <pc:sldMk cId="2208119837" sldId="279"/>
        </pc:sldMkLst>
      </pc:sldChg>
      <pc:sldChg chg="addSp delSp modSp new del mod">
        <pc:chgData name="Viet." userId="8b74393f-d80c-47bd-a370-5373c0174c23" providerId="ADAL" clId="{EFEC3215-73A2-4DE4-A277-7EF0E9B5CC4E}" dt="2024-12-17T07:21:12.936" v="2128" actId="47"/>
        <pc:sldMkLst>
          <pc:docMk/>
          <pc:sldMk cId="740164300" sldId="280"/>
        </pc:sldMkLst>
      </pc:sldChg>
      <pc:sldChg chg="modSp new del mod ord">
        <pc:chgData name="Viet." userId="8b74393f-d80c-47bd-a370-5373c0174c23" providerId="ADAL" clId="{EFEC3215-73A2-4DE4-A277-7EF0E9B5CC4E}" dt="2024-12-16T10:08:57.139" v="945" actId="47"/>
        <pc:sldMkLst>
          <pc:docMk/>
          <pc:sldMk cId="1330809576" sldId="280"/>
        </pc:sldMkLst>
      </pc:sldChg>
      <pc:sldChg chg="new del">
        <pc:chgData name="Viet." userId="8b74393f-d80c-47bd-a370-5373c0174c23" providerId="ADAL" clId="{EFEC3215-73A2-4DE4-A277-7EF0E9B5CC4E}" dt="2024-12-16T10:03:10.359" v="898" actId="680"/>
        <pc:sldMkLst>
          <pc:docMk/>
          <pc:sldMk cId="3156014972" sldId="280"/>
        </pc:sldMkLst>
      </pc:sldChg>
      <pc:sldChg chg="modSp new del mod">
        <pc:chgData name="Viet." userId="8b74393f-d80c-47bd-a370-5373c0174c23" providerId="ADAL" clId="{EFEC3215-73A2-4DE4-A277-7EF0E9B5CC4E}" dt="2024-12-17T07:21:12.936" v="2128" actId="47"/>
        <pc:sldMkLst>
          <pc:docMk/>
          <pc:sldMk cId="831352022" sldId="281"/>
        </pc:sldMkLst>
      </pc:sldChg>
      <pc:sldChg chg="del">
        <pc:chgData name="Viet." userId="8b74393f-d80c-47bd-a370-5373c0174c23" providerId="ADAL" clId="{EFEC3215-73A2-4DE4-A277-7EF0E9B5CC4E}" dt="2024-12-16T09:15:41.738" v="74" actId="47"/>
        <pc:sldMkLst>
          <pc:docMk/>
          <pc:sldMk cId="1872650155" sldId="281"/>
        </pc:sldMkLst>
      </pc:sldChg>
      <pc:sldChg chg="new del">
        <pc:chgData name="Viet." userId="8b74393f-d80c-47bd-a370-5373c0174c23" providerId="ADAL" clId="{EFEC3215-73A2-4DE4-A277-7EF0E9B5CC4E}" dt="2024-12-17T03:41:32.156" v="1740" actId="680"/>
        <pc:sldMkLst>
          <pc:docMk/>
          <pc:sldMk cId="2033775635" sldId="282"/>
        </pc:sldMkLst>
      </pc:sldChg>
      <pc:sldChg chg="new del">
        <pc:chgData name="Viet." userId="8b74393f-d80c-47bd-a370-5373c0174c23" providerId="ADAL" clId="{EFEC3215-73A2-4DE4-A277-7EF0E9B5CC4E}" dt="2024-12-17T05:00:37.806" v="1744" actId="680"/>
        <pc:sldMkLst>
          <pc:docMk/>
          <pc:sldMk cId="2829075357" sldId="282"/>
        </pc:sldMkLst>
      </pc:sldChg>
      <pc:sldChg chg="modSp new mod ord">
        <pc:chgData name="Viet." userId="8b74393f-d80c-47bd-a370-5373c0174c23" providerId="ADAL" clId="{EFEC3215-73A2-4DE4-A277-7EF0E9B5CC4E}" dt="2024-12-17T07:08:37.873" v="1925"/>
        <pc:sldMkLst>
          <pc:docMk/>
          <pc:sldMk cId="3857908653" sldId="282"/>
        </pc:sldMkLst>
      </pc:sldChg>
      <pc:sldChg chg="del">
        <pc:chgData name="Viet." userId="8b74393f-d80c-47bd-a370-5373c0174c23" providerId="ADAL" clId="{EFEC3215-73A2-4DE4-A277-7EF0E9B5CC4E}" dt="2024-12-16T09:15:41.738" v="74" actId="47"/>
        <pc:sldMkLst>
          <pc:docMk/>
          <pc:sldMk cId="875947354" sldId="283"/>
        </pc:sldMkLst>
      </pc:sldChg>
      <pc:sldChg chg="modSp new del mod">
        <pc:chgData name="Viet." userId="8b74393f-d80c-47bd-a370-5373c0174c23" providerId="ADAL" clId="{EFEC3215-73A2-4DE4-A277-7EF0E9B5CC4E}" dt="2024-12-17T06:53:37.705" v="1888" actId="47"/>
        <pc:sldMkLst>
          <pc:docMk/>
          <pc:sldMk cId="2053058770" sldId="283"/>
        </pc:sldMkLst>
      </pc:sldChg>
      <pc:sldChg chg="del">
        <pc:chgData name="Viet." userId="8b74393f-d80c-47bd-a370-5373c0174c23" providerId="ADAL" clId="{EFEC3215-73A2-4DE4-A277-7EF0E9B5CC4E}" dt="2024-12-16T09:15:41.738" v="74" actId="47"/>
        <pc:sldMkLst>
          <pc:docMk/>
          <pc:sldMk cId="1582178500" sldId="284"/>
        </pc:sldMkLst>
      </pc:sldChg>
      <pc:sldChg chg="addSp delSp modSp new mod">
        <pc:chgData name="Viet." userId="8b74393f-d80c-47bd-a370-5373c0174c23" providerId="ADAL" clId="{EFEC3215-73A2-4DE4-A277-7EF0E9B5CC4E}" dt="2024-12-17T06:41:22.258" v="1795" actId="27636"/>
        <pc:sldMkLst>
          <pc:docMk/>
          <pc:sldMk cId="4128601278" sldId="284"/>
        </pc:sldMkLst>
      </pc:sldChg>
      <pc:sldChg chg="del">
        <pc:chgData name="Viet." userId="8b74393f-d80c-47bd-a370-5373c0174c23" providerId="ADAL" clId="{EFEC3215-73A2-4DE4-A277-7EF0E9B5CC4E}" dt="2024-12-16T09:15:41.738" v="74" actId="47"/>
        <pc:sldMkLst>
          <pc:docMk/>
          <pc:sldMk cId="1634580373" sldId="285"/>
        </pc:sldMkLst>
      </pc:sldChg>
      <pc:sldChg chg="modSp new mod">
        <pc:chgData name="Viet." userId="8b74393f-d80c-47bd-a370-5373c0174c23" providerId="ADAL" clId="{EFEC3215-73A2-4DE4-A277-7EF0E9B5CC4E}" dt="2024-12-17T06:48:30.983" v="1831" actId="20577"/>
        <pc:sldMkLst>
          <pc:docMk/>
          <pc:sldMk cId="2925532911" sldId="285"/>
        </pc:sldMkLst>
      </pc:sldChg>
      <pc:sldChg chg="del">
        <pc:chgData name="Viet." userId="8b74393f-d80c-47bd-a370-5373c0174c23" providerId="ADAL" clId="{EFEC3215-73A2-4DE4-A277-7EF0E9B5CC4E}" dt="2024-12-16T09:15:41.738" v="74" actId="47"/>
        <pc:sldMkLst>
          <pc:docMk/>
          <pc:sldMk cId="334040366" sldId="286"/>
        </pc:sldMkLst>
      </pc:sldChg>
      <pc:sldChg chg="modSp new mod">
        <pc:chgData name="Viet." userId="8b74393f-d80c-47bd-a370-5373c0174c23" providerId="ADAL" clId="{EFEC3215-73A2-4DE4-A277-7EF0E9B5CC4E}" dt="2024-12-17T06:49:56.771" v="1856" actId="27636"/>
        <pc:sldMkLst>
          <pc:docMk/>
          <pc:sldMk cId="1947254076" sldId="286"/>
        </pc:sldMkLst>
      </pc:sldChg>
      <pc:sldChg chg="del">
        <pc:chgData name="Viet." userId="8b74393f-d80c-47bd-a370-5373c0174c23" providerId="ADAL" clId="{EFEC3215-73A2-4DE4-A277-7EF0E9B5CC4E}" dt="2024-12-16T09:15:41.738" v="74" actId="47"/>
        <pc:sldMkLst>
          <pc:docMk/>
          <pc:sldMk cId="587489568" sldId="287"/>
        </pc:sldMkLst>
      </pc:sldChg>
      <pc:sldChg chg="modSp new mod">
        <pc:chgData name="Viet." userId="8b74393f-d80c-47bd-a370-5373c0174c23" providerId="ADAL" clId="{EFEC3215-73A2-4DE4-A277-7EF0E9B5CC4E}" dt="2024-12-17T06:50:29.773" v="1879" actId="27636"/>
        <pc:sldMkLst>
          <pc:docMk/>
          <pc:sldMk cId="3638254920" sldId="287"/>
        </pc:sldMkLst>
      </pc:sldChg>
      <pc:sldChg chg="del">
        <pc:chgData name="Viet." userId="8b74393f-d80c-47bd-a370-5373c0174c23" providerId="ADAL" clId="{EFEC3215-73A2-4DE4-A277-7EF0E9B5CC4E}" dt="2024-12-16T09:15:41.738" v="74" actId="47"/>
        <pc:sldMkLst>
          <pc:docMk/>
          <pc:sldMk cId="1966936269" sldId="288"/>
        </pc:sldMkLst>
      </pc:sldChg>
      <pc:sldChg chg="modSp new add del mod">
        <pc:chgData name="Viet." userId="8b74393f-d80c-47bd-a370-5373c0174c23" providerId="ADAL" clId="{EFEC3215-73A2-4DE4-A277-7EF0E9B5CC4E}" dt="2024-12-17T06:53:35.411" v="1887" actId="47"/>
        <pc:sldMkLst>
          <pc:docMk/>
          <pc:sldMk cId="4226850554" sldId="288"/>
        </pc:sldMkLst>
      </pc:sldChg>
      <pc:sldChg chg="addSp delSp modSp new mod modNotesTx">
        <pc:chgData name="Viet." userId="8b74393f-d80c-47bd-a370-5373c0174c23" providerId="ADAL" clId="{EFEC3215-73A2-4DE4-A277-7EF0E9B5CC4E}" dt="2024-12-17T07:03:35.385" v="1923"/>
        <pc:sldMkLst>
          <pc:docMk/>
          <pc:sldMk cId="706688020" sldId="289"/>
        </pc:sldMkLst>
      </pc:sldChg>
      <pc:sldChg chg="del">
        <pc:chgData name="Viet." userId="8b74393f-d80c-47bd-a370-5373c0174c23" providerId="ADAL" clId="{EFEC3215-73A2-4DE4-A277-7EF0E9B5CC4E}" dt="2024-12-16T09:15:41.738" v="74" actId="47"/>
        <pc:sldMkLst>
          <pc:docMk/>
          <pc:sldMk cId="1877105804" sldId="289"/>
        </pc:sldMkLst>
      </pc:sldChg>
      <pc:sldChg chg="del">
        <pc:chgData name="Viet." userId="8b74393f-d80c-47bd-a370-5373c0174c23" providerId="ADAL" clId="{EFEC3215-73A2-4DE4-A277-7EF0E9B5CC4E}" dt="2024-12-16T09:15:41.738" v="74" actId="47"/>
        <pc:sldMkLst>
          <pc:docMk/>
          <pc:sldMk cId="888022355" sldId="290"/>
        </pc:sldMkLst>
      </pc:sldChg>
      <pc:sldChg chg="modSp new mod">
        <pc:chgData name="Viet." userId="8b74393f-d80c-47bd-a370-5373c0174c23" providerId="ADAL" clId="{EFEC3215-73A2-4DE4-A277-7EF0E9B5CC4E}" dt="2024-12-17T08:01:59.576" v="2406" actId="20577"/>
        <pc:sldMkLst>
          <pc:docMk/>
          <pc:sldMk cId="3003119213" sldId="290"/>
        </pc:sldMkLst>
      </pc:sldChg>
      <pc:sldChg chg="modSp new mod">
        <pc:chgData name="Viet." userId="8b74393f-d80c-47bd-a370-5373c0174c23" providerId="ADAL" clId="{EFEC3215-73A2-4DE4-A277-7EF0E9B5CC4E}" dt="2024-12-17T07:17:44.149" v="2056" actId="20577"/>
        <pc:sldMkLst>
          <pc:docMk/>
          <pc:sldMk cId="828158414" sldId="291"/>
        </pc:sldMkLst>
      </pc:sldChg>
      <pc:sldChg chg="del">
        <pc:chgData name="Viet." userId="8b74393f-d80c-47bd-a370-5373c0174c23" providerId="ADAL" clId="{EFEC3215-73A2-4DE4-A277-7EF0E9B5CC4E}" dt="2024-12-16T09:15:41.738" v="74" actId="47"/>
        <pc:sldMkLst>
          <pc:docMk/>
          <pc:sldMk cId="2506865761" sldId="291"/>
        </pc:sldMkLst>
      </pc:sldChg>
      <pc:sldChg chg="modSp new mod">
        <pc:chgData name="Viet." userId="8b74393f-d80c-47bd-a370-5373c0174c23" providerId="ADAL" clId="{EFEC3215-73A2-4DE4-A277-7EF0E9B5CC4E}" dt="2024-12-17T07:15:44.625" v="2020" actId="27636"/>
        <pc:sldMkLst>
          <pc:docMk/>
          <pc:sldMk cId="2496479116" sldId="292"/>
        </pc:sldMkLst>
      </pc:sldChg>
      <pc:sldChg chg="del">
        <pc:chgData name="Viet." userId="8b74393f-d80c-47bd-a370-5373c0174c23" providerId="ADAL" clId="{EFEC3215-73A2-4DE4-A277-7EF0E9B5CC4E}" dt="2024-12-16T09:15:41.738" v="74" actId="47"/>
        <pc:sldMkLst>
          <pc:docMk/>
          <pc:sldMk cId="3583917961" sldId="292"/>
        </pc:sldMkLst>
      </pc:sldChg>
      <pc:sldChg chg="del">
        <pc:chgData name="Viet." userId="8b74393f-d80c-47bd-a370-5373c0174c23" providerId="ADAL" clId="{EFEC3215-73A2-4DE4-A277-7EF0E9B5CC4E}" dt="2024-12-16T09:15:41.738" v="74" actId="47"/>
        <pc:sldMkLst>
          <pc:docMk/>
          <pc:sldMk cId="1265701753" sldId="293"/>
        </pc:sldMkLst>
      </pc:sldChg>
      <pc:sldChg chg="modSp new mod">
        <pc:chgData name="Viet." userId="8b74393f-d80c-47bd-a370-5373c0174c23" providerId="ADAL" clId="{EFEC3215-73A2-4DE4-A277-7EF0E9B5CC4E}" dt="2024-12-17T07:17:02.030" v="2036" actId="1076"/>
        <pc:sldMkLst>
          <pc:docMk/>
          <pc:sldMk cId="1735533459" sldId="293"/>
        </pc:sldMkLst>
      </pc:sldChg>
      <pc:sldChg chg="modSp new mod">
        <pc:chgData name="Viet." userId="8b74393f-d80c-47bd-a370-5373c0174c23" providerId="ADAL" clId="{EFEC3215-73A2-4DE4-A277-7EF0E9B5CC4E}" dt="2024-12-17T07:17:36.172" v="2053" actId="27636"/>
        <pc:sldMkLst>
          <pc:docMk/>
          <pc:sldMk cId="2015432751" sldId="294"/>
        </pc:sldMkLst>
      </pc:sldChg>
      <pc:sldChg chg="del">
        <pc:chgData name="Viet." userId="8b74393f-d80c-47bd-a370-5373c0174c23" providerId="ADAL" clId="{EFEC3215-73A2-4DE4-A277-7EF0E9B5CC4E}" dt="2024-12-16T09:15:41.738" v="74" actId="47"/>
        <pc:sldMkLst>
          <pc:docMk/>
          <pc:sldMk cId="3992243246" sldId="294"/>
        </pc:sldMkLst>
      </pc:sldChg>
      <pc:sldChg chg="del">
        <pc:chgData name="Viet." userId="8b74393f-d80c-47bd-a370-5373c0174c23" providerId="ADAL" clId="{EFEC3215-73A2-4DE4-A277-7EF0E9B5CC4E}" dt="2024-12-16T09:15:41.738" v="74" actId="47"/>
        <pc:sldMkLst>
          <pc:docMk/>
          <pc:sldMk cId="3466296032" sldId="295"/>
        </pc:sldMkLst>
      </pc:sldChg>
      <pc:sldChg chg="modSp new mod">
        <pc:chgData name="Viet." userId="8b74393f-d80c-47bd-a370-5373c0174c23" providerId="ADAL" clId="{EFEC3215-73A2-4DE4-A277-7EF0E9B5CC4E}" dt="2024-12-17T07:18:34.858" v="2084" actId="20577"/>
        <pc:sldMkLst>
          <pc:docMk/>
          <pc:sldMk cId="3780647802" sldId="295"/>
        </pc:sldMkLst>
      </pc:sldChg>
      <pc:sldChg chg="modSp new mod">
        <pc:chgData name="Viet." userId="8b74393f-d80c-47bd-a370-5373c0174c23" providerId="ADAL" clId="{EFEC3215-73A2-4DE4-A277-7EF0E9B5CC4E}" dt="2024-12-17T09:09:55.182" v="2736" actId="20577"/>
        <pc:sldMkLst>
          <pc:docMk/>
          <pc:sldMk cId="2170392358" sldId="296"/>
        </pc:sldMkLst>
      </pc:sldChg>
      <pc:sldChg chg="del">
        <pc:chgData name="Viet." userId="8b74393f-d80c-47bd-a370-5373c0174c23" providerId="ADAL" clId="{EFEC3215-73A2-4DE4-A277-7EF0E9B5CC4E}" dt="2024-12-16T09:15:41.738" v="74" actId="47"/>
        <pc:sldMkLst>
          <pc:docMk/>
          <pc:sldMk cId="2486421377" sldId="297"/>
        </pc:sldMkLst>
      </pc:sldChg>
      <pc:sldChg chg="modSp new mod">
        <pc:chgData name="Viet." userId="8b74393f-d80c-47bd-a370-5373c0174c23" providerId="ADAL" clId="{EFEC3215-73A2-4DE4-A277-7EF0E9B5CC4E}" dt="2024-12-17T09:17:15.512" v="2866" actId="20577"/>
        <pc:sldMkLst>
          <pc:docMk/>
          <pc:sldMk cId="3872929129" sldId="297"/>
        </pc:sldMkLst>
      </pc:sldChg>
      <pc:sldChg chg="del">
        <pc:chgData name="Viet." userId="8b74393f-d80c-47bd-a370-5373c0174c23" providerId="ADAL" clId="{EFEC3215-73A2-4DE4-A277-7EF0E9B5CC4E}" dt="2024-12-16T09:15:41.738" v="74" actId="47"/>
        <pc:sldMkLst>
          <pc:docMk/>
          <pc:sldMk cId="266466429" sldId="298"/>
        </pc:sldMkLst>
      </pc:sldChg>
      <pc:sldChg chg="modSp new mod">
        <pc:chgData name="Viet." userId="8b74393f-d80c-47bd-a370-5373c0174c23" providerId="ADAL" clId="{EFEC3215-73A2-4DE4-A277-7EF0E9B5CC4E}" dt="2024-12-17T09:18:23.829" v="2889" actId="1076"/>
        <pc:sldMkLst>
          <pc:docMk/>
          <pc:sldMk cId="1063808263" sldId="298"/>
        </pc:sldMkLst>
      </pc:sldChg>
      <pc:sldChg chg="del">
        <pc:chgData name="Viet." userId="8b74393f-d80c-47bd-a370-5373c0174c23" providerId="ADAL" clId="{EFEC3215-73A2-4DE4-A277-7EF0E9B5CC4E}" dt="2024-12-16T09:15:41.738" v="74" actId="47"/>
        <pc:sldMkLst>
          <pc:docMk/>
          <pc:sldMk cId="441416761" sldId="299"/>
        </pc:sldMkLst>
      </pc:sldChg>
      <pc:sldChg chg="addSp delSp modSp new mod ord">
        <pc:chgData name="Viet." userId="8b74393f-d80c-47bd-a370-5373c0174c23" providerId="ADAL" clId="{EFEC3215-73A2-4DE4-A277-7EF0E9B5CC4E}" dt="2024-12-17T09:23:26.276" v="3154" actId="20578"/>
        <pc:sldMkLst>
          <pc:docMk/>
          <pc:sldMk cId="2586431677" sldId="299"/>
        </pc:sldMkLst>
      </pc:sldChg>
      <pc:sldChg chg="modSp new mod ord">
        <pc:chgData name="Viet." userId="8b74393f-d80c-47bd-a370-5373c0174c23" providerId="ADAL" clId="{EFEC3215-73A2-4DE4-A277-7EF0E9B5CC4E}" dt="2024-12-17T08:01:08.386" v="2395" actId="2710"/>
        <pc:sldMkLst>
          <pc:docMk/>
          <pc:sldMk cId="2261838932" sldId="300"/>
        </pc:sldMkLst>
      </pc:sldChg>
      <pc:sldChg chg="del">
        <pc:chgData name="Viet." userId="8b74393f-d80c-47bd-a370-5373c0174c23" providerId="ADAL" clId="{EFEC3215-73A2-4DE4-A277-7EF0E9B5CC4E}" dt="2024-12-16T09:15:41.738" v="74" actId="47"/>
        <pc:sldMkLst>
          <pc:docMk/>
          <pc:sldMk cId="3278453615" sldId="300"/>
        </pc:sldMkLst>
      </pc:sldChg>
      <pc:sldChg chg="modSp new del mod">
        <pc:chgData name="Viet." userId="8b74393f-d80c-47bd-a370-5373c0174c23" providerId="ADAL" clId="{EFEC3215-73A2-4DE4-A277-7EF0E9B5CC4E}" dt="2024-12-17T09:23:04.575" v="3153" actId="47"/>
        <pc:sldMkLst>
          <pc:docMk/>
          <pc:sldMk cId="2269527435" sldId="301"/>
        </pc:sldMkLst>
      </pc:sldChg>
      <pc:sldChg chg="del">
        <pc:chgData name="Viet." userId="8b74393f-d80c-47bd-a370-5373c0174c23" providerId="ADAL" clId="{EFEC3215-73A2-4DE4-A277-7EF0E9B5CC4E}" dt="2024-12-16T09:15:41.738" v="74" actId="47"/>
        <pc:sldMkLst>
          <pc:docMk/>
          <pc:sldMk cId="2642598195" sldId="301"/>
        </pc:sldMkLst>
      </pc:sldChg>
      <pc:sldChg chg="del">
        <pc:chgData name="Viet." userId="8b74393f-d80c-47bd-a370-5373c0174c23" providerId="ADAL" clId="{EFEC3215-73A2-4DE4-A277-7EF0E9B5CC4E}" dt="2024-12-16T09:15:41.738" v="74" actId="47"/>
        <pc:sldMkLst>
          <pc:docMk/>
          <pc:sldMk cId="244231631" sldId="302"/>
        </pc:sldMkLst>
      </pc:sldChg>
      <pc:sldChg chg="modSp new mod">
        <pc:chgData name="Viet." userId="8b74393f-d80c-47bd-a370-5373c0174c23" providerId="ADAL" clId="{EFEC3215-73A2-4DE4-A277-7EF0E9B5CC4E}" dt="2024-12-17T08:06:54.789" v="2516" actId="27636"/>
        <pc:sldMkLst>
          <pc:docMk/>
          <pc:sldMk cId="2332596143" sldId="302"/>
        </pc:sldMkLst>
      </pc:sldChg>
      <pc:sldChg chg="del">
        <pc:chgData name="Viet." userId="8b74393f-d80c-47bd-a370-5373c0174c23" providerId="ADAL" clId="{EFEC3215-73A2-4DE4-A277-7EF0E9B5CC4E}" dt="2024-12-16T09:15:41.738" v="74" actId="47"/>
        <pc:sldMkLst>
          <pc:docMk/>
          <pc:sldMk cId="1873726765" sldId="303"/>
        </pc:sldMkLst>
      </pc:sldChg>
      <pc:sldChg chg="modSp new mod">
        <pc:chgData name="Viet." userId="8b74393f-d80c-47bd-a370-5373c0174c23" providerId="ADAL" clId="{EFEC3215-73A2-4DE4-A277-7EF0E9B5CC4E}" dt="2024-12-17T08:07:41.820" v="2575" actId="5793"/>
        <pc:sldMkLst>
          <pc:docMk/>
          <pc:sldMk cId="2584342512" sldId="303"/>
        </pc:sldMkLst>
      </pc:sldChg>
      <pc:sldChg chg="addSp delSp modSp add mod ord">
        <pc:chgData name="Viet." userId="8b74393f-d80c-47bd-a370-5373c0174c23" providerId="ADAL" clId="{EFEC3215-73A2-4DE4-A277-7EF0E9B5CC4E}" dt="2024-12-17T09:06:09.213" v="2700" actId="27636"/>
        <pc:sldMkLst>
          <pc:docMk/>
          <pc:sldMk cId="374901149" sldId="304"/>
        </pc:sldMkLst>
      </pc:sldChg>
      <pc:sldChg chg="del">
        <pc:chgData name="Viet." userId="8b74393f-d80c-47bd-a370-5373c0174c23" providerId="ADAL" clId="{EFEC3215-73A2-4DE4-A277-7EF0E9B5CC4E}" dt="2024-12-16T09:15:41.738" v="74" actId="47"/>
        <pc:sldMkLst>
          <pc:docMk/>
          <pc:sldMk cId="2846015175" sldId="305"/>
        </pc:sldMkLst>
      </pc:sldChg>
      <pc:sldChg chg="addSp delSp modSp new mod">
        <pc:chgData name="Viet." userId="8b74393f-d80c-47bd-a370-5373c0174c23" providerId="ADAL" clId="{EFEC3215-73A2-4DE4-A277-7EF0E9B5CC4E}" dt="2024-12-17T08:48:20.603" v="2676" actId="1076"/>
        <pc:sldMkLst>
          <pc:docMk/>
          <pc:sldMk cId="3081904753" sldId="305"/>
        </pc:sldMkLst>
      </pc:sldChg>
      <pc:sldChg chg="del">
        <pc:chgData name="Viet." userId="8b74393f-d80c-47bd-a370-5373c0174c23" providerId="ADAL" clId="{EFEC3215-73A2-4DE4-A277-7EF0E9B5CC4E}" dt="2024-12-16T09:15:41.738" v="74" actId="47"/>
        <pc:sldMkLst>
          <pc:docMk/>
          <pc:sldMk cId="542786232" sldId="306"/>
        </pc:sldMkLst>
      </pc:sldChg>
      <pc:sldChg chg="addSp delSp modSp new mod">
        <pc:chgData name="Viet." userId="8b74393f-d80c-47bd-a370-5373c0174c23" providerId="ADAL" clId="{EFEC3215-73A2-4DE4-A277-7EF0E9B5CC4E}" dt="2024-12-17T08:59:29.096" v="2696" actId="1076"/>
        <pc:sldMkLst>
          <pc:docMk/>
          <pc:sldMk cId="1499146899" sldId="306"/>
        </pc:sldMkLst>
      </pc:sldChg>
      <pc:sldChg chg="del">
        <pc:chgData name="Viet." userId="8b74393f-d80c-47bd-a370-5373c0174c23" providerId="ADAL" clId="{EFEC3215-73A2-4DE4-A277-7EF0E9B5CC4E}" dt="2024-12-16T09:15:41.738" v="74" actId="47"/>
        <pc:sldMkLst>
          <pc:docMk/>
          <pc:sldMk cId="2044325086" sldId="307"/>
        </pc:sldMkLst>
      </pc:sldChg>
      <pc:sldChg chg="addSp delSp modSp new mod">
        <pc:chgData name="Viet." userId="8b74393f-d80c-47bd-a370-5373c0174c23" providerId="ADAL" clId="{EFEC3215-73A2-4DE4-A277-7EF0E9B5CC4E}" dt="2024-12-17T09:09:12.731" v="2732" actId="20577"/>
        <pc:sldMkLst>
          <pc:docMk/>
          <pc:sldMk cId="3810094672" sldId="307"/>
        </pc:sldMkLst>
      </pc:sldChg>
      <pc:sldChg chg="addSp delSp modSp new mod">
        <pc:chgData name="Viet." userId="8b74393f-d80c-47bd-a370-5373c0174c23" providerId="ADAL" clId="{EFEC3215-73A2-4DE4-A277-7EF0E9B5CC4E}" dt="2024-12-17T09:12:00.209" v="2863" actId="20577"/>
        <pc:sldMkLst>
          <pc:docMk/>
          <pc:sldMk cId="611906321" sldId="308"/>
        </pc:sldMkLst>
      </pc:sldChg>
      <pc:sldChg chg="new del">
        <pc:chgData name="Viet." userId="8b74393f-d80c-47bd-a370-5373c0174c23" providerId="ADAL" clId="{EFEC3215-73A2-4DE4-A277-7EF0E9B5CC4E}" dt="2024-12-17T09:09:28.746" v="2734" actId="47"/>
        <pc:sldMkLst>
          <pc:docMk/>
          <pc:sldMk cId="2272079847" sldId="308"/>
        </pc:sldMkLst>
      </pc:sldChg>
      <pc:sldChg chg="del">
        <pc:chgData name="Viet." userId="8b74393f-d80c-47bd-a370-5373c0174c23" providerId="ADAL" clId="{EFEC3215-73A2-4DE4-A277-7EF0E9B5CC4E}" dt="2024-12-16T09:15:41.738" v="74" actId="47"/>
        <pc:sldMkLst>
          <pc:docMk/>
          <pc:sldMk cId="3623335234" sldId="309"/>
        </pc:sldMkLst>
      </pc:sldChg>
      <pc:sldChg chg="addSp delSp modSp new mod">
        <pc:chgData name="Viet." userId="8b74393f-d80c-47bd-a370-5373c0174c23" providerId="ADAL" clId="{EFEC3215-73A2-4DE4-A277-7EF0E9B5CC4E}" dt="2024-12-17T09:18:16.083" v="2888" actId="20577"/>
        <pc:sldMkLst>
          <pc:docMk/>
          <pc:sldMk cId="3662474671" sldId="309"/>
        </pc:sldMkLst>
      </pc:sldChg>
      <pc:sldChg chg="addSp delSp modSp new mod">
        <pc:chgData name="Viet." userId="8b74393f-d80c-47bd-a370-5373c0174c23" providerId="ADAL" clId="{EFEC3215-73A2-4DE4-A277-7EF0E9B5CC4E}" dt="2024-12-17T09:20:51.935" v="2964" actId="27636"/>
        <pc:sldMkLst>
          <pc:docMk/>
          <pc:sldMk cId="1377718189" sldId="310"/>
        </pc:sldMkLst>
      </pc:sldChg>
      <pc:sldChg chg="del">
        <pc:chgData name="Viet." userId="8b74393f-d80c-47bd-a370-5373c0174c23" providerId="ADAL" clId="{EFEC3215-73A2-4DE4-A277-7EF0E9B5CC4E}" dt="2024-12-16T09:15:41.738" v="74" actId="47"/>
        <pc:sldMkLst>
          <pc:docMk/>
          <pc:sldMk cId="2324870116" sldId="310"/>
        </pc:sldMkLst>
      </pc:sldChg>
      <pc:sldChg chg="modSp new mod">
        <pc:chgData name="Viet." userId="8b74393f-d80c-47bd-a370-5373c0174c23" providerId="ADAL" clId="{EFEC3215-73A2-4DE4-A277-7EF0E9B5CC4E}" dt="2024-12-17T09:23:01.006" v="3152" actId="27636"/>
        <pc:sldMkLst>
          <pc:docMk/>
          <pc:sldMk cId="2740724356" sldId="311"/>
        </pc:sldMkLst>
      </pc:sldChg>
      <pc:sldChg chg="del">
        <pc:chgData name="Viet." userId="8b74393f-d80c-47bd-a370-5373c0174c23" providerId="ADAL" clId="{EFEC3215-73A2-4DE4-A277-7EF0E9B5CC4E}" dt="2024-12-16T09:15:41.738" v="74" actId="47"/>
        <pc:sldMkLst>
          <pc:docMk/>
          <pc:sldMk cId="3718723415" sldId="311"/>
        </pc:sldMkLst>
      </pc:sldChg>
      <pc:sldChg chg="del">
        <pc:chgData name="Viet." userId="8b74393f-d80c-47bd-a370-5373c0174c23" providerId="ADAL" clId="{EFEC3215-73A2-4DE4-A277-7EF0E9B5CC4E}" dt="2024-12-16T09:15:41.738" v="74" actId="47"/>
        <pc:sldMkLst>
          <pc:docMk/>
          <pc:sldMk cId="808095627" sldId="312"/>
        </pc:sldMkLst>
      </pc:sldChg>
      <pc:sldChg chg="del">
        <pc:chgData name="Viet." userId="8b74393f-d80c-47bd-a370-5373c0174c23" providerId="ADAL" clId="{EFEC3215-73A2-4DE4-A277-7EF0E9B5CC4E}" dt="2024-12-16T09:15:41.738" v="74" actId="47"/>
        <pc:sldMkLst>
          <pc:docMk/>
          <pc:sldMk cId="2415700636" sldId="313"/>
        </pc:sldMkLst>
      </pc:sldChg>
      <pc:sldChg chg="del">
        <pc:chgData name="Viet." userId="8b74393f-d80c-47bd-a370-5373c0174c23" providerId="ADAL" clId="{EFEC3215-73A2-4DE4-A277-7EF0E9B5CC4E}" dt="2024-12-16T09:15:41.738" v="74" actId="47"/>
        <pc:sldMkLst>
          <pc:docMk/>
          <pc:sldMk cId="2809350118" sldId="314"/>
        </pc:sldMkLst>
      </pc:sldChg>
    </pc:docChg>
  </pc:docChgLst>
  <pc:docChgLst>
    <pc:chgData name="Viet." userId="8b74393f-d80c-47bd-a370-5373c0174c23" providerId="ADAL" clId="{15D06D5B-A851-4BAC-933B-A150F21C6777}"/>
    <pc:docChg chg="undo redo custSel addSld delSld modSld sldOrd addSection delSection modSection">
      <pc:chgData name="Viet." userId="8b74393f-d80c-47bd-a370-5373c0174c23" providerId="ADAL" clId="{15D06D5B-A851-4BAC-933B-A150F21C6777}" dt="2024-12-19T10:27:32.718" v="3179" actId="20577"/>
      <pc:docMkLst>
        <pc:docMk/>
      </pc:docMkLst>
      <pc:sldChg chg="add del">
        <pc:chgData name="Viet." userId="8b74393f-d80c-47bd-a370-5373c0174c23" providerId="ADAL" clId="{15D06D5B-A851-4BAC-933B-A150F21C6777}" dt="2024-12-18T02:40:17.368" v="132"/>
        <pc:sldMkLst>
          <pc:docMk/>
          <pc:sldMk cId="0" sldId="257"/>
        </pc:sldMkLst>
      </pc:sldChg>
      <pc:sldChg chg="modSp mod">
        <pc:chgData name="Viet." userId="8b74393f-d80c-47bd-a370-5373c0174c23" providerId="ADAL" clId="{15D06D5B-A851-4BAC-933B-A150F21C6777}" dt="2024-12-19T04:34:55.376" v="1141" actId="20577"/>
        <pc:sldMkLst>
          <pc:docMk/>
          <pc:sldMk cId="1253848682" sldId="267"/>
        </pc:sldMkLst>
        <pc:spChg chg="mod">
          <ac:chgData name="Viet." userId="8b74393f-d80c-47bd-a370-5373c0174c23" providerId="ADAL" clId="{15D06D5B-A851-4BAC-933B-A150F21C6777}" dt="2024-12-19T04:34:55.376" v="1141" actId="20577"/>
          <ac:spMkLst>
            <pc:docMk/>
            <pc:sldMk cId="1253848682" sldId="267"/>
            <ac:spMk id="2" creationId="{78EACC5C-4747-42C2-9BF5-D1B4A984743F}"/>
          </ac:spMkLst>
        </pc:spChg>
      </pc:sldChg>
      <pc:sldChg chg="modSp new del mod ord">
        <pc:chgData name="Viet." userId="8b74393f-d80c-47bd-a370-5373c0174c23" providerId="ADAL" clId="{15D06D5B-A851-4BAC-933B-A150F21C6777}" dt="2024-12-19T09:03:53.477" v="2531" actId="47"/>
        <pc:sldMkLst>
          <pc:docMk/>
          <pc:sldMk cId="2294235092" sldId="270"/>
        </pc:sldMkLst>
      </pc:sldChg>
      <pc:sldChg chg="addSp delSp modSp new del mod ord">
        <pc:chgData name="Viet." userId="8b74393f-d80c-47bd-a370-5373c0174c23" providerId="ADAL" clId="{15D06D5B-A851-4BAC-933B-A150F21C6777}" dt="2024-12-18T03:40:16.052" v="486" actId="47"/>
        <pc:sldMkLst>
          <pc:docMk/>
          <pc:sldMk cId="2391049811" sldId="271"/>
        </pc:sldMkLst>
      </pc:sldChg>
      <pc:sldChg chg="addSp modSp new del mod ord">
        <pc:chgData name="Viet." userId="8b74393f-d80c-47bd-a370-5373c0174c23" providerId="ADAL" clId="{15D06D5B-A851-4BAC-933B-A150F21C6777}" dt="2024-12-18T03:40:18.928" v="487" actId="47"/>
        <pc:sldMkLst>
          <pc:docMk/>
          <pc:sldMk cId="512132418" sldId="272"/>
        </pc:sldMkLst>
      </pc:sldChg>
      <pc:sldChg chg="new del">
        <pc:chgData name="Viet." userId="8b74393f-d80c-47bd-a370-5373c0174c23" providerId="ADAL" clId="{15D06D5B-A851-4BAC-933B-A150F21C6777}" dt="2024-12-17T10:40:00.859" v="120" actId="47"/>
        <pc:sldMkLst>
          <pc:docMk/>
          <pc:sldMk cId="300599693" sldId="273"/>
        </pc:sldMkLst>
      </pc:sldChg>
      <pc:sldChg chg="del">
        <pc:chgData name="Viet." userId="8b74393f-d80c-47bd-a370-5373c0174c23" providerId="ADAL" clId="{15D06D5B-A851-4BAC-933B-A150F21C6777}" dt="2024-12-17T09:35:45.642" v="0" actId="47"/>
        <pc:sldMkLst>
          <pc:docMk/>
          <pc:sldMk cId="711413094" sldId="273"/>
        </pc:sldMkLst>
      </pc:sldChg>
      <pc:sldChg chg="modSp new del mod ord">
        <pc:chgData name="Viet." userId="8b74393f-d80c-47bd-a370-5373c0174c23" providerId="ADAL" clId="{15D06D5B-A851-4BAC-933B-A150F21C6777}" dt="2024-12-19T09:03:59.424" v="2532" actId="47"/>
        <pc:sldMkLst>
          <pc:docMk/>
          <pc:sldMk cId="1141335960" sldId="274"/>
        </pc:sldMkLst>
      </pc:sldChg>
      <pc:sldChg chg="addSp modSp new add del mod">
        <pc:chgData name="Viet." userId="8b74393f-d80c-47bd-a370-5373c0174c23" providerId="ADAL" clId="{15D06D5B-A851-4BAC-933B-A150F21C6777}" dt="2024-12-18T03:40:51.694" v="492" actId="47"/>
        <pc:sldMkLst>
          <pc:docMk/>
          <pc:sldMk cId="1346279760" sldId="275"/>
        </pc:sldMkLst>
      </pc:sldChg>
      <pc:sldChg chg="addSp modSp new del mod">
        <pc:chgData name="Viet." userId="8b74393f-d80c-47bd-a370-5373c0174c23" providerId="ADAL" clId="{15D06D5B-A851-4BAC-933B-A150F21C6777}" dt="2024-12-18T03:40:55.401" v="493" actId="47"/>
        <pc:sldMkLst>
          <pc:docMk/>
          <pc:sldMk cId="2640327072" sldId="276"/>
        </pc:sldMkLst>
      </pc:sldChg>
      <pc:sldChg chg="modSp new add del mod">
        <pc:chgData name="Viet." userId="8b74393f-d80c-47bd-a370-5373c0174c23" providerId="ADAL" clId="{15D06D5B-A851-4BAC-933B-A150F21C6777}" dt="2024-12-19T09:03:53.477" v="2531" actId="47"/>
        <pc:sldMkLst>
          <pc:docMk/>
          <pc:sldMk cId="1334206036" sldId="277"/>
        </pc:sldMkLst>
      </pc:sldChg>
      <pc:sldChg chg="modSp new del mod">
        <pc:chgData name="Viet." userId="8b74393f-d80c-47bd-a370-5373c0174c23" providerId="ADAL" clId="{15D06D5B-A851-4BAC-933B-A150F21C6777}" dt="2024-12-19T09:03:53.477" v="2531" actId="47"/>
        <pc:sldMkLst>
          <pc:docMk/>
          <pc:sldMk cId="4269348955" sldId="278"/>
        </pc:sldMkLst>
      </pc:sldChg>
      <pc:sldChg chg="modSp new del mod">
        <pc:chgData name="Viet." userId="8b74393f-d80c-47bd-a370-5373c0174c23" providerId="ADAL" clId="{15D06D5B-A851-4BAC-933B-A150F21C6777}" dt="2024-12-19T09:03:53.477" v="2531" actId="47"/>
        <pc:sldMkLst>
          <pc:docMk/>
          <pc:sldMk cId="3592804431" sldId="279"/>
        </pc:sldMkLst>
      </pc:sldChg>
      <pc:sldChg chg="modSp new del mod">
        <pc:chgData name="Viet." userId="8b74393f-d80c-47bd-a370-5373c0174c23" providerId="ADAL" clId="{15D06D5B-A851-4BAC-933B-A150F21C6777}" dt="2024-12-19T09:03:53.477" v="2531" actId="47"/>
        <pc:sldMkLst>
          <pc:docMk/>
          <pc:sldMk cId="3374178441" sldId="280"/>
        </pc:sldMkLst>
      </pc:sldChg>
      <pc:sldChg chg="modSp new del mod">
        <pc:chgData name="Viet." userId="8b74393f-d80c-47bd-a370-5373c0174c23" providerId="ADAL" clId="{15D06D5B-A851-4BAC-933B-A150F21C6777}" dt="2024-12-19T09:03:53.477" v="2531" actId="47"/>
        <pc:sldMkLst>
          <pc:docMk/>
          <pc:sldMk cId="105915905" sldId="281"/>
        </pc:sldMkLst>
      </pc:sldChg>
      <pc:sldChg chg="modSp new del mod">
        <pc:chgData name="Viet." userId="8b74393f-d80c-47bd-a370-5373c0174c23" providerId="ADAL" clId="{15D06D5B-A851-4BAC-933B-A150F21C6777}" dt="2024-12-19T09:03:53.477" v="2531" actId="47"/>
        <pc:sldMkLst>
          <pc:docMk/>
          <pc:sldMk cId="3278564320" sldId="282"/>
        </pc:sldMkLst>
      </pc:sldChg>
      <pc:sldChg chg="del">
        <pc:chgData name="Viet." userId="8b74393f-d80c-47bd-a370-5373c0174c23" providerId="ADAL" clId="{15D06D5B-A851-4BAC-933B-A150F21C6777}" dt="2024-12-17T09:35:45.642" v="0" actId="47"/>
        <pc:sldMkLst>
          <pc:docMk/>
          <pc:sldMk cId="3857908653" sldId="282"/>
        </pc:sldMkLst>
      </pc:sldChg>
      <pc:sldChg chg="modSp new del mod">
        <pc:chgData name="Viet." userId="8b74393f-d80c-47bd-a370-5373c0174c23" providerId="ADAL" clId="{15D06D5B-A851-4BAC-933B-A150F21C6777}" dt="2024-12-19T09:03:53.477" v="2531" actId="47"/>
        <pc:sldMkLst>
          <pc:docMk/>
          <pc:sldMk cId="1386947779" sldId="283"/>
        </pc:sldMkLst>
      </pc:sldChg>
      <pc:sldChg chg="del">
        <pc:chgData name="Viet." userId="8b74393f-d80c-47bd-a370-5373c0174c23" providerId="ADAL" clId="{15D06D5B-A851-4BAC-933B-A150F21C6777}" dt="2024-12-17T09:35:45.642" v="0" actId="47"/>
        <pc:sldMkLst>
          <pc:docMk/>
          <pc:sldMk cId="4128601278" sldId="284"/>
        </pc:sldMkLst>
      </pc:sldChg>
      <pc:sldChg chg="del">
        <pc:chgData name="Viet." userId="8b74393f-d80c-47bd-a370-5373c0174c23" providerId="ADAL" clId="{15D06D5B-A851-4BAC-933B-A150F21C6777}" dt="2024-12-17T09:35:45.642" v="0" actId="47"/>
        <pc:sldMkLst>
          <pc:docMk/>
          <pc:sldMk cId="2925532911" sldId="285"/>
        </pc:sldMkLst>
      </pc:sldChg>
      <pc:sldChg chg="del">
        <pc:chgData name="Viet." userId="8b74393f-d80c-47bd-a370-5373c0174c23" providerId="ADAL" clId="{15D06D5B-A851-4BAC-933B-A150F21C6777}" dt="2024-12-17T09:35:45.642" v="0" actId="47"/>
        <pc:sldMkLst>
          <pc:docMk/>
          <pc:sldMk cId="1947254076" sldId="286"/>
        </pc:sldMkLst>
      </pc:sldChg>
      <pc:sldChg chg="del">
        <pc:chgData name="Viet." userId="8b74393f-d80c-47bd-a370-5373c0174c23" providerId="ADAL" clId="{15D06D5B-A851-4BAC-933B-A150F21C6777}" dt="2024-12-17T09:35:45.642" v="0" actId="47"/>
        <pc:sldMkLst>
          <pc:docMk/>
          <pc:sldMk cId="3638254920" sldId="287"/>
        </pc:sldMkLst>
      </pc:sldChg>
      <pc:sldChg chg="del">
        <pc:chgData name="Viet." userId="8b74393f-d80c-47bd-a370-5373c0174c23" providerId="ADAL" clId="{15D06D5B-A851-4BAC-933B-A150F21C6777}" dt="2024-12-17T09:35:45.642" v="0" actId="47"/>
        <pc:sldMkLst>
          <pc:docMk/>
          <pc:sldMk cId="4226850554" sldId="288"/>
        </pc:sldMkLst>
      </pc:sldChg>
      <pc:sldChg chg="del">
        <pc:chgData name="Viet." userId="8b74393f-d80c-47bd-a370-5373c0174c23" providerId="ADAL" clId="{15D06D5B-A851-4BAC-933B-A150F21C6777}" dt="2024-12-17T09:35:45.642" v="0" actId="47"/>
        <pc:sldMkLst>
          <pc:docMk/>
          <pc:sldMk cId="706688020" sldId="289"/>
        </pc:sldMkLst>
      </pc:sldChg>
      <pc:sldChg chg="del">
        <pc:chgData name="Viet." userId="8b74393f-d80c-47bd-a370-5373c0174c23" providerId="ADAL" clId="{15D06D5B-A851-4BAC-933B-A150F21C6777}" dt="2024-12-17T09:35:45.642" v="0" actId="47"/>
        <pc:sldMkLst>
          <pc:docMk/>
          <pc:sldMk cId="3003119213" sldId="290"/>
        </pc:sldMkLst>
      </pc:sldChg>
      <pc:sldChg chg="del">
        <pc:chgData name="Viet." userId="8b74393f-d80c-47bd-a370-5373c0174c23" providerId="ADAL" clId="{15D06D5B-A851-4BAC-933B-A150F21C6777}" dt="2024-12-17T09:35:45.642" v="0" actId="47"/>
        <pc:sldMkLst>
          <pc:docMk/>
          <pc:sldMk cId="828158414" sldId="291"/>
        </pc:sldMkLst>
      </pc:sldChg>
      <pc:sldChg chg="del">
        <pc:chgData name="Viet." userId="8b74393f-d80c-47bd-a370-5373c0174c23" providerId="ADAL" clId="{15D06D5B-A851-4BAC-933B-A150F21C6777}" dt="2024-12-17T09:35:45.642" v="0" actId="47"/>
        <pc:sldMkLst>
          <pc:docMk/>
          <pc:sldMk cId="2496479116" sldId="292"/>
        </pc:sldMkLst>
      </pc:sldChg>
      <pc:sldChg chg="del">
        <pc:chgData name="Viet." userId="8b74393f-d80c-47bd-a370-5373c0174c23" providerId="ADAL" clId="{15D06D5B-A851-4BAC-933B-A150F21C6777}" dt="2024-12-17T09:35:45.642" v="0" actId="47"/>
        <pc:sldMkLst>
          <pc:docMk/>
          <pc:sldMk cId="1735533459" sldId="293"/>
        </pc:sldMkLst>
      </pc:sldChg>
      <pc:sldChg chg="del">
        <pc:chgData name="Viet." userId="8b74393f-d80c-47bd-a370-5373c0174c23" providerId="ADAL" clId="{15D06D5B-A851-4BAC-933B-A150F21C6777}" dt="2024-12-17T09:35:45.642" v="0" actId="47"/>
        <pc:sldMkLst>
          <pc:docMk/>
          <pc:sldMk cId="2015432751" sldId="294"/>
        </pc:sldMkLst>
      </pc:sldChg>
      <pc:sldChg chg="del">
        <pc:chgData name="Viet." userId="8b74393f-d80c-47bd-a370-5373c0174c23" providerId="ADAL" clId="{15D06D5B-A851-4BAC-933B-A150F21C6777}" dt="2024-12-17T09:35:45.642" v="0" actId="47"/>
        <pc:sldMkLst>
          <pc:docMk/>
          <pc:sldMk cId="3780647802" sldId="295"/>
        </pc:sldMkLst>
      </pc:sldChg>
      <pc:sldChg chg="del">
        <pc:chgData name="Viet." userId="8b74393f-d80c-47bd-a370-5373c0174c23" providerId="ADAL" clId="{15D06D5B-A851-4BAC-933B-A150F21C6777}" dt="2024-12-17T09:35:45.642" v="0" actId="47"/>
        <pc:sldMkLst>
          <pc:docMk/>
          <pc:sldMk cId="2170392358" sldId="296"/>
        </pc:sldMkLst>
      </pc:sldChg>
      <pc:sldChg chg="del">
        <pc:chgData name="Viet." userId="8b74393f-d80c-47bd-a370-5373c0174c23" providerId="ADAL" clId="{15D06D5B-A851-4BAC-933B-A150F21C6777}" dt="2024-12-17T09:35:45.642" v="0" actId="47"/>
        <pc:sldMkLst>
          <pc:docMk/>
          <pc:sldMk cId="3872929129" sldId="297"/>
        </pc:sldMkLst>
      </pc:sldChg>
      <pc:sldChg chg="del">
        <pc:chgData name="Viet." userId="8b74393f-d80c-47bd-a370-5373c0174c23" providerId="ADAL" clId="{15D06D5B-A851-4BAC-933B-A150F21C6777}" dt="2024-12-17T09:35:45.642" v="0" actId="47"/>
        <pc:sldMkLst>
          <pc:docMk/>
          <pc:sldMk cId="1063808263" sldId="298"/>
        </pc:sldMkLst>
      </pc:sldChg>
      <pc:sldChg chg="del">
        <pc:chgData name="Viet." userId="8b74393f-d80c-47bd-a370-5373c0174c23" providerId="ADAL" clId="{15D06D5B-A851-4BAC-933B-A150F21C6777}" dt="2024-12-17T09:35:45.642" v="0" actId="47"/>
        <pc:sldMkLst>
          <pc:docMk/>
          <pc:sldMk cId="2586431677" sldId="299"/>
        </pc:sldMkLst>
      </pc:sldChg>
      <pc:sldChg chg="del">
        <pc:chgData name="Viet." userId="8b74393f-d80c-47bd-a370-5373c0174c23" providerId="ADAL" clId="{15D06D5B-A851-4BAC-933B-A150F21C6777}" dt="2024-12-17T09:35:45.642" v="0" actId="47"/>
        <pc:sldMkLst>
          <pc:docMk/>
          <pc:sldMk cId="2261838932" sldId="300"/>
        </pc:sldMkLst>
      </pc:sldChg>
      <pc:sldChg chg="modSp add del mod">
        <pc:chgData name="Viet." userId="8b74393f-d80c-47bd-a370-5373c0174c23" providerId="ADAL" clId="{15D06D5B-A851-4BAC-933B-A150F21C6777}" dt="2024-12-19T09:03:53.477" v="2531" actId="47"/>
        <pc:sldMkLst>
          <pc:docMk/>
          <pc:sldMk cId="795559418" sldId="301"/>
        </pc:sldMkLst>
      </pc:sldChg>
      <pc:sldChg chg="modSp add del mod">
        <pc:chgData name="Viet." userId="8b74393f-d80c-47bd-a370-5373c0174c23" providerId="ADAL" clId="{15D06D5B-A851-4BAC-933B-A150F21C6777}" dt="2024-12-19T09:03:53.477" v="2531" actId="47"/>
        <pc:sldMkLst>
          <pc:docMk/>
          <pc:sldMk cId="2053568785" sldId="302"/>
        </pc:sldMkLst>
      </pc:sldChg>
      <pc:sldChg chg="del">
        <pc:chgData name="Viet." userId="8b74393f-d80c-47bd-a370-5373c0174c23" providerId="ADAL" clId="{15D06D5B-A851-4BAC-933B-A150F21C6777}" dt="2024-12-17T09:35:45.642" v="0" actId="47"/>
        <pc:sldMkLst>
          <pc:docMk/>
          <pc:sldMk cId="2332596143" sldId="302"/>
        </pc:sldMkLst>
      </pc:sldChg>
      <pc:sldChg chg="del">
        <pc:chgData name="Viet." userId="8b74393f-d80c-47bd-a370-5373c0174c23" providerId="ADAL" clId="{15D06D5B-A851-4BAC-933B-A150F21C6777}" dt="2024-12-17T09:35:45.642" v="0" actId="47"/>
        <pc:sldMkLst>
          <pc:docMk/>
          <pc:sldMk cId="2584342512" sldId="303"/>
        </pc:sldMkLst>
      </pc:sldChg>
      <pc:sldChg chg="del">
        <pc:chgData name="Viet." userId="8b74393f-d80c-47bd-a370-5373c0174c23" providerId="ADAL" clId="{15D06D5B-A851-4BAC-933B-A150F21C6777}" dt="2024-12-17T09:35:45.642" v="0" actId="47"/>
        <pc:sldMkLst>
          <pc:docMk/>
          <pc:sldMk cId="374901149" sldId="304"/>
        </pc:sldMkLst>
      </pc:sldChg>
      <pc:sldChg chg="del">
        <pc:chgData name="Viet." userId="8b74393f-d80c-47bd-a370-5373c0174c23" providerId="ADAL" clId="{15D06D5B-A851-4BAC-933B-A150F21C6777}" dt="2024-12-17T09:35:45.642" v="0" actId="47"/>
        <pc:sldMkLst>
          <pc:docMk/>
          <pc:sldMk cId="3081904753" sldId="305"/>
        </pc:sldMkLst>
      </pc:sldChg>
      <pc:sldChg chg="del">
        <pc:chgData name="Viet." userId="8b74393f-d80c-47bd-a370-5373c0174c23" providerId="ADAL" clId="{15D06D5B-A851-4BAC-933B-A150F21C6777}" dt="2024-12-17T09:35:45.642" v="0" actId="47"/>
        <pc:sldMkLst>
          <pc:docMk/>
          <pc:sldMk cId="1499146899" sldId="306"/>
        </pc:sldMkLst>
      </pc:sldChg>
      <pc:sldChg chg="del">
        <pc:chgData name="Viet." userId="8b74393f-d80c-47bd-a370-5373c0174c23" providerId="ADAL" clId="{15D06D5B-A851-4BAC-933B-A150F21C6777}" dt="2024-12-17T09:35:45.642" v="0" actId="47"/>
        <pc:sldMkLst>
          <pc:docMk/>
          <pc:sldMk cId="3810094672" sldId="307"/>
        </pc:sldMkLst>
      </pc:sldChg>
      <pc:sldChg chg="del">
        <pc:chgData name="Viet." userId="8b74393f-d80c-47bd-a370-5373c0174c23" providerId="ADAL" clId="{15D06D5B-A851-4BAC-933B-A150F21C6777}" dt="2024-12-17T09:35:45.642" v="0" actId="47"/>
        <pc:sldMkLst>
          <pc:docMk/>
          <pc:sldMk cId="611906321" sldId="308"/>
        </pc:sldMkLst>
      </pc:sldChg>
      <pc:sldChg chg="del">
        <pc:chgData name="Viet." userId="8b74393f-d80c-47bd-a370-5373c0174c23" providerId="ADAL" clId="{15D06D5B-A851-4BAC-933B-A150F21C6777}" dt="2024-12-17T09:35:45.642" v="0" actId="47"/>
        <pc:sldMkLst>
          <pc:docMk/>
          <pc:sldMk cId="3662474671" sldId="309"/>
        </pc:sldMkLst>
      </pc:sldChg>
      <pc:sldChg chg="del">
        <pc:chgData name="Viet." userId="8b74393f-d80c-47bd-a370-5373c0174c23" providerId="ADAL" clId="{15D06D5B-A851-4BAC-933B-A150F21C6777}" dt="2024-12-17T09:35:45.642" v="0" actId="47"/>
        <pc:sldMkLst>
          <pc:docMk/>
          <pc:sldMk cId="1377718189" sldId="310"/>
        </pc:sldMkLst>
      </pc:sldChg>
      <pc:sldChg chg="del">
        <pc:chgData name="Viet." userId="8b74393f-d80c-47bd-a370-5373c0174c23" providerId="ADAL" clId="{15D06D5B-A851-4BAC-933B-A150F21C6777}" dt="2024-12-17T09:35:45.642" v="0" actId="47"/>
        <pc:sldMkLst>
          <pc:docMk/>
          <pc:sldMk cId="2740724356" sldId="311"/>
        </pc:sldMkLst>
      </pc:sldChg>
      <pc:sldChg chg="add del">
        <pc:chgData name="Viet." userId="8b74393f-d80c-47bd-a370-5373c0174c23" providerId="ADAL" clId="{15D06D5B-A851-4BAC-933B-A150F21C6777}" dt="2024-12-19T09:03:53.477" v="2531" actId="47"/>
        <pc:sldMkLst>
          <pc:docMk/>
          <pc:sldMk cId="2443509954" sldId="313"/>
        </pc:sldMkLst>
      </pc:sldChg>
      <pc:sldChg chg="add del">
        <pc:chgData name="Viet." userId="8b74393f-d80c-47bd-a370-5373c0174c23" providerId="ADAL" clId="{15D06D5B-A851-4BAC-933B-A150F21C6777}" dt="2024-12-19T09:03:53.477" v="2531" actId="47"/>
        <pc:sldMkLst>
          <pc:docMk/>
          <pc:sldMk cId="1717253392" sldId="314"/>
        </pc:sldMkLst>
      </pc:sldChg>
      <pc:sldChg chg="add del">
        <pc:chgData name="Viet." userId="8b74393f-d80c-47bd-a370-5373c0174c23" providerId="ADAL" clId="{15D06D5B-A851-4BAC-933B-A150F21C6777}" dt="2024-12-19T09:03:53.477" v="2531" actId="47"/>
        <pc:sldMkLst>
          <pc:docMk/>
          <pc:sldMk cId="386409076" sldId="315"/>
        </pc:sldMkLst>
      </pc:sldChg>
      <pc:sldChg chg="modSp add del mod">
        <pc:chgData name="Viet." userId="8b74393f-d80c-47bd-a370-5373c0174c23" providerId="ADAL" clId="{15D06D5B-A851-4BAC-933B-A150F21C6777}" dt="2024-12-19T09:03:53.477" v="2531" actId="47"/>
        <pc:sldMkLst>
          <pc:docMk/>
          <pc:sldMk cId="1665186095" sldId="316"/>
        </pc:sldMkLst>
      </pc:sldChg>
      <pc:sldChg chg="add del">
        <pc:chgData name="Viet." userId="8b74393f-d80c-47bd-a370-5373c0174c23" providerId="ADAL" clId="{15D06D5B-A851-4BAC-933B-A150F21C6777}" dt="2024-12-19T09:03:53.477" v="2531" actId="47"/>
        <pc:sldMkLst>
          <pc:docMk/>
          <pc:sldMk cId="2788509859" sldId="317"/>
        </pc:sldMkLst>
      </pc:sldChg>
      <pc:sldChg chg="modSp add del mod">
        <pc:chgData name="Viet." userId="8b74393f-d80c-47bd-a370-5373c0174c23" providerId="ADAL" clId="{15D06D5B-A851-4BAC-933B-A150F21C6777}" dt="2024-12-19T09:03:53.477" v="2531" actId="47"/>
        <pc:sldMkLst>
          <pc:docMk/>
          <pc:sldMk cId="3067266955" sldId="318"/>
        </pc:sldMkLst>
      </pc:sldChg>
      <pc:sldChg chg="modSp add del mod">
        <pc:chgData name="Viet." userId="8b74393f-d80c-47bd-a370-5373c0174c23" providerId="ADAL" clId="{15D06D5B-A851-4BAC-933B-A150F21C6777}" dt="2024-12-19T09:03:53.477" v="2531" actId="47"/>
        <pc:sldMkLst>
          <pc:docMk/>
          <pc:sldMk cId="3539712564" sldId="319"/>
        </pc:sldMkLst>
      </pc:sldChg>
      <pc:sldChg chg="add del">
        <pc:chgData name="Viet." userId="8b74393f-d80c-47bd-a370-5373c0174c23" providerId="ADAL" clId="{15D06D5B-A851-4BAC-933B-A150F21C6777}" dt="2024-12-19T09:03:53.477" v="2531" actId="47"/>
        <pc:sldMkLst>
          <pc:docMk/>
          <pc:sldMk cId="381941445" sldId="320"/>
        </pc:sldMkLst>
      </pc:sldChg>
      <pc:sldChg chg="add del">
        <pc:chgData name="Viet." userId="8b74393f-d80c-47bd-a370-5373c0174c23" providerId="ADAL" clId="{15D06D5B-A851-4BAC-933B-A150F21C6777}" dt="2024-12-19T09:03:53.477" v="2531" actId="47"/>
        <pc:sldMkLst>
          <pc:docMk/>
          <pc:sldMk cId="2344728321" sldId="322"/>
        </pc:sldMkLst>
      </pc:sldChg>
      <pc:sldChg chg="modSp add del mod">
        <pc:chgData name="Viet." userId="8b74393f-d80c-47bd-a370-5373c0174c23" providerId="ADAL" clId="{15D06D5B-A851-4BAC-933B-A150F21C6777}" dt="2024-12-19T09:03:53.477" v="2531" actId="47"/>
        <pc:sldMkLst>
          <pc:docMk/>
          <pc:sldMk cId="2453588251" sldId="323"/>
        </pc:sldMkLst>
      </pc:sldChg>
      <pc:sldChg chg="modSp add del mod">
        <pc:chgData name="Viet." userId="8b74393f-d80c-47bd-a370-5373c0174c23" providerId="ADAL" clId="{15D06D5B-A851-4BAC-933B-A150F21C6777}" dt="2024-12-19T09:03:53.477" v="2531" actId="47"/>
        <pc:sldMkLst>
          <pc:docMk/>
          <pc:sldMk cId="2115230125" sldId="324"/>
        </pc:sldMkLst>
      </pc:sldChg>
      <pc:sldChg chg="modSp add del mod">
        <pc:chgData name="Viet." userId="8b74393f-d80c-47bd-a370-5373c0174c23" providerId="ADAL" clId="{15D06D5B-A851-4BAC-933B-A150F21C6777}" dt="2024-12-19T09:03:53.477" v="2531" actId="47"/>
        <pc:sldMkLst>
          <pc:docMk/>
          <pc:sldMk cId="1014364179" sldId="325"/>
        </pc:sldMkLst>
      </pc:sldChg>
      <pc:sldChg chg="add del">
        <pc:chgData name="Viet." userId="8b74393f-d80c-47bd-a370-5373c0174c23" providerId="ADAL" clId="{15D06D5B-A851-4BAC-933B-A150F21C6777}" dt="2024-12-19T09:03:53.477" v="2531" actId="47"/>
        <pc:sldMkLst>
          <pc:docMk/>
          <pc:sldMk cId="3534332238" sldId="326"/>
        </pc:sldMkLst>
      </pc:sldChg>
      <pc:sldChg chg="modSp add del mod">
        <pc:chgData name="Viet." userId="8b74393f-d80c-47bd-a370-5373c0174c23" providerId="ADAL" clId="{15D06D5B-A851-4BAC-933B-A150F21C6777}" dt="2024-12-19T09:03:53.477" v="2531" actId="47"/>
        <pc:sldMkLst>
          <pc:docMk/>
          <pc:sldMk cId="2223000780" sldId="327"/>
        </pc:sldMkLst>
      </pc:sldChg>
      <pc:sldChg chg="add del">
        <pc:chgData name="Viet." userId="8b74393f-d80c-47bd-a370-5373c0174c23" providerId="ADAL" clId="{15D06D5B-A851-4BAC-933B-A150F21C6777}" dt="2024-12-19T09:03:53.477" v="2531" actId="47"/>
        <pc:sldMkLst>
          <pc:docMk/>
          <pc:sldMk cId="4223695311" sldId="328"/>
        </pc:sldMkLst>
      </pc:sldChg>
      <pc:sldChg chg="add del">
        <pc:chgData name="Viet." userId="8b74393f-d80c-47bd-a370-5373c0174c23" providerId="ADAL" clId="{15D06D5B-A851-4BAC-933B-A150F21C6777}" dt="2024-12-19T09:03:53.477" v="2531" actId="47"/>
        <pc:sldMkLst>
          <pc:docMk/>
          <pc:sldMk cId="1232856818" sldId="329"/>
        </pc:sldMkLst>
      </pc:sldChg>
      <pc:sldChg chg="new del">
        <pc:chgData name="Viet." userId="8b74393f-d80c-47bd-a370-5373c0174c23" providerId="ADAL" clId="{15D06D5B-A851-4BAC-933B-A150F21C6777}" dt="2024-12-18T02:43:35.629" v="217" actId="47"/>
        <pc:sldMkLst>
          <pc:docMk/>
          <pc:sldMk cId="2725257951" sldId="330"/>
        </pc:sldMkLst>
      </pc:sldChg>
      <pc:sldChg chg="addSp delSp modSp new del mod">
        <pc:chgData name="Viet." userId="8b74393f-d80c-47bd-a370-5373c0174c23" providerId="ADAL" clId="{15D06D5B-A851-4BAC-933B-A150F21C6777}" dt="2024-12-19T09:03:59.424" v="2532" actId="47"/>
        <pc:sldMkLst>
          <pc:docMk/>
          <pc:sldMk cId="1513422185" sldId="331"/>
        </pc:sldMkLst>
      </pc:sldChg>
      <pc:sldChg chg="addSp delSp modSp new del mod">
        <pc:chgData name="Viet." userId="8b74393f-d80c-47bd-a370-5373c0174c23" providerId="ADAL" clId="{15D06D5B-A851-4BAC-933B-A150F21C6777}" dt="2024-12-19T09:03:59.424" v="2532" actId="47"/>
        <pc:sldMkLst>
          <pc:docMk/>
          <pc:sldMk cId="1275295741" sldId="332"/>
        </pc:sldMkLst>
      </pc:sldChg>
      <pc:sldChg chg="addSp delSp modSp new del mod">
        <pc:chgData name="Viet." userId="8b74393f-d80c-47bd-a370-5373c0174c23" providerId="ADAL" clId="{15D06D5B-A851-4BAC-933B-A150F21C6777}" dt="2024-12-19T09:03:59.424" v="2532" actId="47"/>
        <pc:sldMkLst>
          <pc:docMk/>
          <pc:sldMk cId="718649959" sldId="333"/>
        </pc:sldMkLst>
      </pc:sldChg>
      <pc:sldChg chg="new del">
        <pc:chgData name="Viet." userId="8b74393f-d80c-47bd-a370-5373c0174c23" providerId="ADAL" clId="{15D06D5B-A851-4BAC-933B-A150F21C6777}" dt="2024-12-18T03:23:48.424" v="382" actId="680"/>
        <pc:sldMkLst>
          <pc:docMk/>
          <pc:sldMk cId="860298515" sldId="333"/>
        </pc:sldMkLst>
      </pc:sldChg>
      <pc:sldChg chg="new del">
        <pc:chgData name="Viet." userId="8b74393f-d80c-47bd-a370-5373c0174c23" providerId="ADAL" clId="{15D06D5B-A851-4BAC-933B-A150F21C6777}" dt="2024-12-18T02:51:14.412" v="255" actId="680"/>
        <pc:sldMkLst>
          <pc:docMk/>
          <pc:sldMk cId="2786447413" sldId="333"/>
        </pc:sldMkLst>
      </pc:sldChg>
      <pc:sldChg chg="modSp new del mod">
        <pc:chgData name="Viet." userId="8b74393f-d80c-47bd-a370-5373c0174c23" providerId="ADAL" clId="{15D06D5B-A851-4BAC-933B-A150F21C6777}" dt="2024-12-19T09:03:59.424" v="2532" actId="47"/>
        <pc:sldMkLst>
          <pc:docMk/>
          <pc:sldMk cId="1275858513" sldId="334"/>
        </pc:sldMkLst>
      </pc:sldChg>
      <pc:sldChg chg="new del">
        <pc:chgData name="Viet." userId="8b74393f-d80c-47bd-a370-5373c0174c23" providerId="ADAL" clId="{15D06D5B-A851-4BAC-933B-A150F21C6777}" dt="2024-12-18T03:49:37.576" v="503" actId="680"/>
        <pc:sldMkLst>
          <pc:docMk/>
          <pc:sldMk cId="2138118118" sldId="335"/>
        </pc:sldMkLst>
      </pc:sldChg>
      <pc:sldChg chg="modSp new del mod">
        <pc:chgData name="Viet." userId="8b74393f-d80c-47bd-a370-5373c0174c23" providerId="ADAL" clId="{15D06D5B-A851-4BAC-933B-A150F21C6777}" dt="2024-12-19T09:03:53.477" v="2531" actId="47"/>
        <pc:sldMkLst>
          <pc:docMk/>
          <pc:sldMk cId="2801051060" sldId="335"/>
        </pc:sldMkLst>
      </pc:sldChg>
      <pc:sldChg chg="modSp new del mod ord">
        <pc:chgData name="Viet." userId="8b74393f-d80c-47bd-a370-5373c0174c23" providerId="ADAL" clId="{15D06D5B-A851-4BAC-933B-A150F21C6777}" dt="2024-12-19T09:03:59.424" v="2532" actId="47"/>
        <pc:sldMkLst>
          <pc:docMk/>
          <pc:sldMk cId="686093485" sldId="336"/>
        </pc:sldMkLst>
      </pc:sldChg>
      <pc:sldChg chg="modSp new mod">
        <pc:chgData name="Viet." userId="8b74393f-d80c-47bd-a370-5373c0174c23" providerId="ADAL" clId="{15D06D5B-A851-4BAC-933B-A150F21C6777}" dt="2024-12-19T04:36:40.669" v="1238" actId="2710"/>
        <pc:sldMkLst>
          <pc:docMk/>
          <pc:sldMk cId="3335441607" sldId="337"/>
        </pc:sldMkLst>
      </pc:sldChg>
      <pc:sldChg chg="addSp delSp modSp new mod">
        <pc:chgData name="Viet." userId="8b74393f-d80c-47bd-a370-5373c0174c23" providerId="ADAL" clId="{15D06D5B-A851-4BAC-933B-A150F21C6777}" dt="2024-12-19T03:49:47.315" v="789"/>
        <pc:sldMkLst>
          <pc:docMk/>
          <pc:sldMk cId="3542381496" sldId="338"/>
        </pc:sldMkLst>
      </pc:sldChg>
      <pc:sldChg chg="modSp new add del mod">
        <pc:chgData name="Viet." userId="8b74393f-d80c-47bd-a370-5373c0174c23" providerId="ADAL" clId="{15D06D5B-A851-4BAC-933B-A150F21C6777}" dt="2024-12-19T07:50:20.377" v="2076" actId="47"/>
        <pc:sldMkLst>
          <pc:docMk/>
          <pc:sldMk cId="1967521993" sldId="339"/>
        </pc:sldMkLst>
      </pc:sldChg>
      <pc:sldChg chg="modSp new del mod">
        <pc:chgData name="Viet." userId="8b74393f-d80c-47bd-a370-5373c0174c23" providerId="ADAL" clId="{15D06D5B-A851-4BAC-933B-A150F21C6777}" dt="2024-12-19T07:50:24.076" v="2078" actId="47"/>
        <pc:sldMkLst>
          <pc:docMk/>
          <pc:sldMk cId="2107221974" sldId="340"/>
        </pc:sldMkLst>
      </pc:sldChg>
      <pc:sldChg chg="modSp new del mod">
        <pc:chgData name="Viet." userId="8b74393f-d80c-47bd-a370-5373c0174c23" providerId="ADAL" clId="{15D06D5B-A851-4BAC-933B-A150F21C6777}" dt="2024-12-19T07:50:17.938" v="2075" actId="47"/>
        <pc:sldMkLst>
          <pc:docMk/>
          <pc:sldMk cId="3083749136" sldId="341"/>
        </pc:sldMkLst>
      </pc:sldChg>
      <pc:sldChg chg="new del">
        <pc:chgData name="Viet." userId="8b74393f-d80c-47bd-a370-5373c0174c23" providerId="ADAL" clId="{15D06D5B-A851-4BAC-933B-A150F21C6777}" dt="2024-12-19T04:14:07.327" v="939" actId="680"/>
        <pc:sldMkLst>
          <pc:docMk/>
          <pc:sldMk cId="2213212003" sldId="342"/>
        </pc:sldMkLst>
      </pc:sldChg>
      <pc:sldChg chg="addSp delSp modSp new del mod">
        <pc:chgData name="Viet." userId="8b74393f-d80c-47bd-a370-5373c0174c23" providerId="ADAL" clId="{15D06D5B-A851-4BAC-933B-A150F21C6777}" dt="2024-12-19T08:54:44.480" v="2474" actId="47"/>
        <pc:sldMkLst>
          <pc:docMk/>
          <pc:sldMk cId="3527760953" sldId="342"/>
        </pc:sldMkLst>
      </pc:sldChg>
      <pc:sldChg chg="modSp new mod">
        <pc:chgData name="Viet." userId="8b74393f-d80c-47bd-a370-5373c0174c23" providerId="ADAL" clId="{15D06D5B-A851-4BAC-933B-A150F21C6777}" dt="2024-12-19T06:52:32.375" v="1429" actId="2710"/>
        <pc:sldMkLst>
          <pc:docMk/>
          <pc:sldMk cId="972042927" sldId="343"/>
        </pc:sldMkLst>
      </pc:sldChg>
      <pc:sldChg chg="modSp new del mod">
        <pc:chgData name="Viet." userId="8b74393f-d80c-47bd-a370-5373c0174c23" providerId="ADAL" clId="{15D06D5B-A851-4BAC-933B-A150F21C6777}" dt="2024-12-19T07:50:14.707" v="2073" actId="47"/>
        <pc:sldMkLst>
          <pc:docMk/>
          <pc:sldMk cId="3627573670" sldId="344"/>
        </pc:sldMkLst>
      </pc:sldChg>
      <pc:sldChg chg="modSp new del mod">
        <pc:chgData name="Viet." userId="8b74393f-d80c-47bd-a370-5373c0174c23" providerId="ADAL" clId="{15D06D5B-A851-4BAC-933B-A150F21C6777}" dt="2024-12-19T07:50:16.156" v="2074" actId="47"/>
        <pc:sldMkLst>
          <pc:docMk/>
          <pc:sldMk cId="2518679417" sldId="345"/>
        </pc:sldMkLst>
      </pc:sldChg>
      <pc:sldChg chg="addSp delSp modSp new mod">
        <pc:chgData name="Viet." userId="8b74393f-d80c-47bd-a370-5373c0174c23" providerId="ADAL" clId="{15D06D5B-A851-4BAC-933B-A150F21C6777}" dt="2024-12-19T06:57:23.721" v="1485" actId="27636"/>
        <pc:sldMkLst>
          <pc:docMk/>
          <pc:sldMk cId="707483570" sldId="346"/>
        </pc:sldMkLst>
      </pc:sldChg>
      <pc:sldChg chg="new del">
        <pc:chgData name="Viet." userId="8b74393f-d80c-47bd-a370-5373c0174c23" providerId="ADAL" clId="{15D06D5B-A851-4BAC-933B-A150F21C6777}" dt="2024-12-19T06:58:00.107" v="1487" actId="680"/>
        <pc:sldMkLst>
          <pc:docMk/>
          <pc:sldMk cId="462095368" sldId="347"/>
        </pc:sldMkLst>
      </pc:sldChg>
      <pc:sldChg chg="modSp new del mod ord">
        <pc:chgData name="Viet." userId="8b74393f-d80c-47bd-a370-5373c0174c23" providerId="ADAL" clId="{15D06D5B-A851-4BAC-933B-A150F21C6777}" dt="2024-12-19T07:50:22.471" v="2077" actId="47"/>
        <pc:sldMkLst>
          <pc:docMk/>
          <pc:sldMk cId="3709780000" sldId="347"/>
        </pc:sldMkLst>
      </pc:sldChg>
      <pc:sldChg chg="addSp delSp modSp new mod">
        <pc:chgData name="Viet." userId="8b74393f-d80c-47bd-a370-5373c0174c23" providerId="ADAL" clId="{15D06D5B-A851-4BAC-933B-A150F21C6777}" dt="2024-12-19T07:00:57.180" v="1600" actId="20577"/>
        <pc:sldMkLst>
          <pc:docMk/>
          <pc:sldMk cId="3276500241" sldId="348"/>
        </pc:sldMkLst>
      </pc:sldChg>
      <pc:sldChg chg="addSp modSp new mod">
        <pc:chgData name="Viet." userId="8b74393f-d80c-47bd-a370-5373c0174c23" providerId="ADAL" clId="{15D06D5B-A851-4BAC-933B-A150F21C6777}" dt="2024-12-19T07:13:13.083" v="1711" actId="1076"/>
        <pc:sldMkLst>
          <pc:docMk/>
          <pc:sldMk cId="2446966224" sldId="349"/>
        </pc:sldMkLst>
      </pc:sldChg>
      <pc:sldChg chg="addSp delSp modSp new del mod">
        <pc:chgData name="Viet." userId="8b74393f-d80c-47bd-a370-5373c0174c23" providerId="ADAL" clId="{15D06D5B-A851-4BAC-933B-A150F21C6777}" dt="2024-12-19T08:52:22.324" v="2471" actId="47"/>
        <pc:sldMkLst>
          <pc:docMk/>
          <pc:sldMk cId="2391992166" sldId="350"/>
        </pc:sldMkLst>
      </pc:sldChg>
      <pc:sldChg chg="addSp delSp modSp new del mod ord">
        <pc:chgData name="Viet." userId="8b74393f-d80c-47bd-a370-5373c0174c23" providerId="ADAL" clId="{15D06D5B-A851-4BAC-933B-A150F21C6777}" dt="2024-12-19T08:52:18.026" v="2470" actId="47"/>
        <pc:sldMkLst>
          <pc:docMk/>
          <pc:sldMk cId="4237316678" sldId="351"/>
        </pc:sldMkLst>
      </pc:sldChg>
      <pc:sldChg chg="modSp new del mod">
        <pc:chgData name="Viet." userId="8b74393f-d80c-47bd-a370-5373c0174c23" providerId="ADAL" clId="{15D06D5B-A851-4BAC-933B-A150F21C6777}" dt="2024-12-19T07:22:03.283" v="1812" actId="47"/>
        <pc:sldMkLst>
          <pc:docMk/>
          <pc:sldMk cId="1937776430" sldId="352"/>
        </pc:sldMkLst>
      </pc:sldChg>
      <pc:sldChg chg="addSp delSp modSp new mod ord">
        <pc:chgData name="Viet." userId="8b74393f-d80c-47bd-a370-5373c0174c23" providerId="ADAL" clId="{15D06D5B-A851-4BAC-933B-A150F21C6777}" dt="2024-12-19T08:47:44.110" v="2414" actId="20577"/>
        <pc:sldMkLst>
          <pc:docMk/>
          <pc:sldMk cId="4206017536" sldId="353"/>
        </pc:sldMkLst>
      </pc:sldChg>
      <pc:sldChg chg="new del">
        <pc:chgData name="Viet." userId="8b74393f-d80c-47bd-a370-5373c0174c23" providerId="ADAL" clId="{15D06D5B-A851-4BAC-933B-A150F21C6777}" dt="2024-12-19T07:50:29.856" v="2080" actId="680"/>
        <pc:sldMkLst>
          <pc:docMk/>
          <pc:sldMk cId="128138674" sldId="354"/>
        </pc:sldMkLst>
      </pc:sldChg>
      <pc:sldChg chg="new del">
        <pc:chgData name="Viet." userId="8b74393f-d80c-47bd-a370-5373c0174c23" providerId="ADAL" clId="{15D06D5B-A851-4BAC-933B-A150F21C6777}" dt="2024-12-19T07:50:39.091" v="2082" actId="680"/>
        <pc:sldMkLst>
          <pc:docMk/>
          <pc:sldMk cId="2529139327" sldId="354"/>
        </pc:sldMkLst>
      </pc:sldChg>
      <pc:sldChg chg="modSp new del mod">
        <pc:chgData name="Viet." userId="8b74393f-d80c-47bd-a370-5373c0174c23" providerId="ADAL" clId="{15D06D5B-A851-4BAC-933B-A150F21C6777}" dt="2024-12-19T08:53:24.853" v="2473" actId="47"/>
        <pc:sldMkLst>
          <pc:docMk/>
          <pc:sldMk cId="2723097580" sldId="354"/>
        </pc:sldMkLst>
      </pc:sldChg>
      <pc:sldChg chg="addSp delSp modSp new mod">
        <pc:chgData name="Viet." userId="8b74393f-d80c-47bd-a370-5373c0174c23" providerId="ADAL" clId="{15D06D5B-A851-4BAC-933B-A150F21C6777}" dt="2024-12-19T09:02:25.630" v="2494" actId="1076"/>
        <pc:sldMkLst>
          <pc:docMk/>
          <pc:sldMk cId="2474434332" sldId="355"/>
        </pc:sldMkLst>
      </pc:sldChg>
      <pc:sldChg chg="addSp modSp new mod">
        <pc:chgData name="Viet." userId="8b74393f-d80c-47bd-a370-5373c0174c23" providerId="ADAL" clId="{15D06D5B-A851-4BAC-933B-A150F21C6777}" dt="2024-12-19T09:19:01.233" v="2558" actId="27636"/>
        <pc:sldMkLst>
          <pc:docMk/>
          <pc:sldMk cId="3810419677" sldId="356"/>
        </pc:sldMkLst>
      </pc:sldChg>
      <pc:sldChg chg="modSp new del mod">
        <pc:chgData name="Viet." userId="8b74393f-d80c-47bd-a370-5373c0174c23" providerId="ADAL" clId="{15D06D5B-A851-4BAC-933B-A150F21C6777}" dt="2024-12-19T08:36:06.183" v="2213" actId="47"/>
        <pc:sldMkLst>
          <pc:docMk/>
          <pc:sldMk cId="255034370" sldId="357"/>
        </pc:sldMkLst>
      </pc:sldChg>
      <pc:sldChg chg="addSp delSp modSp add mod ord">
        <pc:chgData name="Viet." userId="8b74393f-d80c-47bd-a370-5373c0174c23" providerId="ADAL" clId="{15D06D5B-A851-4BAC-933B-A150F21C6777}" dt="2024-12-19T10:13:37.835" v="2908" actId="113"/>
        <pc:sldMkLst>
          <pc:docMk/>
          <pc:sldMk cId="3150911367" sldId="358"/>
        </pc:sldMkLst>
      </pc:sldChg>
      <pc:sldChg chg="addSp delSp modSp add mod">
        <pc:chgData name="Viet." userId="8b74393f-d80c-47bd-a370-5373c0174c23" providerId="ADAL" clId="{15D06D5B-A851-4BAC-933B-A150F21C6777}" dt="2024-12-19T09:37:33.949" v="2685" actId="20577"/>
        <pc:sldMkLst>
          <pc:docMk/>
          <pc:sldMk cId="2948207458" sldId="359"/>
        </pc:sldMkLst>
      </pc:sldChg>
      <pc:sldChg chg="addSp delSp modSp add del mod">
        <pc:chgData name="Viet." userId="8b74393f-d80c-47bd-a370-5373c0174c23" providerId="ADAL" clId="{15D06D5B-A851-4BAC-933B-A150F21C6777}" dt="2024-12-19T10:21:46.953" v="3056" actId="20577"/>
        <pc:sldMkLst>
          <pc:docMk/>
          <pc:sldMk cId="904856355" sldId="360"/>
        </pc:sldMkLst>
      </pc:sldChg>
      <pc:sldChg chg="modSp add del mod">
        <pc:chgData name="Viet." userId="8b74393f-d80c-47bd-a370-5373c0174c23" providerId="ADAL" clId="{15D06D5B-A851-4BAC-933B-A150F21C6777}" dt="2024-12-19T09:03:20.828" v="2529" actId="47"/>
        <pc:sldMkLst>
          <pc:docMk/>
          <pc:sldMk cId="2794591078" sldId="361"/>
        </pc:sldMkLst>
      </pc:sldChg>
      <pc:sldChg chg="modSp add del mod">
        <pc:chgData name="Viet." userId="8b74393f-d80c-47bd-a370-5373c0174c23" providerId="ADAL" clId="{15D06D5B-A851-4BAC-933B-A150F21C6777}" dt="2024-12-19T09:03:22.250" v="2530" actId="47"/>
        <pc:sldMkLst>
          <pc:docMk/>
          <pc:sldMk cId="82119849" sldId="362"/>
        </pc:sldMkLst>
      </pc:sldChg>
      <pc:sldChg chg="new del">
        <pc:chgData name="Viet." userId="8b74393f-d80c-47bd-a370-5373c0174c23" providerId="ADAL" clId="{15D06D5B-A851-4BAC-933B-A150F21C6777}" dt="2024-12-19T08:36:51.198" v="2319" actId="680"/>
        <pc:sldMkLst>
          <pc:docMk/>
          <pc:sldMk cId="498595469" sldId="363"/>
        </pc:sldMkLst>
      </pc:sldChg>
      <pc:sldChg chg="modSp new mod">
        <pc:chgData name="Viet." userId="8b74393f-d80c-47bd-a370-5373c0174c23" providerId="ADAL" clId="{15D06D5B-A851-4BAC-933B-A150F21C6777}" dt="2024-12-19T08:45:14.616" v="2347" actId="20577"/>
        <pc:sldMkLst>
          <pc:docMk/>
          <pc:sldMk cId="3717916934" sldId="363"/>
        </pc:sldMkLst>
      </pc:sldChg>
      <pc:sldChg chg="modSp new mod">
        <pc:chgData name="Viet." userId="8b74393f-d80c-47bd-a370-5373c0174c23" providerId="ADAL" clId="{15D06D5B-A851-4BAC-933B-A150F21C6777}" dt="2024-12-19T08:45:56.510" v="2380" actId="27636"/>
        <pc:sldMkLst>
          <pc:docMk/>
          <pc:sldMk cId="1719024804" sldId="364"/>
        </pc:sldMkLst>
      </pc:sldChg>
      <pc:sldChg chg="modSp new mod">
        <pc:chgData name="Viet." userId="8b74393f-d80c-47bd-a370-5373c0174c23" providerId="ADAL" clId="{15D06D5B-A851-4BAC-933B-A150F21C6777}" dt="2024-12-19T08:46:24.410" v="2392" actId="27636"/>
        <pc:sldMkLst>
          <pc:docMk/>
          <pc:sldMk cId="2268854210" sldId="365"/>
        </pc:sldMkLst>
      </pc:sldChg>
      <pc:sldChg chg="addSp modSp new mod">
        <pc:chgData name="Viet." userId="8b74393f-d80c-47bd-a370-5373c0174c23" providerId="ADAL" clId="{15D06D5B-A851-4BAC-933B-A150F21C6777}" dt="2024-12-19T08:52:14.665" v="2469" actId="14100"/>
        <pc:sldMkLst>
          <pc:docMk/>
          <pc:sldMk cId="2891594502" sldId="366"/>
        </pc:sldMkLst>
      </pc:sldChg>
      <pc:sldChg chg="add">
        <pc:chgData name="Viet." userId="8b74393f-d80c-47bd-a370-5373c0174c23" providerId="ADAL" clId="{15D06D5B-A851-4BAC-933B-A150F21C6777}" dt="2024-12-19T08:53:19.700" v="2472"/>
        <pc:sldMkLst>
          <pc:docMk/>
          <pc:sldMk cId="0" sldId="367"/>
        </pc:sldMkLst>
      </pc:sldChg>
      <pc:sldChg chg="addSp delSp modSp new mod">
        <pc:chgData name="Viet." userId="8b74393f-d80c-47bd-a370-5373c0174c23" providerId="ADAL" clId="{15D06D5B-A851-4BAC-933B-A150F21C6777}" dt="2024-12-19T09:19:59.553" v="2570" actId="2710"/>
        <pc:sldMkLst>
          <pc:docMk/>
          <pc:sldMk cId="2992779437" sldId="368"/>
        </pc:sldMkLst>
      </pc:sldChg>
      <pc:sldChg chg="new del">
        <pc:chgData name="Viet." userId="8b74393f-d80c-47bd-a370-5373c0174c23" providerId="ADAL" clId="{15D06D5B-A851-4BAC-933B-A150F21C6777}" dt="2024-12-19T08:55:10.323" v="2476" actId="680"/>
        <pc:sldMkLst>
          <pc:docMk/>
          <pc:sldMk cId="3098270678" sldId="368"/>
        </pc:sldMkLst>
      </pc:sldChg>
      <pc:sldChg chg="addSp delSp modSp new mod">
        <pc:chgData name="Viet." userId="8b74393f-d80c-47bd-a370-5373c0174c23" providerId="ADAL" clId="{15D06D5B-A851-4BAC-933B-A150F21C6777}" dt="2024-12-19T09:24:07.152" v="2579" actId="2710"/>
        <pc:sldMkLst>
          <pc:docMk/>
          <pc:sldMk cId="3301713662" sldId="369"/>
        </pc:sldMkLst>
      </pc:sldChg>
      <pc:sldChg chg="addSp delSp modSp new mod">
        <pc:chgData name="Viet." userId="8b74393f-d80c-47bd-a370-5373c0174c23" providerId="ADAL" clId="{15D06D5B-A851-4BAC-933B-A150F21C6777}" dt="2024-12-19T09:26:15.820" v="2588" actId="2710"/>
        <pc:sldMkLst>
          <pc:docMk/>
          <pc:sldMk cId="1787869012" sldId="370"/>
        </pc:sldMkLst>
      </pc:sldChg>
      <pc:sldChg chg="addSp delSp modSp new mod">
        <pc:chgData name="Viet." userId="8b74393f-d80c-47bd-a370-5373c0174c23" providerId="ADAL" clId="{15D06D5B-A851-4BAC-933B-A150F21C6777}" dt="2024-12-19T09:26:53.291" v="2599" actId="2710"/>
        <pc:sldMkLst>
          <pc:docMk/>
          <pc:sldMk cId="3615945223" sldId="371"/>
        </pc:sldMkLst>
      </pc:sldChg>
      <pc:sldChg chg="modSp new del mod">
        <pc:chgData name="Viet." userId="8b74393f-d80c-47bd-a370-5373c0174c23" providerId="ADAL" clId="{15D06D5B-A851-4BAC-933B-A150F21C6777}" dt="2024-12-19T09:28:00.100" v="2626" actId="47"/>
        <pc:sldMkLst>
          <pc:docMk/>
          <pc:sldMk cId="1727272957" sldId="372"/>
        </pc:sldMkLst>
      </pc:sldChg>
      <pc:sldChg chg="addSp delSp modSp new mod">
        <pc:chgData name="Viet." userId="8b74393f-d80c-47bd-a370-5373c0174c23" providerId="ADAL" clId="{15D06D5B-A851-4BAC-933B-A150F21C6777}" dt="2024-12-19T09:31:06.091" v="2645"/>
        <pc:sldMkLst>
          <pc:docMk/>
          <pc:sldMk cId="1619718783" sldId="373"/>
        </pc:sldMkLst>
      </pc:sldChg>
      <pc:sldChg chg="modSp new mod">
        <pc:chgData name="Viet." userId="8b74393f-d80c-47bd-a370-5373c0174c23" providerId="ADAL" clId="{15D06D5B-A851-4BAC-933B-A150F21C6777}" dt="2024-12-19T09:49:51.911" v="2768" actId="20577"/>
        <pc:sldMkLst>
          <pc:docMk/>
          <pc:sldMk cId="1307411753" sldId="374"/>
        </pc:sldMkLst>
      </pc:sldChg>
      <pc:sldChg chg="add del">
        <pc:chgData name="Viet." userId="8b74393f-d80c-47bd-a370-5373c0174c23" providerId="ADAL" clId="{15D06D5B-A851-4BAC-933B-A150F21C6777}" dt="2024-12-19T09:36:35.655" v="2656"/>
        <pc:sldMkLst>
          <pc:docMk/>
          <pc:sldMk cId="4180662851" sldId="374"/>
        </pc:sldMkLst>
      </pc:sldChg>
      <pc:sldChg chg="addSp delSp modSp new mod">
        <pc:chgData name="Viet." userId="8b74393f-d80c-47bd-a370-5373c0174c23" providerId="ADAL" clId="{15D06D5B-A851-4BAC-933B-A150F21C6777}" dt="2024-12-19T09:50:44.796" v="2782" actId="113"/>
        <pc:sldMkLst>
          <pc:docMk/>
          <pc:sldMk cId="170672216" sldId="375"/>
        </pc:sldMkLst>
      </pc:sldChg>
      <pc:sldChg chg="modSp new del mod">
        <pc:chgData name="Viet." userId="8b74393f-d80c-47bd-a370-5373c0174c23" providerId="ADAL" clId="{15D06D5B-A851-4BAC-933B-A150F21C6777}" dt="2024-12-19T09:51:01.413" v="2786" actId="47"/>
        <pc:sldMkLst>
          <pc:docMk/>
          <pc:sldMk cId="2326553778" sldId="376"/>
        </pc:sldMkLst>
      </pc:sldChg>
      <pc:sldChg chg="modSp new del mod">
        <pc:chgData name="Viet." userId="8b74393f-d80c-47bd-a370-5373c0174c23" providerId="ADAL" clId="{15D06D5B-A851-4BAC-933B-A150F21C6777}" dt="2024-12-19T09:51:02.903" v="2787" actId="47"/>
        <pc:sldMkLst>
          <pc:docMk/>
          <pc:sldMk cId="4077154305" sldId="377"/>
        </pc:sldMkLst>
      </pc:sldChg>
      <pc:sldChg chg="new del">
        <pc:chgData name="Viet." userId="8b74393f-d80c-47bd-a370-5373c0174c23" providerId="ADAL" clId="{15D06D5B-A851-4BAC-933B-A150F21C6777}" dt="2024-12-19T09:50:52.795" v="2785" actId="2696"/>
        <pc:sldMkLst>
          <pc:docMk/>
          <pc:sldMk cId="1730352347" sldId="378"/>
        </pc:sldMkLst>
      </pc:sldChg>
      <pc:sldChg chg="modSp add mod">
        <pc:chgData name="Viet." userId="8b74393f-d80c-47bd-a370-5373c0174c23" providerId="ADAL" clId="{15D06D5B-A851-4BAC-933B-A150F21C6777}" dt="2024-12-19T09:53:22.676" v="2815"/>
        <pc:sldMkLst>
          <pc:docMk/>
          <pc:sldMk cId="3631523218" sldId="379"/>
        </pc:sldMkLst>
      </pc:sldChg>
      <pc:sldChg chg="addSp delSp modSp new mod ord">
        <pc:chgData name="Viet." userId="8b74393f-d80c-47bd-a370-5373c0174c23" providerId="ADAL" clId="{15D06D5B-A851-4BAC-933B-A150F21C6777}" dt="2024-12-19T10:27:32.718" v="3179" actId="20577"/>
        <pc:sldMkLst>
          <pc:docMk/>
          <pc:sldMk cId="612482230" sldId="380"/>
        </pc:sldMkLst>
      </pc:sldChg>
      <pc:sldChg chg="addSp delSp modSp new mod">
        <pc:chgData name="Viet." userId="8b74393f-d80c-47bd-a370-5373c0174c23" providerId="ADAL" clId="{15D06D5B-A851-4BAC-933B-A150F21C6777}" dt="2024-12-19T10:17:13.126" v="2947" actId="27636"/>
        <pc:sldMkLst>
          <pc:docMk/>
          <pc:sldMk cId="2358534610" sldId="381"/>
        </pc:sldMkLst>
      </pc:sldChg>
      <pc:sldChg chg="modSp add mod">
        <pc:chgData name="Viet." userId="8b74393f-d80c-47bd-a370-5373c0174c23" providerId="ADAL" clId="{15D06D5B-A851-4BAC-933B-A150F21C6777}" dt="2024-12-19T10:19:08.031" v="3002" actId="20577"/>
        <pc:sldMkLst>
          <pc:docMk/>
          <pc:sldMk cId="2083814574" sldId="382"/>
        </pc:sldMkLst>
      </pc:sldChg>
      <pc:sldChg chg="addSp delSp modSp new mod">
        <pc:chgData name="Viet." userId="8b74393f-d80c-47bd-a370-5373c0174c23" providerId="ADAL" clId="{15D06D5B-A851-4BAC-933B-A150F21C6777}" dt="2024-12-19T10:23:01.533" v="3093" actId="113"/>
        <pc:sldMkLst>
          <pc:docMk/>
          <pc:sldMk cId="3663823692" sldId="383"/>
        </pc:sldMkLst>
      </pc:sldChg>
      <pc:sldChg chg="modSp add mod">
        <pc:chgData name="Viet." userId="8b74393f-d80c-47bd-a370-5373c0174c23" providerId="ADAL" clId="{15D06D5B-A851-4BAC-933B-A150F21C6777}" dt="2024-12-19T10:25:48.232" v="3140"/>
        <pc:sldMkLst>
          <pc:docMk/>
          <pc:sldMk cId="2319346433" sldId="384"/>
        </pc:sldMkLst>
      </pc:sldChg>
    </pc:docChg>
  </pc:docChgLst>
  <pc:docChgLst>
    <pc:chgData name="Viet." userId="8b74393f-d80c-47bd-a370-5373c0174c23" providerId="ADAL" clId="{2E4C8E7C-7542-49CE-AFAA-B0F3D44A6E95}"/>
    <pc:docChg chg="undo redo custSel addSld delSld modSld sldOrd addSection delSection modSection">
      <pc:chgData name="Viet." userId="8b74393f-d80c-47bd-a370-5373c0174c23" providerId="ADAL" clId="{2E4C8E7C-7542-49CE-AFAA-B0F3D44A6E95}" dt="2024-12-24T16:01:30.093" v="2726" actId="47"/>
      <pc:docMkLst>
        <pc:docMk/>
      </pc:docMkLst>
      <pc:sldChg chg="modSp add del mod">
        <pc:chgData name="Viet." userId="8b74393f-d80c-47bd-a370-5373c0174c23" providerId="ADAL" clId="{2E4C8E7C-7542-49CE-AFAA-B0F3D44A6E95}" dt="2024-12-23T04:53:55.273" v="376" actId="20577"/>
        <pc:sldMkLst>
          <pc:docMk/>
          <pc:sldMk cId="1253848682" sldId="267"/>
        </pc:sldMkLst>
        <pc:spChg chg="mod">
          <ac:chgData name="Viet." userId="8b74393f-d80c-47bd-a370-5373c0174c23" providerId="ADAL" clId="{2E4C8E7C-7542-49CE-AFAA-B0F3D44A6E95}" dt="2024-12-23T04:53:55.273" v="376" actId="20577"/>
          <ac:spMkLst>
            <pc:docMk/>
            <pc:sldMk cId="1253848682" sldId="267"/>
            <ac:spMk id="2" creationId="{78EACC5C-4747-42C2-9BF5-D1B4A984743F}"/>
          </ac:spMkLst>
        </pc:spChg>
      </pc:sldChg>
      <pc:sldChg chg="new del">
        <pc:chgData name="Viet." userId="8b74393f-d80c-47bd-a370-5373c0174c23" providerId="ADAL" clId="{2E4C8E7C-7542-49CE-AFAA-B0F3D44A6E95}" dt="2024-12-19T10:30:08.919" v="10" actId="680"/>
        <pc:sldMkLst>
          <pc:docMk/>
          <pc:sldMk cId="713720895" sldId="270"/>
        </pc:sldMkLst>
      </pc:sldChg>
      <pc:sldChg chg="modSp new del mod">
        <pc:chgData name="Viet." userId="8b74393f-d80c-47bd-a370-5373c0174c23" providerId="ADAL" clId="{2E4C8E7C-7542-49CE-AFAA-B0F3D44A6E95}" dt="2024-12-19T14:36:17.020" v="15" actId="47"/>
        <pc:sldMkLst>
          <pc:docMk/>
          <pc:sldMk cId="3367707808" sldId="270"/>
        </pc:sldMkLst>
      </pc:sldChg>
      <pc:sldChg chg="addSp delSp modSp new mod">
        <pc:chgData name="Viet." userId="8b74393f-d80c-47bd-a370-5373c0174c23" providerId="ADAL" clId="{2E4C8E7C-7542-49CE-AFAA-B0F3D44A6E95}" dt="2024-12-23T04:54:44.504" v="404" actId="14100"/>
        <pc:sldMkLst>
          <pc:docMk/>
          <pc:sldMk cId="933841201" sldId="271"/>
        </pc:sldMkLst>
      </pc:sldChg>
      <pc:sldChg chg="addSp modSp new mod">
        <pc:chgData name="Viet." userId="8b74393f-d80c-47bd-a370-5373c0174c23" providerId="ADAL" clId="{2E4C8E7C-7542-49CE-AFAA-B0F3D44A6E95}" dt="2024-12-23T04:43:16.510" v="291" actId="113"/>
        <pc:sldMkLst>
          <pc:docMk/>
          <pc:sldMk cId="2133594070" sldId="272"/>
        </pc:sldMkLst>
      </pc:sldChg>
      <pc:sldChg chg="new del">
        <pc:chgData name="Viet." userId="8b74393f-d80c-47bd-a370-5373c0174c23" providerId="ADAL" clId="{2E4C8E7C-7542-49CE-AFAA-B0F3D44A6E95}" dt="2024-12-20T09:37:47.164" v="23" actId="680"/>
        <pc:sldMkLst>
          <pc:docMk/>
          <pc:sldMk cId="2620294591" sldId="273"/>
        </pc:sldMkLst>
      </pc:sldChg>
      <pc:sldChg chg="addSp modSp new del mod ord">
        <pc:chgData name="Viet." userId="8b74393f-d80c-47bd-a370-5373c0174c23" providerId="ADAL" clId="{2E4C8E7C-7542-49CE-AFAA-B0F3D44A6E95}" dt="2024-12-23T04:37:40.664" v="222" actId="47"/>
        <pc:sldMkLst>
          <pc:docMk/>
          <pc:sldMk cId="3454077674" sldId="273"/>
        </pc:sldMkLst>
      </pc:sldChg>
      <pc:sldChg chg="new del">
        <pc:chgData name="Viet." userId="8b74393f-d80c-47bd-a370-5373c0174c23" providerId="ADAL" clId="{2E4C8E7C-7542-49CE-AFAA-B0F3D44A6E95}" dt="2024-12-20T09:57:08.434" v="103" actId="47"/>
        <pc:sldMkLst>
          <pc:docMk/>
          <pc:sldMk cId="477828656" sldId="274"/>
        </pc:sldMkLst>
      </pc:sldChg>
      <pc:sldChg chg="add del ord">
        <pc:chgData name="Viet." userId="8b74393f-d80c-47bd-a370-5373c0174c23" providerId="ADAL" clId="{2E4C8E7C-7542-49CE-AFAA-B0F3D44A6E95}" dt="2024-12-23T08:32:05.340" v="956" actId="47"/>
        <pc:sldMkLst>
          <pc:docMk/>
          <pc:sldMk cId="0" sldId="281"/>
        </pc:sldMkLst>
      </pc:sldChg>
      <pc:sldChg chg="add del ord">
        <pc:chgData name="Viet." userId="8b74393f-d80c-47bd-a370-5373c0174c23" providerId="ADAL" clId="{2E4C8E7C-7542-49CE-AFAA-B0F3D44A6E95}" dt="2024-12-23T08:16:56.273" v="777" actId="47"/>
        <pc:sldMkLst>
          <pc:docMk/>
          <pc:sldMk cId="0" sldId="282"/>
        </pc:sldMkLst>
      </pc:sldChg>
      <pc:sldChg chg="add del">
        <pc:chgData name="Viet." userId="8b74393f-d80c-47bd-a370-5373c0174c23" providerId="ADAL" clId="{2E4C8E7C-7542-49CE-AFAA-B0F3D44A6E95}" dt="2024-12-23T08:28:59.921" v="923" actId="47"/>
        <pc:sldMkLst>
          <pc:docMk/>
          <pc:sldMk cId="0" sldId="283"/>
        </pc:sldMkLst>
      </pc:sldChg>
      <pc:sldChg chg="add del ord">
        <pc:chgData name="Viet." userId="8b74393f-d80c-47bd-a370-5373c0174c23" providerId="ADAL" clId="{2E4C8E7C-7542-49CE-AFAA-B0F3D44A6E95}" dt="2024-12-23T08:28:54.874" v="922" actId="47"/>
        <pc:sldMkLst>
          <pc:docMk/>
          <pc:sldMk cId="0" sldId="284"/>
        </pc:sldMkLst>
      </pc:sldChg>
      <pc:sldChg chg="addSp modSp add mod">
        <pc:chgData name="Viet." userId="8b74393f-d80c-47bd-a370-5373c0174c23" providerId="ADAL" clId="{2E4C8E7C-7542-49CE-AFAA-B0F3D44A6E95}" dt="2024-12-23T04:46:31.121" v="364" actId="1076"/>
        <pc:sldMkLst>
          <pc:docMk/>
          <pc:sldMk cId="3645335510" sldId="291"/>
        </pc:sldMkLst>
      </pc:sldChg>
      <pc:sldChg chg="add del">
        <pc:chgData name="Viet." userId="8b74393f-d80c-47bd-a370-5373c0174c23" providerId="ADAL" clId="{2E4C8E7C-7542-49CE-AFAA-B0F3D44A6E95}" dt="2024-12-20T10:09:43.208" v="167" actId="2696"/>
        <pc:sldMkLst>
          <pc:docMk/>
          <pc:sldMk cId="0" sldId="292"/>
        </pc:sldMkLst>
      </pc:sldChg>
      <pc:sldChg chg="add del modNotesTx">
        <pc:chgData name="Viet." userId="8b74393f-d80c-47bd-a370-5373c0174c23" providerId="ADAL" clId="{2E4C8E7C-7542-49CE-AFAA-B0F3D44A6E95}" dt="2024-12-23T04:46:44.649" v="365" actId="47"/>
        <pc:sldMkLst>
          <pc:docMk/>
          <pc:sldMk cId="2295421240" sldId="292"/>
        </pc:sldMkLst>
      </pc:sldChg>
      <pc:sldChg chg="addSp modSp new mod modNotesTx">
        <pc:chgData name="Viet." userId="8b74393f-d80c-47bd-a370-5373c0174c23" providerId="ADAL" clId="{2E4C8E7C-7542-49CE-AFAA-B0F3D44A6E95}" dt="2024-12-23T08:34:25.759" v="996" actId="27636"/>
        <pc:sldMkLst>
          <pc:docMk/>
          <pc:sldMk cId="1904943400" sldId="293"/>
        </pc:sldMkLst>
      </pc:sldChg>
      <pc:sldChg chg="addSp modSp new del mod">
        <pc:chgData name="Viet." userId="8b74393f-d80c-47bd-a370-5373c0174c23" providerId="ADAL" clId="{2E4C8E7C-7542-49CE-AFAA-B0F3D44A6E95}" dt="2024-12-24T15:49:23.807" v="2537" actId="47"/>
        <pc:sldMkLst>
          <pc:docMk/>
          <pc:sldMk cId="655586509" sldId="294"/>
        </pc:sldMkLst>
      </pc:sldChg>
      <pc:sldChg chg="addSp delSp modSp new mod">
        <pc:chgData name="Viet." userId="8b74393f-d80c-47bd-a370-5373c0174c23" providerId="ADAL" clId="{2E4C8E7C-7542-49CE-AFAA-B0F3D44A6E95}" dt="2024-12-23T09:11:55.473" v="1165" actId="14100"/>
        <pc:sldMkLst>
          <pc:docMk/>
          <pc:sldMk cId="1782691101" sldId="295"/>
        </pc:sldMkLst>
      </pc:sldChg>
      <pc:sldChg chg="addSp delSp modSp new del mod">
        <pc:chgData name="Viet." userId="8b74393f-d80c-47bd-a370-5373c0174c23" providerId="ADAL" clId="{2E4C8E7C-7542-49CE-AFAA-B0F3D44A6E95}" dt="2024-12-23T05:02:13.195" v="532" actId="680"/>
        <pc:sldMkLst>
          <pc:docMk/>
          <pc:sldMk cId="736664402" sldId="296"/>
        </pc:sldMkLst>
      </pc:sldChg>
      <pc:sldChg chg="addSp delSp modSp new del mod ord">
        <pc:chgData name="Viet." userId="8b74393f-d80c-47bd-a370-5373c0174c23" providerId="ADAL" clId="{2E4C8E7C-7542-49CE-AFAA-B0F3D44A6E95}" dt="2024-12-23T08:14:57.537" v="775" actId="47"/>
        <pc:sldMkLst>
          <pc:docMk/>
          <pc:sldMk cId="3340389636" sldId="296"/>
        </pc:sldMkLst>
      </pc:sldChg>
      <pc:sldChg chg="addSp delSp modSp new mod modNotesTx">
        <pc:chgData name="Viet." userId="8b74393f-d80c-47bd-a370-5373c0174c23" providerId="ADAL" clId="{2E4C8E7C-7542-49CE-AFAA-B0F3D44A6E95}" dt="2024-12-23T08:15:23.656" v="776"/>
        <pc:sldMkLst>
          <pc:docMk/>
          <pc:sldMk cId="261326312" sldId="297"/>
        </pc:sldMkLst>
      </pc:sldChg>
      <pc:sldChg chg="addSp delSp modSp new mod">
        <pc:chgData name="Viet." userId="8b74393f-d80c-47bd-a370-5373c0174c23" providerId="ADAL" clId="{2E4C8E7C-7542-49CE-AFAA-B0F3D44A6E95}" dt="2024-12-23T08:21:06.714" v="837" actId="1076"/>
        <pc:sldMkLst>
          <pc:docMk/>
          <pc:sldMk cId="4161277920" sldId="298"/>
        </pc:sldMkLst>
      </pc:sldChg>
      <pc:sldChg chg="addSp modSp new mod modNotesTx">
        <pc:chgData name="Viet." userId="8b74393f-d80c-47bd-a370-5373c0174c23" providerId="ADAL" clId="{2E4C8E7C-7542-49CE-AFAA-B0F3D44A6E95}" dt="2024-12-23T08:24:44.726" v="873" actId="1076"/>
        <pc:sldMkLst>
          <pc:docMk/>
          <pc:sldMk cId="627850246" sldId="299"/>
        </pc:sldMkLst>
      </pc:sldChg>
      <pc:sldChg chg="addSp modSp new mod">
        <pc:chgData name="Viet." userId="8b74393f-d80c-47bd-a370-5373c0174c23" providerId="ADAL" clId="{2E4C8E7C-7542-49CE-AFAA-B0F3D44A6E95}" dt="2024-12-23T08:28:17.310" v="921" actId="1076"/>
        <pc:sldMkLst>
          <pc:docMk/>
          <pc:sldMk cId="3846496342" sldId="300"/>
        </pc:sldMkLst>
      </pc:sldChg>
      <pc:sldChg chg="addSp modSp new mod modNotesTx">
        <pc:chgData name="Viet." userId="8b74393f-d80c-47bd-a370-5373c0174c23" providerId="ADAL" clId="{2E4C8E7C-7542-49CE-AFAA-B0F3D44A6E95}" dt="2024-12-23T08:32:01.074" v="955"/>
        <pc:sldMkLst>
          <pc:docMk/>
          <pc:sldMk cId="1196503882" sldId="301"/>
        </pc:sldMkLst>
      </pc:sldChg>
      <pc:sldChg chg="addSp modSp new mod modNotesTx">
        <pc:chgData name="Viet." userId="8b74393f-d80c-47bd-a370-5373c0174c23" providerId="ADAL" clId="{2E4C8E7C-7542-49CE-AFAA-B0F3D44A6E95}" dt="2024-12-23T08:49:21.059" v="1050" actId="14100"/>
        <pc:sldMkLst>
          <pc:docMk/>
          <pc:sldMk cId="2363464642" sldId="302"/>
        </pc:sldMkLst>
      </pc:sldChg>
      <pc:sldChg chg="addSp modSp new mod modNotesTx">
        <pc:chgData name="Viet." userId="8b74393f-d80c-47bd-a370-5373c0174c23" providerId="ADAL" clId="{2E4C8E7C-7542-49CE-AFAA-B0F3D44A6E95}" dt="2024-12-23T08:55:37.078" v="1083" actId="1076"/>
        <pc:sldMkLst>
          <pc:docMk/>
          <pc:sldMk cId="2180807293" sldId="303"/>
        </pc:sldMkLst>
      </pc:sldChg>
      <pc:sldChg chg="addSp delSp modSp new mod modNotesTx">
        <pc:chgData name="Viet." userId="8b74393f-d80c-47bd-a370-5373c0174c23" providerId="ADAL" clId="{2E4C8E7C-7542-49CE-AFAA-B0F3D44A6E95}" dt="2024-12-23T09:02:17.828" v="1155" actId="732"/>
        <pc:sldMkLst>
          <pc:docMk/>
          <pc:sldMk cId="995685273" sldId="304"/>
        </pc:sldMkLst>
      </pc:sldChg>
      <pc:sldChg chg="addSp delSp modSp new mod modNotesTx">
        <pc:chgData name="Viet." userId="8b74393f-d80c-47bd-a370-5373c0174c23" providerId="ADAL" clId="{2E4C8E7C-7542-49CE-AFAA-B0F3D44A6E95}" dt="2024-12-23T09:29:57.275" v="1351" actId="20577"/>
        <pc:sldMkLst>
          <pc:docMk/>
          <pc:sldMk cId="938503402" sldId="305"/>
        </pc:sldMkLst>
      </pc:sldChg>
      <pc:sldChg chg="modSp new del mod">
        <pc:chgData name="Viet." userId="8b74393f-d80c-47bd-a370-5373c0174c23" providerId="ADAL" clId="{2E4C8E7C-7542-49CE-AFAA-B0F3D44A6E95}" dt="2024-12-23T09:11:59.320" v="1166" actId="47"/>
        <pc:sldMkLst>
          <pc:docMk/>
          <pc:sldMk cId="2234520822" sldId="305"/>
        </pc:sldMkLst>
      </pc:sldChg>
      <pc:sldChg chg="addSp delSp modSp new mod">
        <pc:chgData name="Viet." userId="8b74393f-d80c-47bd-a370-5373c0174c23" providerId="ADAL" clId="{2E4C8E7C-7542-49CE-AFAA-B0F3D44A6E95}" dt="2024-12-23T09:31:10.773" v="1415" actId="27636"/>
        <pc:sldMkLst>
          <pc:docMk/>
          <pc:sldMk cId="2497540809" sldId="306"/>
        </pc:sldMkLst>
      </pc:sldChg>
      <pc:sldChg chg="addSp delSp modSp new mod">
        <pc:chgData name="Viet." userId="8b74393f-d80c-47bd-a370-5373c0174c23" providerId="ADAL" clId="{2E4C8E7C-7542-49CE-AFAA-B0F3D44A6E95}" dt="2024-12-23T10:22:59.703" v="1468" actId="1076"/>
        <pc:sldMkLst>
          <pc:docMk/>
          <pc:sldMk cId="2348122299" sldId="307"/>
        </pc:sldMkLst>
      </pc:sldChg>
      <pc:sldChg chg="addSp delSp modSp new mod modNotesTx">
        <pc:chgData name="Viet." userId="8b74393f-d80c-47bd-a370-5373c0174c23" providerId="ADAL" clId="{2E4C8E7C-7542-49CE-AFAA-B0F3D44A6E95}" dt="2024-12-24T14:30:00.027" v="1674" actId="113"/>
        <pc:sldMkLst>
          <pc:docMk/>
          <pc:sldMk cId="2725462218" sldId="308"/>
        </pc:sldMkLst>
      </pc:sldChg>
      <pc:sldChg chg="addSp delSp modSp new mod">
        <pc:chgData name="Viet." userId="8b74393f-d80c-47bd-a370-5373c0174c23" providerId="ADAL" clId="{2E4C8E7C-7542-49CE-AFAA-B0F3D44A6E95}" dt="2024-12-24T15:21:49.362" v="2249" actId="1076"/>
        <pc:sldMkLst>
          <pc:docMk/>
          <pc:sldMk cId="325939935" sldId="309"/>
        </pc:sldMkLst>
      </pc:sldChg>
      <pc:sldChg chg="modSp new mod">
        <pc:chgData name="Viet." userId="8b74393f-d80c-47bd-a370-5373c0174c23" providerId="ADAL" clId="{2E4C8E7C-7542-49CE-AFAA-B0F3D44A6E95}" dt="2024-12-24T15:48:49.562" v="2536"/>
        <pc:sldMkLst>
          <pc:docMk/>
          <pc:sldMk cId="2848946386" sldId="310"/>
        </pc:sldMkLst>
      </pc:sldChg>
      <pc:sldChg chg="addSp delSp modSp new mod modNotesTx">
        <pc:chgData name="Viet." userId="8b74393f-d80c-47bd-a370-5373c0174c23" providerId="ADAL" clId="{2E4C8E7C-7542-49CE-AFAA-B0F3D44A6E95}" dt="2024-12-24T15:55:01.747" v="2614"/>
        <pc:sldMkLst>
          <pc:docMk/>
          <pc:sldMk cId="2004606849" sldId="311"/>
        </pc:sldMkLst>
      </pc:sldChg>
      <pc:sldChg chg="modSp new del mod">
        <pc:chgData name="Viet." userId="8b74393f-d80c-47bd-a370-5373c0174c23" providerId="ADAL" clId="{2E4C8E7C-7542-49CE-AFAA-B0F3D44A6E95}" dt="2024-12-24T15:51:33.173" v="2541" actId="47"/>
        <pc:sldMkLst>
          <pc:docMk/>
          <pc:sldMk cId="730801409" sldId="312"/>
        </pc:sldMkLst>
      </pc:sldChg>
      <pc:sldChg chg="addSp delSp modSp new mod">
        <pc:chgData name="Viet." userId="8b74393f-d80c-47bd-a370-5373c0174c23" providerId="ADAL" clId="{2E4C8E7C-7542-49CE-AFAA-B0F3D44A6E95}" dt="2024-12-24T16:00:15.177" v="2716" actId="27636"/>
        <pc:sldMkLst>
          <pc:docMk/>
          <pc:sldMk cId="909265755" sldId="313"/>
        </pc:sldMkLst>
      </pc:sldChg>
      <pc:sldChg chg="addSp delSp modSp new mod">
        <pc:chgData name="Viet." userId="8b74393f-d80c-47bd-a370-5373c0174c23" providerId="ADAL" clId="{2E4C8E7C-7542-49CE-AFAA-B0F3D44A6E95}" dt="2024-12-24T16:01:13.450" v="2725" actId="2710"/>
        <pc:sldMkLst>
          <pc:docMk/>
          <pc:sldMk cId="3004681399" sldId="314"/>
        </pc:sldMkLst>
      </pc:sldChg>
      <pc:sldChg chg="modSp new add del mod">
        <pc:chgData name="Viet." userId="8b74393f-d80c-47bd-a370-5373c0174c23" providerId="ADAL" clId="{2E4C8E7C-7542-49CE-AFAA-B0F3D44A6E95}" dt="2024-12-24T16:01:30.093" v="2726" actId="47"/>
        <pc:sldMkLst>
          <pc:docMk/>
          <pc:sldMk cId="1415252172" sldId="315"/>
        </pc:sldMkLst>
      </pc:sldChg>
      <pc:sldChg chg="addSp delSp modSp new mod">
        <pc:chgData name="Viet." userId="8b74393f-d80c-47bd-a370-5373c0174c23" providerId="ADAL" clId="{2E4C8E7C-7542-49CE-AFAA-B0F3D44A6E95}" dt="2024-12-24T14:17:34.288" v="1606" actId="1076"/>
        <pc:sldMkLst>
          <pc:docMk/>
          <pc:sldMk cId="3951736494" sldId="316"/>
        </pc:sldMkLst>
      </pc:sldChg>
      <pc:sldChg chg="addSp delSp modSp new del mod">
        <pc:chgData name="Viet." userId="8b74393f-d80c-47bd-a370-5373c0174c23" providerId="ADAL" clId="{2E4C8E7C-7542-49CE-AFAA-B0F3D44A6E95}" dt="2024-12-24T14:17:38.056" v="1607" actId="47"/>
        <pc:sldMkLst>
          <pc:docMk/>
          <pc:sldMk cId="1350407529" sldId="317"/>
        </pc:sldMkLst>
      </pc:sldChg>
      <pc:sldChg chg="new del">
        <pc:chgData name="Viet." userId="8b74393f-d80c-47bd-a370-5373c0174c23" providerId="ADAL" clId="{2E4C8E7C-7542-49CE-AFAA-B0F3D44A6E95}" dt="2024-12-24T14:17:51.344" v="1609" actId="47"/>
        <pc:sldMkLst>
          <pc:docMk/>
          <pc:sldMk cId="1487978256" sldId="317"/>
        </pc:sldMkLst>
      </pc:sldChg>
      <pc:sldChg chg="modSp new mod">
        <pc:chgData name="Viet." userId="8b74393f-d80c-47bd-a370-5373c0174c23" providerId="ADAL" clId="{2E4C8E7C-7542-49CE-AFAA-B0F3D44A6E95}" dt="2024-12-24T14:23:29.090" v="1630" actId="27636"/>
        <pc:sldMkLst>
          <pc:docMk/>
          <pc:sldMk cId="2079067374" sldId="317"/>
        </pc:sldMkLst>
      </pc:sldChg>
      <pc:sldChg chg="addSp delSp modSp add mod">
        <pc:chgData name="Viet." userId="8b74393f-d80c-47bd-a370-5373c0174c23" providerId="ADAL" clId="{2E4C8E7C-7542-49CE-AFAA-B0F3D44A6E95}" dt="2024-12-24T14:31:01.970" v="1684" actId="27636"/>
        <pc:sldMkLst>
          <pc:docMk/>
          <pc:sldMk cId="3708176231" sldId="318"/>
        </pc:sldMkLst>
      </pc:sldChg>
      <pc:sldChg chg="addSp delSp modSp add mod">
        <pc:chgData name="Viet." userId="8b74393f-d80c-47bd-a370-5373c0174c23" providerId="ADAL" clId="{2E4C8E7C-7542-49CE-AFAA-B0F3D44A6E95}" dt="2024-12-24T14:34:22.638" v="1738" actId="113"/>
        <pc:sldMkLst>
          <pc:docMk/>
          <pc:sldMk cId="1532523571" sldId="319"/>
        </pc:sldMkLst>
      </pc:sldChg>
      <pc:sldChg chg="addSp delSp modSp new mod">
        <pc:chgData name="Viet." userId="8b74393f-d80c-47bd-a370-5373c0174c23" providerId="ADAL" clId="{2E4C8E7C-7542-49CE-AFAA-B0F3D44A6E95}" dt="2024-12-24T14:41:55.370" v="2035" actId="113"/>
        <pc:sldMkLst>
          <pc:docMk/>
          <pc:sldMk cId="2346931727" sldId="320"/>
        </pc:sldMkLst>
      </pc:sldChg>
      <pc:sldChg chg="addSp delSp modSp new mod">
        <pc:chgData name="Viet." userId="8b74393f-d80c-47bd-a370-5373c0174c23" providerId="ADAL" clId="{2E4C8E7C-7542-49CE-AFAA-B0F3D44A6E95}" dt="2024-12-24T15:09:50.808" v="2190" actId="313"/>
        <pc:sldMkLst>
          <pc:docMk/>
          <pc:sldMk cId="1106988954" sldId="321"/>
        </pc:sldMkLst>
      </pc:sldChg>
      <pc:sldChg chg="modSp new mod">
        <pc:chgData name="Viet." userId="8b74393f-d80c-47bd-a370-5373c0174c23" providerId="ADAL" clId="{2E4C8E7C-7542-49CE-AFAA-B0F3D44A6E95}" dt="2024-12-24T15:07:58.745" v="2170" actId="27636"/>
        <pc:sldMkLst>
          <pc:docMk/>
          <pc:sldMk cId="1425908042" sldId="322"/>
        </pc:sldMkLst>
      </pc:sldChg>
      <pc:sldChg chg="modSp new del mod">
        <pc:chgData name="Viet." userId="8b74393f-d80c-47bd-a370-5373c0174c23" providerId="ADAL" clId="{2E4C8E7C-7542-49CE-AFAA-B0F3D44A6E95}" dt="2024-12-24T15:10:11.760" v="2191" actId="47"/>
        <pc:sldMkLst>
          <pc:docMk/>
          <pc:sldMk cId="1421053112" sldId="323"/>
        </pc:sldMkLst>
      </pc:sldChg>
      <pc:sldChg chg="addSp delSp modSp new del ord">
        <pc:chgData name="Viet." userId="8b74393f-d80c-47bd-a370-5373c0174c23" providerId="ADAL" clId="{2E4C8E7C-7542-49CE-AFAA-B0F3D44A6E95}" dt="2024-12-24T15:51:12.353" v="2538" actId="47"/>
        <pc:sldMkLst>
          <pc:docMk/>
          <pc:sldMk cId="2814906680" sldId="324"/>
        </pc:sldMkLst>
      </pc:sldChg>
      <pc:sldChg chg="addSp delSp modSp new mod">
        <pc:chgData name="Viet." userId="8b74393f-d80c-47bd-a370-5373c0174c23" providerId="ADAL" clId="{2E4C8E7C-7542-49CE-AFAA-B0F3D44A6E95}" dt="2024-12-24T15:26:01.403" v="2297" actId="1076"/>
        <pc:sldMkLst>
          <pc:docMk/>
          <pc:sldMk cId="3057776307" sldId="325"/>
        </pc:sldMkLst>
      </pc:sldChg>
      <pc:sldChg chg="addSp delSp modSp new mod">
        <pc:chgData name="Viet." userId="8b74393f-d80c-47bd-a370-5373c0174c23" providerId="ADAL" clId="{2E4C8E7C-7542-49CE-AFAA-B0F3D44A6E95}" dt="2024-12-24T15:31:28.254" v="2335" actId="1076"/>
        <pc:sldMkLst>
          <pc:docMk/>
          <pc:sldMk cId="3504665661" sldId="326"/>
        </pc:sldMkLst>
      </pc:sldChg>
      <pc:sldChg chg="addSp delSp modSp new mod">
        <pc:chgData name="Viet." userId="8b74393f-d80c-47bd-a370-5373c0174c23" providerId="ADAL" clId="{2E4C8E7C-7542-49CE-AFAA-B0F3D44A6E95}" dt="2024-12-24T15:35:00.082" v="2362"/>
        <pc:sldMkLst>
          <pc:docMk/>
          <pc:sldMk cId="2490131503" sldId="327"/>
        </pc:sldMkLst>
      </pc:sldChg>
      <pc:sldChg chg="modSp new del mod">
        <pc:chgData name="Viet." userId="8b74393f-d80c-47bd-a370-5373c0174c23" providerId="ADAL" clId="{2E4C8E7C-7542-49CE-AFAA-B0F3D44A6E95}" dt="2024-12-24T15:35:53.191" v="2367" actId="47"/>
        <pc:sldMkLst>
          <pc:docMk/>
          <pc:sldMk cId="1160186485" sldId="328"/>
        </pc:sldMkLst>
      </pc:sldChg>
      <pc:sldChg chg="addSp delSp modSp add mod">
        <pc:chgData name="Viet." userId="8b74393f-d80c-47bd-a370-5373c0174c23" providerId="ADAL" clId="{2E4C8E7C-7542-49CE-AFAA-B0F3D44A6E95}" dt="2024-12-24T15:38:22.987" v="2389"/>
        <pc:sldMkLst>
          <pc:docMk/>
          <pc:sldMk cId="3979017945" sldId="329"/>
        </pc:sldMkLst>
      </pc:sldChg>
      <pc:sldChg chg="addSp modSp new mod">
        <pc:chgData name="Viet." userId="8b74393f-d80c-47bd-a370-5373c0174c23" providerId="ADAL" clId="{2E4C8E7C-7542-49CE-AFAA-B0F3D44A6E95}" dt="2024-12-24T15:46:11.212" v="2487" actId="5793"/>
        <pc:sldMkLst>
          <pc:docMk/>
          <pc:sldMk cId="3530672837" sldId="330"/>
        </pc:sldMkLst>
      </pc:sldChg>
      <pc:sldChg chg="modSp new del mod">
        <pc:chgData name="Viet." userId="8b74393f-d80c-47bd-a370-5373c0174c23" providerId="ADAL" clId="{2E4C8E7C-7542-49CE-AFAA-B0F3D44A6E95}" dt="2024-12-24T15:44:21.984" v="2461" actId="47"/>
        <pc:sldMkLst>
          <pc:docMk/>
          <pc:sldMk cId="3792478419" sldId="331"/>
        </pc:sldMkLst>
      </pc:sldChg>
      <pc:sldChg chg="addSp delSp modSp new mod">
        <pc:chgData name="Viet." userId="8b74393f-d80c-47bd-a370-5373c0174c23" providerId="ADAL" clId="{2E4C8E7C-7542-49CE-AFAA-B0F3D44A6E95}" dt="2024-12-24T15:44:06.803" v="2460" actId="113"/>
        <pc:sldMkLst>
          <pc:docMk/>
          <pc:sldMk cId="598819525" sldId="332"/>
        </pc:sldMkLst>
      </pc:sldChg>
      <pc:sldChg chg="add del">
        <pc:chgData name="Viet." userId="8b74393f-d80c-47bd-a370-5373c0174c23" providerId="ADAL" clId="{2E4C8E7C-7542-49CE-AFAA-B0F3D44A6E95}" dt="2024-12-19T10:29:32.789" v="4" actId="47"/>
        <pc:sldMkLst>
          <pc:docMk/>
          <pc:sldMk cId="3335441607" sldId="337"/>
        </pc:sldMkLst>
      </pc:sldChg>
      <pc:sldChg chg="add del">
        <pc:chgData name="Viet." userId="8b74393f-d80c-47bd-a370-5373c0174c23" providerId="ADAL" clId="{2E4C8E7C-7542-49CE-AFAA-B0F3D44A6E95}" dt="2024-12-19T10:29:32.789" v="4" actId="47"/>
        <pc:sldMkLst>
          <pc:docMk/>
          <pc:sldMk cId="3542381496" sldId="338"/>
        </pc:sldMkLst>
      </pc:sldChg>
      <pc:sldChg chg="add del">
        <pc:chgData name="Viet." userId="8b74393f-d80c-47bd-a370-5373c0174c23" providerId="ADAL" clId="{2E4C8E7C-7542-49CE-AFAA-B0F3D44A6E95}" dt="2024-12-19T10:29:32.789" v="4" actId="47"/>
        <pc:sldMkLst>
          <pc:docMk/>
          <pc:sldMk cId="972042927" sldId="343"/>
        </pc:sldMkLst>
      </pc:sldChg>
      <pc:sldChg chg="add del">
        <pc:chgData name="Viet." userId="8b74393f-d80c-47bd-a370-5373c0174c23" providerId="ADAL" clId="{2E4C8E7C-7542-49CE-AFAA-B0F3D44A6E95}" dt="2024-12-19T10:29:32.789" v="4" actId="47"/>
        <pc:sldMkLst>
          <pc:docMk/>
          <pc:sldMk cId="707483570" sldId="346"/>
        </pc:sldMkLst>
      </pc:sldChg>
      <pc:sldChg chg="add del">
        <pc:chgData name="Viet." userId="8b74393f-d80c-47bd-a370-5373c0174c23" providerId="ADAL" clId="{2E4C8E7C-7542-49CE-AFAA-B0F3D44A6E95}" dt="2024-12-19T10:29:32.789" v="4" actId="47"/>
        <pc:sldMkLst>
          <pc:docMk/>
          <pc:sldMk cId="3276500241" sldId="348"/>
        </pc:sldMkLst>
      </pc:sldChg>
      <pc:sldChg chg="add del">
        <pc:chgData name="Viet." userId="8b74393f-d80c-47bd-a370-5373c0174c23" providerId="ADAL" clId="{2E4C8E7C-7542-49CE-AFAA-B0F3D44A6E95}" dt="2024-12-19T10:29:32.789" v="4" actId="47"/>
        <pc:sldMkLst>
          <pc:docMk/>
          <pc:sldMk cId="2446966224" sldId="349"/>
        </pc:sldMkLst>
      </pc:sldChg>
      <pc:sldChg chg="add del">
        <pc:chgData name="Viet." userId="8b74393f-d80c-47bd-a370-5373c0174c23" providerId="ADAL" clId="{2E4C8E7C-7542-49CE-AFAA-B0F3D44A6E95}" dt="2024-12-19T10:29:32.789" v="4" actId="47"/>
        <pc:sldMkLst>
          <pc:docMk/>
          <pc:sldMk cId="4206017536" sldId="353"/>
        </pc:sldMkLst>
      </pc:sldChg>
      <pc:sldChg chg="add del">
        <pc:chgData name="Viet." userId="8b74393f-d80c-47bd-a370-5373c0174c23" providerId="ADAL" clId="{2E4C8E7C-7542-49CE-AFAA-B0F3D44A6E95}" dt="2024-12-19T10:29:32.789" v="4" actId="47"/>
        <pc:sldMkLst>
          <pc:docMk/>
          <pc:sldMk cId="2474434332" sldId="355"/>
        </pc:sldMkLst>
      </pc:sldChg>
      <pc:sldChg chg="add del">
        <pc:chgData name="Viet." userId="8b74393f-d80c-47bd-a370-5373c0174c23" providerId="ADAL" clId="{2E4C8E7C-7542-49CE-AFAA-B0F3D44A6E95}" dt="2024-12-19T10:29:32.789" v="4" actId="47"/>
        <pc:sldMkLst>
          <pc:docMk/>
          <pc:sldMk cId="3810419677" sldId="356"/>
        </pc:sldMkLst>
      </pc:sldChg>
      <pc:sldChg chg="add del">
        <pc:chgData name="Viet." userId="8b74393f-d80c-47bd-a370-5373c0174c23" providerId="ADAL" clId="{2E4C8E7C-7542-49CE-AFAA-B0F3D44A6E95}" dt="2024-12-19T10:29:32.789" v="4" actId="47"/>
        <pc:sldMkLst>
          <pc:docMk/>
          <pc:sldMk cId="3150911367" sldId="358"/>
        </pc:sldMkLst>
      </pc:sldChg>
      <pc:sldChg chg="add del">
        <pc:chgData name="Viet." userId="8b74393f-d80c-47bd-a370-5373c0174c23" providerId="ADAL" clId="{2E4C8E7C-7542-49CE-AFAA-B0F3D44A6E95}" dt="2024-12-19T10:29:32.789" v="4" actId="47"/>
        <pc:sldMkLst>
          <pc:docMk/>
          <pc:sldMk cId="2948207458" sldId="359"/>
        </pc:sldMkLst>
      </pc:sldChg>
      <pc:sldChg chg="add del">
        <pc:chgData name="Viet." userId="8b74393f-d80c-47bd-a370-5373c0174c23" providerId="ADAL" clId="{2E4C8E7C-7542-49CE-AFAA-B0F3D44A6E95}" dt="2024-12-19T10:29:32.789" v="4" actId="47"/>
        <pc:sldMkLst>
          <pc:docMk/>
          <pc:sldMk cId="904856355" sldId="360"/>
        </pc:sldMkLst>
      </pc:sldChg>
      <pc:sldChg chg="add del">
        <pc:chgData name="Viet." userId="8b74393f-d80c-47bd-a370-5373c0174c23" providerId="ADAL" clId="{2E4C8E7C-7542-49CE-AFAA-B0F3D44A6E95}" dt="2024-12-19T10:29:32.789" v="4" actId="47"/>
        <pc:sldMkLst>
          <pc:docMk/>
          <pc:sldMk cId="3717916934" sldId="363"/>
        </pc:sldMkLst>
      </pc:sldChg>
      <pc:sldChg chg="add del">
        <pc:chgData name="Viet." userId="8b74393f-d80c-47bd-a370-5373c0174c23" providerId="ADAL" clId="{2E4C8E7C-7542-49CE-AFAA-B0F3D44A6E95}" dt="2024-12-19T10:29:32.789" v="4" actId="47"/>
        <pc:sldMkLst>
          <pc:docMk/>
          <pc:sldMk cId="1719024804" sldId="364"/>
        </pc:sldMkLst>
      </pc:sldChg>
      <pc:sldChg chg="add del">
        <pc:chgData name="Viet." userId="8b74393f-d80c-47bd-a370-5373c0174c23" providerId="ADAL" clId="{2E4C8E7C-7542-49CE-AFAA-B0F3D44A6E95}" dt="2024-12-19T10:29:32.789" v="4" actId="47"/>
        <pc:sldMkLst>
          <pc:docMk/>
          <pc:sldMk cId="2268854210" sldId="365"/>
        </pc:sldMkLst>
      </pc:sldChg>
      <pc:sldChg chg="add del">
        <pc:chgData name="Viet." userId="8b74393f-d80c-47bd-a370-5373c0174c23" providerId="ADAL" clId="{2E4C8E7C-7542-49CE-AFAA-B0F3D44A6E95}" dt="2024-12-19T10:29:32.789" v="4" actId="47"/>
        <pc:sldMkLst>
          <pc:docMk/>
          <pc:sldMk cId="2891594502" sldId="366"/>
        </pc:sldMkLst>
      </pc:sldChg>
      <pc:sldChg chg="add del">
        <pc:chgData name="Viet." userId="8b74393f-d80c-47bd-a370-5373c0174c23" providerId="ADAL" clId="{2E4C8E7C-7542-49CE-AFAA-B0F3D44A6E95}" dt="2024-12-19T10:29:32.789" v="4" actId="47"/>
        <pc:sldMkLst>
          <pc:docMk/>
          <pc:sldMk cId="0" sldId="367"/>
        </pc:sldMkLst>
      </pc:sldChg>
      <pc:sldChg chg="add del">
        <pc:chgData name="Viet." userId="8b74393f-d80c-47bd-a370-5373c0174c23" providerId="ADAL" clId="{2E4C8E7C-7542-49CE-AFAA-B0F3D44A6E95}" dt="2024-12-19T10:29:32.789" v="4" actId="47"/>
        <pc:sldMkLst>
          <pc:docMk/>
          <pc:sldMk cId="2992779437" sldId="368"/>
        </pc:sldMkLst>
      </pc:sldChg>
      <pc:sldChg chg="add del">
        <pc:chgData name="Viet." userId="8b74393f-d80c-47bd-a370-5373c0174c23" providerId="ADAL" clId="{2E4C8E7C-7542-49CE-AFAA-B0F3D44A6E95}" dt="2024-12-19T10:29:32.789" v="4" actId="47"/>
        <pc:sldMkLst>
          <pc:docMk/>
          <pc:sldMk cId="3301713662" sldId="369"/>
        </pc:sldMkLst>
      </pc:sldChg>
      <pc:sldChg chg="add del">
        <pc:chgData name="Viet." userId="8b74393f-d80c-47bd-a370-5373c0174c23" providerId="ADAL" clId="{2E4C8E7C-7542-49CE-AFAA-B0F3D44A6E95}" dt="2024-12-19T10:29:32.789" v="4" actId="47"/>
        <pc:sldMkLst>
          <pc:docMk/>
          <pc:sldMk cId="1787869012" sldId="370"/>
        </pc:sldMkLst>
      </pc:sldChg>
      <pc:sldChg chg="add del">
        <pc:chgData name="Viet." userId="8b74393f-d80c-47bd-a370-5373c0174c23" providerId="ADAL" clId="{2E4C8E7C-7542-49CE-AFAA-B0F3D44A6E95}" dt="2024-12-19T10:29:32.789" v="4" actId="47"/>
        <pc:sldMkLst>
          <pc:docMk/>
          <pc:sldMk cId="3615945223" sldId="371"/>
        </pc:sldMkLst>
      </pc:sldChg>
      <pc:sldChg chg="add del">
        <pc:chgData name="Viet." userId="8b74393f-d80c-47bd-a370-5373c0174c23" providerId="ADAL" clId="{2E4C8E7C-7542-49CE-AFAA-B0F3D44A6E95}" dt="2024-12-19T10:29:32.789" v="4" actId="47"/>
        <pc:sldMkLst>
          <pc:docMk/>
          <pc:sldMk cId="1619718783" sldId="373"/>
        </pc:sldMkLst>
      </pc:sldChg>
      <pc:sldChg chg="add del">
        <pc:chgData name="Viet." userId="8b74393f-d80c-47bd-a370-5373c0174c23" providerId="ADAL" clId="{2E4C8E7C-7542-49CE-AFAA-B0F3D44A6E95}" dt="2024-12-19T10:29:32.789" v="4" actId="47"/>
        <pc:sldMkLst>
          <pc:docMk/>
          <pc:sldMk cId="1307411753" sldId="374"/>
        </pc:sldMkLst>
      </pc:sldChg>
      <pc:sldChg chg="add del">
        <pc:chgData name="Viet." userId="8b74393f-d80c-47bd-a370-5373c0174c23" providerId="ADAL" clId="{2E4C8E7C-7542-49CE-AFAA-B0F3D44A6E95}" dt="2024-12-19T10:29:32.789" v="4" actId="47"/>
        <pc:sldMkLst>
          <pc:docMk/>
          <pc:sldMk cId="170672216" sldId="375"/>
        </pc:sldMkLst>
      </pc:sldChg>
      <pc:sldChg chg="add del">
        <pc:chgData name="Viet." userId="8b74393f-d80c-47bd-a370-5373c0174c23" providerId="ADAL" clId="{2E4C8E7C-7542-49CE-AFAA-B0F3D44A6E95}" dt="2024-12-19T10:29:32.789" v="4" actId="47"/>
        <pc:sldMkLst>
          <pc:docMk/>
          <pc:sldMk cId="3631523218" sldId="379"/>
        </pc:sldMkLst>
      </pc:sldChg>
      <pc:sldChg chg="add del">
        <pc:chgData name="Viet." userId="8b74393f-d80c-47bd-a370-5373c0174c23" providerId="ADAL" clId="{2E4C8E7C-7542-49CE-AFAA-B0F3D44A6E95}" dt="2024-12-19T10:29:32.789" v="4" actId="47"/>
        <pc:sldMkLst>
          <pc:docMk/>
          <pc:sldMk cId="612482230" sldId="380"/>
        </pc:sldMkLst>
      </pc:sldChg>
      <pc:sldChg chg="add del">
        <pc:chgData name="Viet." userId="8b74393f-d80c-47bd-a370-5373c0174c23" providerId="ADAL" clId="{2E4C8E7C-7542-49CE-AFAA-B0F3D44A6E95}" dt="2024-12-19T10:29:32.789" v="4" actId="47"/>
        <pc:sldMkLst>
          <pc:docMk/>
          <pc:sldMk cId="2358534610" sldId="381"/>
        </pc:sldMkLst>
      </pc:sldChg>
      <pc:sldChg chg="add del">
        <pc:chgData name="Viet." userId="8b74393f-d80c-47bd-a370-5373c0174c23" providerId="ADAL" clId="{2E4C8E7C-7542-49CE-AFAA-B0F3D44A6E95}" dt="2024-12-19T10:29:32.789" v="4" actId="47"/>
        <pc:sldMkLst>
          <pc:docMk/>
          <pc:sldMk cId="2083814574" sldId="382"/>
        </pc:sldMkLst>
      </pc:sldChg>
      <pc:sldChg chg="add del">
        <pc:chgData name="Viet." userId="8b74393f-d80c-47bd-a370-5373c0174c23" providerId="ADAL" clId="{2E4C8E7C-7542-49CE-AFAA-B0F3D44A6E95}" dt="2024-12-19T10:29:32.789" v="4" actId="47"/>
        <pc:sldMkLst>
          <pc:docMk/>
          <pc:sldMk cId="3663823692" sldId="383"/>
        </pc:sldMkLst>
      </pc:sldChg>
      <pc:sldChg chg="add del">
        <pc:chgData name="Viet." userId="8b74393f-d80c-47bd-a370-5373c0174c23" providerId="ADAL" clId="{2E4C8E7C-7542-49CE-AFAA-B0F3D44A6E95}" dt="2024-12-19T10:29:32.789" v="4" actId="47"/>
        <pc:sldMkLst>
          <pc:docMk/>
          <pc:sldMk cId="2319346433" sldId="384"/>
        </pc:sldMkLst>
      </pc:sldChg>
    </pc:docChg>
  </pc:docChgLst>
  <pc:docChgLst>
    <pc:chgData name="Viet." userId="8b74393f-d80c-47bd-a370-5373c0174c23" providerId="ADAL" clId="{D3FFE420-66E3-4E7A-9FBE-DA74DC42E3FA}"/>
    <pc:docChg chg="undo redo custSel addSld delSld modSld sldOrd addSection modSection">
      <pc:chgData name="Viet." userId="8b74393f-d80c-47bd-a370-5373c0174c23" providerId="ADAL" clId="{D3FFE420-66E3-4E7A-9FBE-DA74DC42E3FA}" dt="2024-12-11T03:53:53.871" v="2082" actId="1076"/>
      <pc:docMkLst>
        <pc:docMk/>
      </pc:docMkLst>
      <pc:sldChg chg="modSp mod">
        <pc:chgData name="Viet." userId="8b74393f-d80c-47bd-a370-5373c0174c23" providerId="ADAL" clId="{D3FFE420-66E3-4E7A-9FBE-DA74DC42E3FA}" dt="2024-12-10T09:16:52.736" v="18" actId="20577"/>
        <pc:sldMkLst>
          <pc:docMk/>
          <pc:sldMk cId="376706786" sldId="271"/>
        </pc:sldMkLst>
      </pc:sldChg>
      <pc:sldChg chg="ord">
        <pc:chgData name="Viet." userId="8b74393f-d80c-47bd-a370-5373c0174c23" providerId="ADAL" clId="{D3FFE420-66E3-4E7A-9FBE-DA74DC42E3FA}" dt="2024-12-10T09:34:01.129" v="216"/>
        <pc:sldMkLst>
          <pc:docMk/>
          <pc:sldMk cId="2094170688" sldId="272"/>
        </pc:sldMkLst>
      </pc:sldChg>
      <pc:sldChg chg="del">
        <pc:chgData name="Viet." userId="8b74393f-d80c-47bd-a370-5373c0174c23" providerId="ADAL" clId="{D3FFE420-66E3-4E7A-9FBE-DA74DC42E3FA}" dt="2024-12-11T01:57:41.958" v="915" actId="47"/>
        <pc:sldMkLst>
          <pc:docMk/>
          <pc:sldMk cId="3890155460" sldId="275"/>
        </pc:sldMkLst>
      </pc:sldChg>
      <pc:sldChg chg="modSp new del mod ord">
        <pc:chgData name="Viet." userId="8b74393f-d80c-47bd-a370-5373c0174c23" providerId="ADAL" clId="{D3FFE420-66E3-4E7A-9FBE-DA74DC42E3FA}" dt="2024-12-10T09:33:17.811" v="199" actId="47"/>
        <pc:sldMkLst>
          <pc:docMk/>
          <pc:sldMk cId="1102806552" sldId="282"/>
        </pc:sldMkLst>
      </pc:sldChg>
      <pc:sldChg chg="addSp delSp modSp new mod modNotesTx">
        <pc:chgData name="Viet." userId="8b74393f-d80c-47bd-a370-5373c0174c23" providerId="ADAL" clId="{D3FFE420-66E3-4E7A-9FBE-DA74DC42E3FA}" dt="2024-12-10T09:16:48.617" v="17"/>
        <pc:sldMkLst>
          <pc:docMk/>
          <pc:sldMk cId="875947354" sldId="283"/>
        </pc:sldMkLst>
      </pc:sldChg>
      <pc:sldChg chg="addSp delSp modSp new mod modNotesTx">
        <pc:chgData name="Viet." userId="8b74393f-d80c-47bd-a370-5373c0174c23" providerId="ADAL" clId="{D3FFE420-66E3-4E7A-9FBE-DA74DC42E3FA}" dt="2024-12-10T09:19:02.447" v="48" actId="1076"/>
        <pc:sldMkLst>
          <pc:docMk/>
          <pc:sldMk cId="1582178500" sldId="284"/>
        </pc:sldMkLst>
      </pc:sldChg>
      <pc:sldChg chg="addSp delSp modSp new mod">
        <pc:chgData name="Viet." userId="8b74393f-d80c-47bd-a370-5373c0174c23" providerId="ADAL" clId="{D3FFE420-66E3-4E7A-9FBE-DA74DC42E3FA}" dt="2024-12-10T09:32:28.342" v="198" actId="242"/>
        <pc:sldMkLst>
          <pc:docMk/>
          <pc:sldMk cId="1634580373" sldId="285"/>
        </pc:sldMkLst>
      </pc:sldChg>
      <pc:sldChg chg="addSp delSp modSp new mod">
        <pc:chgData name="Viet." userId="8b74393f-d80c-47bd-a370-5373c0174c23" providerId="ADAL" clId="{D3FFE420-66E3-4E7A-9FBE-DA74DC42E3FA}" dt="2024-12-10T09:33:39.254" v="214" actId="1076"/>
        <pc:sldMkLst>
          <pc:docMk/>
          <pc:sldMk cId="334040366" sldId="286"/>
        </pc:sldMkLst>
      </pc:sldChg>
      <pc:sldChg chg="addSp delSp modSp new mod modNotesTx">
        <pc:chgData name="Viet." userId="8b74393f-d80c-47bd-a370-5373c0174c23" providerId="ADAL" clId="{D3FFE420-66E3-4E7A-9FBE-DA74DC42E3FA}" dt="2024-12-11T03:10:58.640" v="1483" actId="20577"/>
        <pc:sldMkLst>
          <pc:docMk/>
          <pc:sldMk cId="587489568" sldId="287"/>
        </pc:sldMkLst>
      </pc:sldChg>
      <pc:sldChg chg="addSp delSp modSp new mod modNotesTx">
        <pc:chgData name="Viet." userId="8b74393f-d80c-47bd-a370-5373c0174c23" providerId="ADAL" clId="{D3FFE420-66E3-4E7A-9FBE-DA74DC42E3FA}" dt="2024-12-11T03:11:02.593" v="1484" actId="20577"/>
        <pc:sldMkLst>
          <pc:docMk/>
          <pc:sldMk cId="1966936269" sldId="288"/>
        </pc:sldMkLst>
      </pc:sldChg>
      <pc:sldChg chg="addSp delSp modSp new mod modNotesTx">
        <pc:chgData name="Viet." userId="8b74393f-d80c-47bd-a370-5373c0174c23" providerId="ADAL" clId="{D3FFE420-66E3-4E7A-9FBE-DA74DC42E3FA}" dt="2024-12-10T09:55:18.576" v="318" actId="20577"/>
        <pc:sldMkLst>
          <pc:docMk/>
          <pc:sldMk cId="1877105804" sldId="289"/>
        </pc:sldMkLst>
      </pc:sldChg>
      <pc:sldChg chg="new del">
        <pc:chgData name="Viet." userId="8b74393f-d80c-47bd-a370-5373c0174c23" providerId="ADAL" clId="{D3FFE420-66E3-4E7A-9FBE-DA74DC42E3FA}" dt="2024-12-10T09:47:23.951" v="265" actId="680"/>
        <pc:sldMkLst>
          <pc:docMk/>
          <pc:sldMk cId="3235070515" sldId="289"/>
        </pc:sldMkLst>
      </pc:sldChg>
      <pc:sldChg chg="addSp delSp modSp add mod">
        <pc:chgData name="Viet." userId="8b74393f-d80c-47bd-a370-5373c0174c23" providerId="ADAL" clId="{D3FFE420-66E3-4E7A-9FBE-DA74DC42E3FA}" dt="2024-12-10T09:56:33.910" v="362" actId="2710"/>
        <pc:sldMkLst>
          <pc:docMk/>
          <pc:sldMk cId="888022355" sldId="290"/>
        </pc:sldMkLst>
      </pc:sldChg>
      <pc:sldChg chg="addSp delSp modSp add mod">
        <pc:chgData name="Viet." userId="8b74393f-d80c-47bd-a370-5373c0174c23" providerId="ADAL" clId="{D3FFE420-66E3-4E7A-9FBE-DA74DC42E3FA}" dt="2024-12-10T09:57:19.326" v="387" actId="20577"/>
        <pc:sldMkLst>
          <pc:docMk/>
          <pc:sldMk cId="2506865761" sldId="291"/>
        </pc:sldMkLst>
      </pc:sldChg>
      <pc:sldChg chg="addSp delSp modSp add mod modNotesTx">
        <pc:chgData name="Viet." userId="8b74393f-d80c-47bd-a370-5373c0174c23" providerId="ADAL" clId="{D3FFE420-66E3-4E7A-9FBE-DA74DC42E3FA}" dt="2024-12-10T10:00:08.106" v="452" actId="113"/>
        <pc:sldMkLst>
          <pc:docMk/>
          <pc:sldMk cId="3583917961" sldId="292"/>
        </pc:sldMkLst>
      </pc:sldChg>
      <pc:sldChg chg="addSp delSp modSp add mod">
        <pc:chgData name="Viet." userId="8b74393f-d80c-47bd-a370-5373c0174c23" providerId="ADAL" clId="{D3FFE420-66E3-4E7A-9FBE-DA74DC42E3FA}" dt="2024-12-10T09:59:49.622" v="447" actId="27636"/>
        <pc:sldMkLst>
          <pc:docMk/>
          <pc:sldMk cId="1265701753" sldId="293"/>
        </pc:sldMkLst>
      </pc:sldChg>
      <pc:sldChg chg="addSp delSp modSp add mod">
        <pc:chgData name="Viet." userId="8b74393f-d80c-47bd-a370-5373c0174c23" providerId="ADAL" clId="{D3FFE420-66E3-4E7A-9FBE-DA74DC42E3FA}" dt="2024-12-10T10:00:37.980" v="463" actId="2710"/>
        <pc:sldMkLst>
          <pc:docMk/>
          <pc:sldMk cId="3992243246" sldId="294"/>
        </pc:sldMkLst>
      </pc:sldChg>
      <pc:sldChg chg="delSp modSp add mod modNotesTx">
        <pc:chgData name="Viet." userId="8b74393f-d80c-47bd-a370-5373c0174c23" providerId="ADAL" clId="{D3FFE420-66E3-4E7A-9FBE-DA74DC42E3FA}" dt="2024-12-10T10:06:29.324" v="542" actId="20577"/>
        <pc:sldMkLst>
          <pc:docMk/>
          <pc:sldMk cId="3466296032" sldId="295"/>
        </pc:sldMkLst>
      </pc:sldChg>
      <pc:sldChg chg="addSp delSp modSp new del mod">
        <pc:chgData name="Viet." userId="8b74393f-d80c-47bd-a370-5373c0174c23" providerId="ADAL" clId="{D3FFE420-66E3-4E7A-9FBE-DA74DC42E3FA}" dt="2024-12-10T10:11:00.599" v="623" actId="47"/>
        <pc:sldMkLst>
          <pc:docMk/>
          <pc:sldMk cId="214661903" sldId="296"/>
        </pc:sldMkLst>
      </pc:sldChg>
      <pc:sldChg chg="addSp delSp modSp new mod">
        <pc:chgData name="Viet." userId="8b74393f-d80c-47bd-a370-5373c0174c23" providerId="ADAL" clId="{D3FFE420-66E3-4E7A-9FBE-DA74DC42E3FA}" dt="2024-12-10T10:10:57.405" v="622" actId="122"/>
        <pc:sldMkLst>
          <pc:docMk/>
          <pc:sldMk cId="2486421377" sldId="297"/>
        </pc:sldMkLst>
      </pc:sldChg>
      <pc:sldChg chg="addSp delSp modSp new mod ord">
        <pc:chgData name="Viet." userId="8b74393f-d80c-47bd-a370-5373c0174c23" providerId="ADAL" clId="{D3FFE420-66E3-4E7A-9FBE-DA74DC42E3FA}" dt="2024-12-11T03:11:26.737" v="1491" actId="113"/>
        <pc:sldMkLst>
          <pc:docMk/>
          <pc:sldMk cId="266466429" sldId="298"/>
        </pc:sldMkLst>
      </pc:sldChg>
      <pc:sldChg chg="addSp delSp modSp new mod">
        <pc:chgData name="Viet." userId="8b74393f-d80c-47bd-a370-5373c0174c23" providerId="ADAL" clId="{D3FFE420-66E3-4E7A-9FBE-DA74DC42E3FA}" dt="2024-12-10T10:52:33.873" v="809"/>
        <pc:sldMkLst>
          <pc:docMk/>
          <pc:sldMk cId="441416761" sldId="299"/>
        </pc:sldMkLst>
      </pc:sldChg>
      <pc:sldChg chg="addSp delSp modSp new del mod ord">
        <pc:chgData name="Viet." userId="8b74393f-d80c-47bd-a370-5373c0174c23" providerId="ADAL" clId="{D3FFE420-66E3-4E7A-9FBE-DA74DC42E3FA}" dt="2024-12-10T10:36:25.166" v="680" actId="47"/>
        <pc:sldMkLst>
          <pc:docMk/>
          <pc:sldMk cId="1167882960" sldId="299"/>
        </pc:sldMkLst>
      </pc:sldChg>
      <pc:sldChg chg="addSp delSp modSp new mod">
        <pc:chgData name="Viet." userId="8b74393f-d80c-47bd-a370-5373c0174c23" providerId="ADAL" clId="{D3FFE420-66E3-4E7A-9FBE-DA74DC42E3FA}" dt="2024-12-11T02:49:58.689" v="1043" actId="20577"/>
        <pc:sldMkLst>
          <pc:docMk/>
          <pc:sldMk cId="3278453615" sldId="300"/>
        </pc:sldMkLst>
      </pc:sldChg>
      <pc:sldChg chg="addSp delSp modSp new mod modNotesTx">
        <pc:chgData name="Viet." userId="8b74393f-d80c-47bd-a370-5373c0174c23" providerId="ADAL" clId="{D3FFE420-66E3-4E7A-9FBE-DA74DC42E3FA}" dt="2024-12-10T11:06:37.548" v="914"/>
        <pc:sldMkLst>
          <pc:docMk/>
          <pc:sldMk cId="2642598195" sldId="301"/>
        </pc:sldMkLst>
      </pc:sldChg>
      <pc:sldChg chg="addSp delSp modSp new mod modNotesTx">
        <pc:chgData name="Viet." userId="8b74393f-d80c-47bd-a370-5373c0174c23" providerId="ADAL" clId="{D3FFE420-66E3-4E7A-9FBE-DA74DC42E3FA}" dt="2024-12-11T02:11:46.781" v="959" actId="1076"/>
        <pc:sldMkLst>
          <pc:docMk/>
          <pc:sldMk cId="244231631" sldId="302"/>
        </pc:sldMkLst>
      </pc:sldChg>
      <pc:sldChg chg="addSp delSp modSp new mod modNotesTx">
        <pc:chgData name="Viet." userId="8b74393f-d80c-47bd-a370-5373c0174c23" providerId="ADAL" clId="{D3FFE420-66E3-4E7A-9FBE-DA74DC42E3FA}" dt="2024-12-11T02:41:33.285" v="1040" actId="1076"/>
        <pc:sldMkLst>
          <pc:docMk/>
          <pc:sldMk cId="1873726765" sldId="303"/>
        </pc:sldMkLst>
      </pc:sldChg>
      <pc:sldChg chg="addSp modSp new del mod">
        <pc:chgData name="Viet." userId="8b74393f-d80c-47bd-a370-5373c0174c23" providerId="ADAL" clId="{D3FFE420-66E3-4E7A-9FBE-DA74DC42E3FA}" dt="2024-12-11T03:00:08.410" v="1266" actId="47"/>
        <pc:sldMkLst>
          <pc:docMk/>
          <pc:sldMk cId="2310480117" sldId="304"/>
        </pc:sldMkLst>
      </pc:sldChg>
      <pc:sldChg chg="new del">
        <pc:chgData name="Viet." userId="8b74393f-d80c-47bd-a370-5373c0174c23" providerId="ADAL" clId="{D3FFE420-66E3-4E7A-9FBE-DA74DC42E3FA}" dt="2024-12-11T02:54:41.912" v="1167" actId="680"/>
        <pc:sldMkLst>
          <pc:docMk/>
          <pc:sldMk cId="2072217706" sldId="305"/>
        </pc:sldMkLst>
      </pc:sldChg>
      <pc:sldChg chg="addSp delSp modSp new mod modNotesTx">
        <pc:chgData name="Viet." userId="8b74393f-d80c-47bd-a370-5373c0174c23" providerId="ADAL" clId="{D3FFE420-66E3-4E7A-9FBE-DA74DC42E3FA}" dt="2024-12-11T03:00:05.130" v="1265" actId="20577"/>
        <pc:sldMkLst>
          <pc:docMk/>
          <pc:sldMk cId="2846015175" sldId="305"/>
        </pc:sldMkLst>
      </pc:sldChg>
      <pc:sldChg chg="modSp new del mod">
        <pc:chgData name="Viet." userId="8b74393f-d80c-47bd-a370-5373c0174c23" providerId="ADAL" clId="{D3FFE420-66E3-4E7A-9FBE-DA74DC42E3FA}" dt="2024-12-11T03:01:18.352" v="1300" actId="47"/>
        <pc:sldMkLst>
          <pc:docMk/>
          <pc:sldMk cId="460122246" sldId="306"/>
        </pc:sldMkLst>
      </pc:sldChg>
      <pc:sldChg chg="addSp delSp modSp new mod modNotesTx">
        <pc:chgData name="Viet." userId="8b74393f-d80c-47bd-a370-5373c0174c23" providerId="ADAL" clId="{D3FFE420-66E3-4E7A-9FBE-DA74DC42E3FA}" dt="2024-12-11T03:06:35.821" v="1367" actId="20577"/>
        <pc:sldMkLst>
          <pc:docMk/>
          <pc:sldMk cId="542786232" sldId="306"/>
        </pc:sldMkLst>
      </pc:sldChg>
      <pc:sldChg chg="addSp delSp modSp new mod">
        <pc:chgData name="Viet." userId="8b74393f-d80c-47bd-a370-5373c0174c23" providerId="ADAL" clId="{D3FFE420-66E3-4E7A-9FBE-DA74DC42E3FA}" dt="2024-12-11T03:08:17.817" v="1436" actId="20577"/>
        <pc:sldMkLst>
          <pc:docMk/>
          <pc:sldMk cId="2044325086" sldId="307"/>
        </pc:sldMkLst>
      </pc:sldChg>
      <pc:sldChg chg="new del">
        <pc:chgData name="Viet." userId="8b74393f-d80c-47bd-a370-5373c0174c23" providerId="ADAL" clId="{D3FFE420-66E3-4E7A-9FBE-DA74DC42E3FA}" dt="2024-12-11T03:07:03.574" v="1369" actId="680"/>
        <pc:sldMkLst>
          <pc:docMk/>
          <pc:sldMk cId="3373423935" sldId="307"/>
        </pc:sldMkLst>
      </pc:sldChg>
      <pc:sldChg chg="modSp new del mod">
        <pc:chgData name="Viet." userId="8b74393f-d80c-47bd-a370-5373c0174c23" providerId="ADAL" clId="{D3FFE420-66E3-4E7A-9FBE-DA74DC42E3FA}" dt="2024-12-11T03:10:22.185" v="1472" actId="47"/>
        <pc:sldMkLst>
          <pc:docMk/>
          <pc:sldMk cId="1036742409" sldId="308"/>
        </pc:sldMkLst>
      </pc:sldChg>
      <pc:sldChg chg="modSp new del mod">
        <pc:chgData name="Viet." userId="8b74393f-d80c-47bd-a370-5373c0174c23" providerId="ADAL" clId="{D3FFE420-66E3-4E7A-9FBE-DA74DC42E3FA}" dt="2024-12-11T03:08:59.183" v="1446" actId="47"/>
        <pc:sldMkLst>
          <pc:docMk/>
          <pc:sldMk cId="2831856283" sldId="308"/>
        </pc:sldMkLst>
      </pc:sldChg>
      <pc:sldChg chg="addSp delSp modSp new mod">
        <pc:chgData name="Viet." userId="8b74393f-d80c-47bd-a370-5373c0174c23" providerId="ADAL" clId="{D3FFE420-66E3-4E7A-9FBE-DA74DC42E3FA}" dt="2024-12-11T03:20:01.202" v="1770" actId="1076"/>
        <pc:sldMkLst>
          <pc:docMk/>
          <pc:sldMk cId="3623335234" sldId="309"/>
        </pc:sldMkLst>
      </pc:sldChg>
      <pc:sldChg chg="addSp delSp modSp new mod">
        <pc:chgData name="Viet." userId="8b74393f-d80c-47bd-a370-5373c0174c23" providerId="ADAL" clId="{D3FFE420-66E3-4E7A-9FBE-DA74DC42E3FA}" dt="2024-12-11T03:19:07.732" v="1756" actId="255"/>
        <pc:sldMkLst>
          <pc:docMk/>
          <pc:sldMk cId="2324870116" sldId="310"/>
        </pc:sldMkLst>
      </pc:sldChg>
      <pc:sldChg chg="addSp delSp modSp new mod">
        <pc:chgData name="Viet." userId="8b74393f-d80c-47bd-a370-5373c0174c23" providerId="ADAL" clId="{D3FFE420-66E3-4E7A-9FBE-DA74DC42E3FA}" dt="2024-12-11T03:46:33.645" v="2011" actId="27636"/>
        <pc:sldMkLst>
          <pc:docMk/>
          <pc:sldMk cId="3718723415" sldId="311"/>
        </pc:sldMkLst>
      </pc:sldChg>
      <pc:sldChg chg="modSp add mod ord">
        <pc:chgData name="Viet." userId="8b74393f-d80c-47bd-a370-5373c0174c23" providerId="ADAL" clId="{D3FFE420-66E3-4E7A-9FBE-DA74DC42E3FA}" dt="2024-12-11T03:47:30.767" v="2021" actId="20577"/>
        <pc:sldMkLst>
          <pc:docMk/>
          <pc:sldMk cId="808095627" sldId="312"/>
        </pc:sldMkLst>
      </pc:sldChg>
      <pc:sldChg chg="modSp new del mod">
        <pc:chgData name="Viet." userId="8b74393f-d80c-47bd-a370-5373c0174c23" providerId="ADAL" clId="{D3FFE420-66E3-4E7A-9FBE-DA74DC42E3FA}" dt="2024-12-11T03:46:50.197" v="2012" actId="47"/>
        <pc:sldMkLst>
          <pc:docMk/>
          <pc:sldMk cId="3710399042" sldId="312"/>
        </pc:sldMkLst>
      </pc:sldChg>
      <pc:sldChg chg="addSp delSp modSp new mod">
        <pc:chgData name="Viet." userId="8b74393f-d80c-47bd-a370-5373c0174c23" providerId="ADAL" clId="{D3FFE420-66E3-4E7A-9FBE-DA74DC42E3FA}" dt="2024-12-11T03:48:55.121" v="2048" actId="1076"/>
        <pc:sldMkLst>
          <pc:docMk/>
          <pc:sldMk cId="2415700636" sldId="313"/>
        </pc:sldMkLst>
      </pc:sldChg>
      <pc:sldChg chg="addSp delSp modSp new mod">
        <pc:chgData name="Viet." userId="8b74393f-d80c-47bd-a370-5373c0174c23" providerId="ADAL" clId="{D3FFE420-66E3-4E7A-9FBE-DA74DC42E3FA}" dt="2024-12-11T03:53:53.871" v="2082" actId="1076"/>
        <pc:sldMkLst>
          <pc:docMk/>
          <pc:sldMk cId="2809350118" sldId="31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09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0" dirty="0"/>
              <a:t>Tại Sao Cần Bảo Mật?</a:t>
            </a:r>
          </a:p>
          <a:p>
            <a:pPr>
              <a:buFont typeface="Arial" panose="020B0604020202020204" pitchFamily="34" charset="0"/>
              <a:buChar char="•"/>
            </a:pPr>
            <a:r>
              <a:rPr lang="vi-VN" b="0" dirty="0"/>
              <a:t>Truy Cập/Người Dùng Được Ủy Quyền.</a:t>
            </a:r>
          </a:p>
          <a:p>
            <a:pPr>
              <a:buFont typeface="Arial" panose="020B0604020202020204" pitchFamily="34" charset="0"/>
              <a:buChar char="•"/>
            </a:pPr>
            <a:r>
              <a:rPr lang="vi-VN" b="0" dirty="0"/>
              <a:t>Bảo Vệ Dữ Liệu Nhạy Cảm.</a:t>
            </a:r>
          </a:p>
          <a:p>
            <a:pPr>
              <a:buFont typeface="Arial" panose="020B0604020202020204" pitchFamily="34" charset="0"/>
              <a:buChar char="•"/>
            </a:pPr>
            <a:r>
              <a:rPr lang="vi-VN" b="0" dirty="0"/>
              <a:t>Giảm Thiểu Các Mối Đe Dọa Bảo Mật Phổ Biến.</a:t>
            </a:r>
          </a:p>
          <a:p>
            <a:pPr>
              <a:buFont typeface="Arial" panose="020B0604020202020204" pitchFamily="34" charset="0"/>
              <a:buChar char="•"/>
            </a:pPr>
            <a:r>
              <a:rPr lang="vi-VN" b="0" dirty="0"/>
              <a:t>Bảo Vệ Tính Khả Dụng của Ứng Dụng.</a:t>
            </a:r>
          </a:p>
          <a:p>
            <a:r>
              <a:rPr lang="vi-VN" b="0" dirty="0"/>
              <a:t>TẠI SAO BẢO MẬT ỨNG DỤNG LẠI QUAN TRỌNG?</a:t>
            </a:r>
          </a:p>
          <a:p>
            <a:pPr>
              <a:buFont typeface="Arial" panose="020B0604020202020204" pitchFamily="34" charset="0"/>
              <a:buChar char="•"/>
            </a:pPr>
            <a:r>
              <a:rPr lang="vi-VN" b="0" dirty="0"/>
              <a:t>Ứng Dụng Chứa Thông Tin Nhạy Cảm.</a:t>
            </a:r>
          </a:p>
          <a:p>
            <a:pPr>
              <a:buFont typeface="Arial" panose="020B0604020202020204" pitchFamily="34" charset="0"/>
              <a:buChar char="•"/>
            </a:pPr>
            <a:r>
              <a:rPr lang="vi-VN" b="0" dirty="0"/>
              <a:t>Các Mối Đe Dọa Mới Xuất Hiện Hàng Ngày.</a:t>
            </a:r>
          </a:p>
          <a:p>
            <a:pPr>
              <a:buFont typeface="Arial" panose="020B0604020202020204" pitchFamily="34" charset="0"/>
              <a:buChar char="•"/>
            </a:pPr>
            <a:r>
              <a:rPr lang="vi-VN" b="0" dirty="0"/>
              <a:t>Ứng Dụng Có Sẵn Trên Nhiều Nền Tảng Khác Nhau.</a:t>
            </a:r>
          </a:p>
          <a:p>
            <a:pPr>
              <a:buFont typeface="Arial" panose="020B0604020202020204" pitchFamily="34" charset="0"/>
              <a:buChar char="•"/>
            </a:pPr>
            <a:r>
              <a:rPr lang="vi-VN" b="0" dirty="0"/>
              <a:t>Kết Nối Với Đám Mây.</a:t>
            </a:r>
          </a:p>
          <a:p>
            <a:endParaRPr lang="en-US" b="0" dirty="0"/>
          </a:p>
        </p:txBody>
      </p:sp>
    </p:spTree>
    <p:extLst>
      <p:ext uri="{BB962C8B-B14F-4D97-AF65-F5344CB8AC3E}">
        <p14:creationId xmlns:p14="http://schemas.microsoft.com/office/powerpoint/2010/main" val="2240007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Spring Security</a:t>
            </a:r>
            <a:endParaRPr lang="vi-VN" dirty="0"/>
          </a:p>
          <a:p>
            <a:pPr>
              <a:buFont typeface="Arial" panose="020B0604020202020204" pitchFamily="34" charset="0"/>
              <a:buChar char="•"/>
            </a:pPr>
            <a:r>
              <a:rPr lang="vi-VN" dirty="0"/>
              <a:t>Là một framework mạnh mẽ trong hệ sinh thái Spring, cung cấp các tính năng bảo mật toàn diện cho các ứng dụng Java.</a:t>
            </a:r>
          </a:p>
          <a:p>
            <a:pPr>
              <a:buFont typeface="Arial" panose="020B0604020202020204" pitchFamily="34" charset="0"/>
              <a:buChar char="•"/>
            </a:pPr>
            <a:r>
              <a:rPr lang="vi-VN" dirty="0"/>
              <a:t>Cung cấp các cơ chế mạnh mẽ cho </a:t>
            </a:r>
            <a:r>
              <a:rPr lang="vi-VN" b="1" dirty="0"/>
              <a:t>xác thực</a:t>
            </a:r>
            <a:r>
              <a:rPr lang="vi-VN" dirty="0"/>
              <a:t>, </a:t>
            </a:r>
            <a:r>
              <a:rPr lang="vi-VN" b="1" dirty="0"/>
              <a:t>ủy quyền</a:t>
            </a:r>
            <a:r>
              <a:rPr lang="vi-VN" dirty="0"/>
              <a:t> và bảo vệ chống lại các lỗ hổng bảo mật phổ biến như CSRF, XSS và session fixation.</a:t>
            </a:r>
          </a:p>
          <a:p>
            <a:endParaRPr lang="en-US" dirty="0"/>
          </a:p>
        </p:txBody>
      </p:sp>
    </p:spTree>
    <p:extLst>
      <p:ext uri="{BB962C8B-B14F-4D97-AF65-F5344CB8AC3E}">
        <p14:creationId xmlns:p14="http://schemas.microsoft.com/office/powerpoint/2010/main" val="4260391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Các Tính Năng Bảo Mật Chính:</a:t>
            </a:r>
            <a:endParaRPr lang="vi-VN" dirty="0"/>
          </a:p>
          <a:p>
            <a:pPr>
              <a:buFont typeface="Arial" panose="020B0604020202020204" pitchFamily="34" charset="0"/>
              <a:buChar char="•"/>
            </a:pPr>
            <a:r>
              <a:rPr lang="vi-VN" b="1" dirty="0"/>
              <a:t>Xác Thực (Authentication):</a:t>
            </a:r>
            <a:endParaRPr lang="vi-VN" dirty="0"/>
          </a:p>
          <a:p>
            <a:pPr marL="742950" lvl="1" indent="-285750">
              <a:buFont typeface="Arial" panose="020B0604020202020204" pitchFamily="34" charset="0"/>
              <a:buChar char="•"/>
            </a:pPr>
            <a:r>
              <a:rPr lang="vi-VN" dirty="0"/>
              <a:t>Xác minh danh tính của người dùng.</a:t>
            </a:r>
          </a:p>
          <a:p>
            <a:pPr marL="742950" lvl="1" indent="-285750">
              <a:buFont typeface="Arial" panose="020B0604020202020204" pitchFamily="34" charset="0"/>
              <a:buChar char="•"/>
            </a:pPr>
            <a:r>
              <a:rPr lang="vi-VN" dirty="0"/>
              <a:t>Hỗ trợ nhiều phương thức, chẳng hạn như tên người dùng/mật khẩu, mã thông báo (ví dụ: JWT), OAuth2 và LDAP.</a:t>
            </a:r>
          </a:p>
          <a:p>
            <a:pPr>
              <a:buFont typeface="Arial" panose="020B0604020202020204" pitchFamily="34" charset="0"/>
              <a:buChar char="•"/>
            </a:pPr>
            <a:r>
              <a:rPr lang="vi-VN" b="1" dirty="0"/>
              <a:t>Ủy Quyền (Authorization):</a:t>
            </a:r>
            <a:endParaRPr lang="vi-VN" dirty="0"/>
          </a:p>
          <a:p>
            <a:pPr marL="742950" lvl="1" indent="-285750">
              <a:buFont typeface="Arial" panose="020B0604020202020204" pitchFamily="34" charset="0"/>
              <a:buChar char="•"/>
            </a:pPr>
            <a:r>
              <a:rPr lang="vi-VN" dirty="0"/>
              <a:t>Kiểm soát quyền truy cập vào tài nguyên dựa trên vai trò, quyền hoặc thuộc tính của người dùng.</a:t>
            </a:r>
          </a:p>
          <a:p>
            <a:pPr>
              <a:buFont typeface="Arial" panose="020B0604020202020204" pitchFamily="34" charset="0"/>
              <a:buChar char="•"/>
            </a:pPr>
            <a:r>
              <a:rPr lang="vi-VN" b="1" dirty="0"/>
              <a:t>Quản Lý Mật Khẩu (Password Management):</a:t>
            </a:r>
            <a:endParaRPr lang="vi-VN" dirty="0"/>
          </a:p>
          <a:p>
            <a:pPr marL="742950" lvl="1" indent="-285750">
              <a:buFont typeface="Arial" panose="020B0604020202020204" pitchFamily="34" charset="0"/>
              <a:buChar char="•"/>
            </a:pPr>
            <a:r>
              <a:rPr lang="vi-VN" dirty="0"/>
              <a:t>Bao gồm các thuật toán băm an toàn (ví dụ: BCrypt, PBKDF2) để lưu trữ mật khẩu.</a:t>
            </a:r>
          </a:p>
          <a:p>
            <a:pPr>
              <a:buFont typeface="Arial" panose="020B0604020202020204" pitchFamily="34" charset="0"/>
              <a:buChar char="•"/>
            </a:pPr>
            <a:r>
              <a:rPr lang="vi-VN" b="1" dirty="0"/>
              <a:t>Bảo Vệ CSRF (CSRF Protection):</a:t>
            </a:r>
            <a:endParaRPr lang="vi-VN" dirty="0"/>
          </a:p>
          <a:p>
            <a:pPr marL="742950" lvl="1" indent="-285750">
              <a:buFont typeface="Arial" panose="020B0604020202020204" pitchFamily="34" charset="0"/>
              <a:buChar char="•"/>
            </a:pPr>
            <a:r>
              <a:rPr lang="vi-VN" dirty="0"/>
              <a:t>Ngăn chặn các cuộc tấn công Giả mạo Yêu cầu Liên trang (Cross-Site Request Forgery) bằng cách yêu cầu mã thông báo duy nhất cho các yêu cầu thay đổi trạng thái.</a:t>
            </a:r>
          </a:p>
          <a:p>
            <a:pPr>
              <a:buFont typeface="Arial" panose="020B0604020202020204" pitchFamily="34" charset="0"/>
              <a:buChar char="•"/>
            </a:pPr>
            <a:r>
              <a:rPr lang="vi-VN" b="1" dirty="0"/>
              <a:t>Quản Lý Phiên (Session Management):</a:t>
            </a:r>
            <a:endParaRPr lang="vi-VN" dirty="0"/>
          </a:p>
          <a:p>
            <a:pPr marL="742950" lvl="1" indent="-285750">
              <a:buFont typeface="Arial" panose="020B0604020202020204" pitchFamily="34" charset="0"/>
              <a:buChar char="•"/>
            </a:pPr>
            <a:r>
              <a:rPr lang="vi-VN" dirty="0"/>
              <a:t>Cung cấp các tính năng kiểm soát phiên đồng thời và bảo vệ sửa lỗi phiên (session fixation).</a:t>
            </a:r>
          </a:p>
          <a:p>
            <a:pPr>
              <a:buFont typeface="Arial" panose="020B0604020202020204" pitchFamily="34" charset="0"/>
              <a:buChar char="•"/>
            </a:pPr>
            <a:r>
              <a:rPr lang="vi-VN" b="1" dirty="0"/>
              <a:t>Tích Hợp với OAuth2 và JWT (Integration with OAuth2 and JWT):</a:t>
            </a:r>
            <a:endParaRPr lang="vi-VN" dirty="0"/>
          </a:p>
          <a:p>
            <a:pPr marL="742950" lvl="1" indent="-285750">
              <a:buFont typeface="Arial" panose="020B0604020202020204" pitchFamily="34" charset="0"/>
              <a:buChar char="•"/>
            </a:pPr>
            <a:r>
              <a:rPr lang="vi-VN" dirty="0"/>
              <a:t>Hỗ trợ OAuth2 để xác thực API an toàn và JWT để xác thực không trạng thái.</a:t>
            </a:r>
          </a:p>
          <a:p>
            <a:pPr>
              <a:buFont typeface="Arial" panose="020B0604020202020204" pitchFamily="34" charset="0"/>
              <a:buChar char="•"/>
            </a:pPr>
            <a:r>
              <a:rPr lang="vi-VN" b="1" dirty="0"/>
              <a:t>Quy Tắc Bảo Mật Tùy Chỉnh (Custom Security Rules):</a:t>
            </a:r>
            <a:endParaRPr lang="vi-VN" dirty="0"/>
          </a:p>
          <a:p>
            <a:pPr marL="742950" lvl="1" indent="-285750">
              <a:buFont typeface="Arial" panose="020B0604020202020204" pitchFamily="34" charset="0"/>
              <a:buChar char="•"/>
            </a:pPr>
            <a:r>
              <a:rPr lang="vi-VN" dirty="0"/>
              <a:t>Dễ dàng tùy chỉnh để xác định cấu hình bảo mật cho các điểm cuối, đường dẫn và vai trò người dùng.</a:t>
            </a:r>
          </a:p>
          <a:p>
            <a:endParaRPr lang="en-US" dirty="0"/>
          </a:p>
        </p:txBody>
      </p:sp>
    </p:spTree>
    <p:extLst>
      <p:ext uri="{BB962C8B-B14F-4D97-AF65-F5344CB8AC3E}">
        <p14:creationId xmlns:p14="http://schemas.microsoft.com/office/powerpoint/2010/main" val="994188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Người dùng nhập thông tin xác thực (User entered credentials):</a:t>
            </a:r>
            <a:r>
              <a:rPr lang="vi-VN" dirty="0"/>
              <a:t> Người dùng nhập tên người dùng và mật khẩu (hoặc các thông tin xác thực khác) vào giao diện đăng nhập. </a:t>
            </a:r>
            <a:endParaRPr lang="en-US" dirty="0"/>
          </a:p>
          <a:p>
            <a:r>
              <a:rPr lang="vi-VN" b="1" dirty="0"/>
              <a:t>Bộ lọc xác thực (Authentication Filter):</a:t>
            </a:r>
            <a:r>
              <a:rPr lang="vi-VN" dirty="0"/>
              <a:t> Bộ lọc này là điểm vào của quy trình xác thực. Nó nhận thông tin xác thực từ người dùng và tạo ra một đối tượng Authentication (thường là UsernamePasswordAuthenticationToken). </a:t>
            </a:r>
            <a:endParaRPr lang="en-US" dirty="0"/>
          </a:p>
          <a:p>
            <a:r>
              <a:rPr lang="vi-VN" b="1" dirty="0"/>
              <a:t>Trình quản lý xác thực (Authentication Manager):</a:t>
            </a:r>
            <a:r>
              <a:rPr lang="vi-VN" dirty="0"/>
              <a:t> Trình quản lý xác thực là một interface chịu trách nhiệm ủy quyền quy trình xác thực cho các AuthenticationProvider khác nhau. </a:t>
            </a:r>
            <a:endParaRPr lang="en-US" dirty="0"/>
          </a:p>
          <a:p>
            <a:r>
              <a:rPr lang="vi-VN" b="1" dirty="0"/>
              <a:t>Nhà cung cấp xác thực (Authentication Provider):</a:t>
            </a:r>
            <a:r>
              <a:rPr lang="vi-VN" dirty="0"/>
              <a:t> AuthenticationProvider là nơi thực hiện xác thực thực tế. Spring Security có nhiều AuthenticationProvider khác nhau cho các phương thức xác thực khác nhau (ví dụ: xác thực dựa trên cơ sở dữ liệu, xác thực LDAP). </a:t>
            </a:r>
            <a:endParaRPr lang="en-US" dirty="0"/>
          </a:p>
          <a:p>
            <a:r>
              <a:rPr lang="vi-VN" b="1" dirty="0"/>
              <a:t>Dịch vụ thông tin chi tiết người dùng (User Details Service):</a:t>
            </a:r>
            <a:r>
              <a:rPr lang="vi-VN" dirty="0"/>
              <a:t> UserDetailsService được sử dụng để tải thông tin chi tiết của người dùng từ nguồn dữ liệu (ví dụ: cơ sở dữ liệu). </a:t>
            </a:r>
            <a:endParaRPr lang="en-US" dirty="0"/>
          </a:p>
          <a:p>
            <a:r>
              <a:rPr lang="vi-VN" b="1" dirty="0"/>
              <a:t>Bộ mã hóa mật khẩu (Password Encoder):</a:t>
            </a:r>
            <a:r>
              <a:rPr lang="vi-VN" dirty="0"/>
              <a:t> PasswordEncoder được sử dụng để mã hóa và so sánh mật khẩu. </a:t>
            </a:r>
            <a:endParaRPr lang="en-US" dirty="0"/>
          </a:p>
          <a:p>
            <a:r>
              <a:rPr lang="vi-VN" b="1" dirty="0"/>
              <a:t>AuthenticationProvider trả về kết quả xác thực:</a:t>
            </a:r>
            <a:r>
              <a:rPr lang="vi-VN" dirty="0"/>
              <a:t> Sau khi xác thực thành công, AuthenticationProvider trả về một đối tượng Authentication đã được xác thực đầy đủ. </a:t>
            </a:r>
            <a:r>
              <a:rPr lang="vi-VN" b="1" dirty="0"/>
              <a:t>Trình quản lý xác thực trả về kết quả:</a:t>
            </a:r>
            <a:r>
              <a:rPr lang="vi-VN" dirty="0"/>
              <a:t> AuthenticationManager trả về kết quả xác thực cho AuthenticationFilter. </a:t>
            </a:r>
            <a:endParaRPr lang="en-US" dirty="0"/>
          </a:p>
          <a:p>
            <a:r>
              <a:rPr lang="vi-VN" b="1" dirty="0"/>
              <a:t>Ngữ cảnh bảo mật (Security Context):</a:t>
            </a:r>
            <a:r>
              <a:rPr lang="vi-VN" dirty="0"/>
              <a:t> Nếu xác thực thành công, AuthenticationFilter lưu trữ đối tượng Authentication đã được xác thực vào SecurityContext. </a:t>
            </a:r>
            <a:endParaRPr lang="en-US" dirty="0"/>
          </a:p>
          <a:p>
            <a:r>
              <a:rPr lang="vi-VN" b="1" dirty="0"/>
              <a:t>Phản hồi cho người dùng:</a:t>
            </a:r>
            <a:r>
              <a:rPr lang="vi-VN" dirty="0"/>
              <a:t> Ứng dụng phản hồi cho người dùng, thông báo kết quả xác thực.</a:t>
            </a:r>
            <a:endParaRPr lang="en-US" dirty="0"/>
          </a:p>
          <a:p>
            <a:endParaRPr lang="en-US" dirty="0"/>
          </a:p>
        </p:txBody>
      </p:sp>
    </p:spTree>
    <p:extLst>
      <p:ext uri="{BB962C8B-B14F-4D97-AF65-F5344CB8AC3E}">
        <p14:creationId xmlns:p14="http://schemas.microsoft.com/office/powerpoint/2010/main" val="2318083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Bộ Lọc Xác Thực (Authentication Filter):</a:t>
            </a:r>
            <a:endParaRPr lang="vi-VN" dirty="0"/>
          </a:p>
          <a:p>
            <a:pPr>
              <a:buFont typeface="Arial" panose="020B0604020202020204" pitchFamily="34" charset="0"/>
              <a:buChar char="•"/>
            </a:pPr>
            <a:r>
              <a:rPr lang="vi-VN" dirty="0"/>
              <a:t>Một chuỗi các bộ lọc chặn các yêu cầu HTTP và áp dụng logic bảo mật.</a:t>
            </a:r>
          </a:p>
          <a:p>
            <a:pPr>
              <a:buFont typeface="Arial" panose="020B0604020202020204" pitchFamily="34" charset="0"/>
              <a:buChar char="•"/>
            </a:pPr>
            <a:r>
              <a:rPr lang="vi-VN" dirty="0"/>
              <a:t>Các bộ lọc ví dụ: UsernamePasswordAuthenticationFilter, BasicAuthenticationFilter, CsrfFilter.</a:t>
            </a:r>
          </a:p>
          <a:p>
            <a:r>
              <a:rPr lang="vi-VN" b="1" dirty="0"/>
              <a:t>Trình Quản Lý Xác Thực (Authentication Manager):</a:t>
            </a:r>
            <a:endParaRPr lang="vi-VN" dirty="0"/>
          </a:p>
          <a:p>
            <a:pPr>
              <a:buFont typeface="Arial" panose="020B0604020202020204" pitchFamily="34" charset="0"/>
              <a:buChar char="•"/>
            </a:pPr>
            <a:r>
              <a:rPr lang="vi-VN" dirty="0"/>
              <a:t>Chịu trách nhiệm xác thực người dùng bằng cách ủy quyền cho các AuthenticationProvider được cấu hình.</a:t>
            </a:r>
          </a:p>
          <a:p>
            <a:r>
              <a:rPr lang="vi-VN" b="1" dirty="0"/>
              <a:t>Nhà Cung Cấp Xác Thực (Authentication Provider):</a:t>
            </a:r>
            <a:endParaRPr lang="vi-VN" dirty="0"/>
          </a:p>
          <a:p>
            <a:pPr>
              <a:buFont typeface="Arial" panose="020B0604020202020204" pitchFamily="34" charset="0"/>
              <a:buChar char="•"/>
            </a:pPr>
            <a:r>
              <a:rPr lang="vi-VN" dirty="0"/>
              <a:t>Xử lý các yêu cầu xác thực, chẳng hạn như xác thực thông tin xác thực hoặc mã thông báo của người dùng.</a:t>
            </a:r>
          </a:p>
          <a:p>
            <a:r>
              <a:rPr lang="vi-VN" b="1" dirty="0"/>
              <a:t>Quyền Được Cấp (Granted Authority):</a:t>
            </a:r>
            <a:endParaRPr lang="vi-VN" dirty="0"/>
          </a:p>
          <a:p>
            <a:pPr>
              <a:buFont typeface="Arial" panose="020B0604020202020204" pitchFamily="34" charset="0"/>
              <a:buChar char="•"/>
            </a:pPr>
            <a:r>
              <a:rPr lang="vi-VN" dirty="0"/>
              <a:t>Đại diện cho vai trò hoặc quyền của người dùng.</a:t>
            </a:r>
          </a:p>
          <a:p>
            <a:r>
              <a:rPr lang="vi-VN" b="1" dirty="0"/>
              <a:t>Trình Giữ Ngữ Cảnh Bảo Mật (Security Context Holder):</a:t>
            </a:r>
            <a:endParaRPr lang="vi-VN" dirty="0"/>
          </a:p>
          <a:p>
            <a:pPr>
              <a:buFont typeface="Arial" panose="020B0604020202020204" pitchFamily="34" charset="0"/>
              <a:buChar char="•"/>
            </a:pPr>
            <a:r>
              <a:rPr lang="vi-VN" dirty="0"/>
              <a:t>Lưu trữ ngữ cảnh bảo mật, bao gồm thông tin chi tiết về người dùng đã xác thực, trong suốt thời gian của một phiên hoặc yêu cầu.</a:t>
            </a:r>
          </a:p>
          <a:p>
            <a:endParaRPr lang="en-US" dirty="0"/>
          </a:p>
        </p:txBody>
      </p:sp>
    </p:spTree>
    <p:extLst>
      <p:ext uri="{BB962C8B-B14F-4D97-AF65-F5344CB8AC3E}">
        <p14:creationId xmlns:p14="http://schemas.microsoft.com/office/powerpoint/2010/main" val="3904237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Cấu Hình Spring Security với Maven và Hành Vi Mặc Định:</a:t>
            </a:r>
            <a:endParaRPr lang="vi-VN" dirty="0"/>
          </a:p>
          <a:p>
            <a:pPr>
              <a:buFont typeface="Arial" panose="020B0604020202020204" pitchFamily="34" charset="0"/>
              <a:buChar char="•"/>
            </a:pPr>
            <a:r>
              <a:rPr lang="vi-VN" b="1" dirty="0"/>
              <a:t>Trong Maven, bao gồm dependency Spring Security.</a:t>
            </a:r>
            <a:endParaRPr lang="vi-VN" dirty="0"/>
          </a:p>
          <a:p>
            <a:pPr>
              <a:buFont typeface="Arial" panose="020B0604020202020204" pitchFamily="34" charset="0"/>
              <a:buChar char="•"/>
            </a:pPr>
            <a:r>
              <a:rPr lang="vi-VN" b="1" dirty="0"/>
              <a:t>Hành vi mặc định sau khi thêm dependency:</a:t>
            </a:r>
            <a:endParaRPr lang="vi-VN" dirty="0"/>
          </a:p>
          <a:p>
            <a:pPr marL="742950" lvl="1" indent="-285750">
              <a:buFont typeface="Arial" panose="020B0604020202020204" pitchFamily="34" charset="0"/>
              <a:buChar char="•"/>
            </a:pPr>
            <a:r>
              <a:rPr lang="vi-VN" dirty="0"/>
              <a:t>Tất cả các điểm cuối (endpoints) đều được bảo mật theo mặc định.</a:t>
            </a:r>
          </a:p>
          <a:p>
            <a:pPr marL="742950" lvl="1" indent="-285750">
              <a:buFont typeface="Arial" panose="020B0604020202020204" pitchFamily="34" charset="0"/>
              <a:buChar char="•"/>
            </a:pPr>
            <a:r>
              <a:rPr lang="vi-VN" dirty="0"/>
              <a:t>Một trang đăng nhập mặc định được cung cấp.</a:t>
            </a:r>
          </a:p>
          <a:p>
            <a:pPr marL="742950" lvl="1" indent="-285750">
              <a:buFont typeface="Arial" panose="020B0604020202020204" pitchFamily="34" charset="0"/>
              <a:buChar char="•"/>
            </a:pPr>
            <a:r>
              <a:rPr lang="vi-VN" dirty="0"/>
              <a:t>Thông tin đăng nhập người dùng mặc định là: </a:t>
            </a:r>
          </a:p>
          <a:p>
            <a:pPr marL="1143000" lvl="2" indent="-228600">
              <a:buFont typeface="Arial" panose="020B0604020202020204" pitchFamily="34" charset="0"/>
              <a:buChar char="•"/>
            </a:pPr>
            <a:r>
              <a:rPr lang="vi-VN" dirty="0"/>
              <a:t>Tên người dùng: user</a:t>
            </a:r>
          </a:p>
          <a:p>
            <a:pPr marL="1143000" lvl="2" indent="-228600">
              <a:buFont typeface="Arial" panose="020B0604020202020204" pitchFamily="34" charset="0"/>
              <a:buChar char="•"/>
            </a:pPr>
            <a:r>
              <a:rPr lang="vi-VN" dirty="0"/>
              <a:t>Mật khẩu: Tự động tạo (được ghi vào console khi khởi động).</a:t>
            </a:r>
          </a:p>
          <a:p>
            <a:endParaRPr lang="en-US" dirty="0"/>
          </a:p>
        </p:txBody>
      </p:sp>
    </p:spTree>
    <p:extLst>
      <p:ext uri="{BB962C8B-B14F-4D97-AF65-F5344CB8AC3E}">
        <p14:creationId xmlns:p14="http://schemas.microsoft.com/office/powerpoint/2010/main" val="138941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@EnableWebSecurity:</a:t>
            </a:r>
            <a:r>
              <a:rPr lang="vi-VN" dirty="0"/>
              <a:t> Kích hoạt cấu hình Spring Security.</a:t>
            </a:r>
          </a:p>
          <a:p>
            <a:r>
              <a:rPr lang="vi-VN" b="1" dirty="0"/>
              <a:t>@PreAuthorize:</a:t>
            </a:r>
            <a:r>
              <a:rPr lang="vi-VN" dirty="0"/>
              <a:t> Hạn chế quyền truy cập vào các phương thức dựa trên vai trò hoặc quyền.</a:t>
            </a:r>
          </a:p>
          <a:p>
            <a:r>
              <a:rPr lang="vi-VN" b="1" dirty="0"/>
              <a:t>@PostAuthorize:</a:t>
            </a:r>
            <a:r>
              <a:rPr lang="vi-VN" dirty="0"/>
              <a:t> Kiểm tra quyền sau khi một phương thức được gọi.</a:t>
            </a:r>
          </a:p>
          <a:p>
            <a:r>
              <a:rPr lang="vi-VN" b="1" dirty="0"/>
              <a:t>@Secured:</a:t>
            </a:r>
            <a:r>
              <a:rPr lang="vi-VN" dirty="0"/>
              <a:t> Chỉ định vai trò cần thiết cho một phương thức hoặc lớp.</a:t>
            </a:r>
          </a:p>
          <a:p>
            <a:endParaRPr lang="en-US" dirty="0"/>
          </a:p>
        </p:txBody>
      </p:sp>
    </p:spTree>
    <p:extLst>
      <p:ext uri="{BB962C8B-B14F-4D97-AF65-F5344CB8AC3E}">
        <p14:creationId xmlns:p14="http://schemas.microsoft.com/office/powerpoint/2010/main" val="3436346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Vai Trò (Roles):</a:t>
            </a:r>
            <a:r>
              <a:rPr lang="vi-VN" dirty="0"/>
              <a:t> Định nghĩa các cấp độ truy cập (ví dụ: QUẢN TRỊ VIÊN, NGƯỜI DÙNG).</a:t>
            </a:r>
          </a:p>
          <a:p>
            <a:r>
              <a:rPr lang="vi-VN" b="1" dirty="0"/>
              <a:t>Quyền (Authorities):</a:t>
            </a:r>
            <a:r>
              <a:rPr lang="vi-VN" dirty="0"/>
              <a:t> Các quyền chi tiết trong vai trò.</a:t>
            </a:r>
          </a:p>
          <a:p>
            <a:endParaRPr lang="en-US" dirty="0"/>
          </a:p>
        </p:txBody>
      </p:sp>
    </p:spTree>
    <p:extLst>
      <p:ext uri="{BB962C8B-B14F-4D97-AF65-F5344CB8AC3E}">
        <p14:creationId xmlns:p14="http://schemas.microsoft.com/office/powerpoint/2010/main" val="2099014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Để tùy chỉnh hành vi của Spring Security, hãy tạo một lớp cấu hình được đánh dấu bằng @Configuration và @EnableWebSecurity.</a:t>
            </a:r>
            <a:endParaRPr lang="en-US" dirty="0"/>
          </a:p>
        </p:txBody>
      </p:sp>
    </p:spTree>
    <p:extLst>
      <p:ext uri="{BB962C8B-B14F-4D97-AF65-F5344CB8AC3E}">
        <p14:creationId xmlns:p14="http://schemas.microsoft.com/office/powerpoint/2010/main" val="935707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dirty="0"/>
              <a:t>JWT (</a:t>
            </a:r>
            <a:r>
              <a:rPr lang="en-US" dirty="0" err="1"/>
              <a:t>Mã</a:t>
            </a:r>
            <a:r>
              <a:rPr lang="en-US" dirty="0"/>
              <a:t> Thông </a:t>
            </a:r>
            <a:r>
              <a:rPr lang="en-US" dirty="0" err="1"/>
              <a:t>Báo</a:t>
            </a:r>
            <a:r>
              <a:rPr lang="en-US" dirty="0"/>
              <a:t> Web JSON): </a:t>
            </a:r>
            <a:r>
              <a:rPr lang="en-US" dirty="0" err="1"/>
              <a:t>Một</a:t>
            </a:r>
            <a:r>
              <a:rPr lang="en-US" dirty="0"/>
              <a:t> </a:t>
            </a:r>
            <a:r>
              <a:rPr lang="en-US" dirty="0" err="1"/>
              <a:t>mã</a:t>
            </a:r>
            <a:r>
              <a:rPr lang="en-US" dirty="0"/>
              <a:t> </a:t>
            </a:r>
            <a:r>
              <a:rPr lang="en-US" dirty="0" err="1"/>
              <a:t>thông</a:t>
            </a:r>
            <a:r>
              <a:rPr lang="en-US" dirty="0"/>
              <a:t> </a:t>
            </a:r>
            <a:r>
              <a:rPr lang="en-US" dirty="0" err="1"/>
              <a:t>báo</a:t>
            </a:r>
            <a:r>
              <a:rPr lang="en-US" dirty="0"/>
              <a:t> </a:t>
            </a:r>
            <a:r>
              <a:rPr lang="en-US" dirty="0" err="1"/>
              <a:t>nhỏ</a:t>
            </a:r>
            <a:r>
              <a:rPr lang="en-US" dirty="0"/>
              <a:t> </a:t>
            </a:r>
            <a:r>
              <a:rPr lang="en-US" dirty="0" err="1"/>
              <a:t>gọn</a:t>
            </a:r>
            <a:r>
              <a:rPr lang="en-US" dirty="0"/>
              <a:t>, </a:t>
            </a:r>
            <a:r>
              <a:rPr lang="en-US" dirty="0" err="1"/>
              <a:t>tự</a:t>
            </a:r>
            <a:r>
              <a:rPr lang="en-US" dirty="0"/>
              <a:t> </a:t>
            </a:r>
            <a:r>
              <a:rPr lang="en-US" dirty="0" err="1"/>
              <a:t>chứa</a:t>
            </a:r>
            <a:r>
              <a:rPr lang="en-US" dirty="0"/>
              <a:t> </a:t>
            </a:r>
            <a:r>
              <a:rPr lang="en-US" dirty="0" err="1"/>
              <a:t>để</a:t>
            </a:r>
            <a:r>
              <a:rPr lang="en-US" dirty="0"/>
              <a:t> </a:t>
            </a:r>
            <a:r>
              <a:rPr lang="en-US" dirty="0" err="1"/>
              <a:t>trao</a:t>
            </a:r>
            <a:r>
              <a:rPr lang="en-US" dirty="0"/>
              <a:t> </a:t>
            </a:r>
            <a:r>
              <a:rPr lang="en-US" dirty="0" err="1"/>
              <a:t>đổi</a:t>
            </a:r>
            <a:r>
              <a:rPr lang="en-US" dirty="0"/>
              <a:t> </a:t>
            </a:r>
            <a:r>
              <a:rPr lang="en-US" dirty="0" err="1"/>
              <a:t>dữ</a:t>
            </a:r>
            <a:r>
              <a:rPr lang="en-US" dirty="0"/>
              <a:t> </a:t>
            </a:r>
            <a:r>
              <a:rPr lang="en-US" dirty="0" err="1"/>
              <a:t>liệu</a:t>
            </a:r>
            <a:r>
              <a:rPr lang="en-US" dirty="0"/>
              <a:t> an </a:t>
            </a:r>
            <a:r>
              <a:rPr lang="en-US" dirty="0" err="1"/>
              <a:t>toàn</a:t>
            </a:r>
            <a:r>
              <a:rPr lang="en-US" dirty="0"/>
              <a:t>.</a:t>
            </a:r>
          </a:p>
          <a:p>
            <a:endParaRPr lang="en-US" dirty="0"/>
          </a:p>
        </p:txBody>
      </p:sp>
    </p:spTree>
    <p:extLst>
      <p:ext uri="{BB962C8B-B14F-4D97-AF65-F5344CB8AC3E}">
        <p14:creationId xmlns:p14="http://schemas.microsoft.com/office/powerpoint/2010/main" val="1047163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Header (Tiêu đề):</a:t>
            </a:r>
            <a:r>
              <a:rPr lang="vi-VN" dirty="0"/>
              <a:t> Chứa thông tin về loại mã thông báo (JWT) và thuật toán ký (ví dụ: HS256, RS256). </a:t>
            </a:r>
            <a:endParaRPr lang="en-US" dirty="0"/>
          </a:p>
          <a:p>
            <a:r>
              <a:rPr lang="vi-VN" b="1" dirty="0"/>
              <a:t>Payload (Nội dung):</a:t>
            </a:r>
            <a:r>
              <a:rPr lang="vi-VN" dirty="0"/>
              <a:t> Chứa các "claims" (tuyên bố) là các thông tin về thực thể (ví dụ: người dùng) và dữ liệu bổ sung. </a:t>
            </a:r>
            <a:endParaRPr lang="en-US" dirty="0"/>
          </a:p>
          <a:p>
            <a:r>
              <a:rPr lang="vi-VN" b="1" dirty="0"/>
              <a:t>Signature (Chữ ký):</a:t>
            </a:r>
            <a:r>
              <a:rPr lang="vi-VN" dirty="0"/>
              <a:t> Được sử dụng để xác minh rằng mã thông báo không bị thay đổi. Nó được tạo ra bằng cách sử dụng tiêu đề, nội dung và một khóa bí mật (hoặc khóa riêng).</a:t>
            </a:r>
            <a:endParaRPr lang="en-US" dirty="0"/>
          </a:p>
        </p:txBody>
      </p:sp>
    </p:spTree>
    <p:extLst>
      <p:ext uri="{BB962C8B-B14F-4D97-AF65-F5344CB8AC3E}">
        <p14:creationId xmlns:p14="http://schemas.microsoft.com/office/powerpoint/2010/main" val="416427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OAuth2 cho phép các ứng dụng của bên thứ ba truy cập tài nguyên một cách an toàn.</a:t>
            </a:r>
            <a:endParaRPr lang="vi-VN" dirty="0"/>
          </a:p>
          <a:p>
            <a:r>
              <a:rPr lang="vi-VN" b="1" dirty="0"/>
              <a:t>Cấu hình spring-boot-starter-oauth2-client cho đăng nhập mạng xã hội (Google, Facebook).</a:t>
            </a:r>
            <a:endParaRPr lang="vi-VN" dirty="0"/>
          </a:p>
          <a:p>
            <a:r>
              <a:rPr lang="vi-VN" b="1" dirty="0"/>
              <a:t>Giải thích chi tiết hơn:</a:t>
            </a:r>
            <a:endParaRPr lang="vi-VN" dirty="0"/>
          </a:p>
          <a:p>
            <a:pPr>
              <a:buFont typeface="Arial" panose="020B0604020202020204" pitchFamily="34" charset="0"/>
              <a:buChar char="•"/>
            </a:pPr>
            <a:r>
              <a:rPr lang="vi-VN" b="1" dirty="0"/>
              <a:t>OAuth2 là gì?</a:t>
            </a:r>
            <a:endParaRPr lang="vi-VN" dirty="0"/>
          </a:p>
          <a:p>
            <a:pPr marL="742950" lvl="1" indent="-285750">
              <a:buFont typeface="Arial" panose="020B0604020202020204" pitchFamily="34" charset="0"/>
              <a:buChar char="•"/>
            </a:pPr>
            <a:r>
              <a:rPr lang="vi-VN" dirty="0"/>
              <a:t>OAuth2 là một framework ủy quyền (authorization framework) tiêu chuẩn cho phép các ứng dụng của bên thứ ba truy cập vào tài nguyên của người dùng mà không cần chia sẻ thông tin đăng nhập của họ.</a:t>
            </a:r>
          </a:p>
          <a:p>
            <a:pPr marL="742950" lvl="1" indent="-285750">
              <a:buFont typeface="Arial" panose="020B0604020202020204" pitchFamily="34" charset="0"/>
              <a:buChar char="•"/>
            </a:pPr>
            <a:r>
              <a:rPr lang="vi-VN" dirty="0"/>
              <a:t>Nó thường được sử dụng cho việc đăng nhập mạng xã hội (social login) và truy cập API.</a:t>
            </a:r>
          </a:p>
          <a:p>
            <a:pPr>
              <a:buFont typeface="Arial" panose="020B0604020202020204" pitchFamily="34" charset="0"/>
              <a:buChar char="•"/>
            </a:pPr>
            <a:r>
              <a:rPr lang="vi-VN" b="1" dirty="0"/>
              <a:t>Cách OAuth2 hoạt động:</a:t>
            </a:r>
            <a:endParaRPr lang="vi-VN" dirty="0"/>
          </a:p>
          <a:p>
            <a:pPr marL="742950" lvl="1" indent="-285750">
              <a:buFont typeface="Arial" panose="020B0604020202020204" pitchFamily="34" charset="0"/>
              <a:buChar char="•"/>
            </a:pPr>
            <a:r>
              <a:rPr lang="vi-VN" b="1" dirty="0"/>
              <a:t>Ứng dụng yêu cầu quyền truy cập:</a:t>
            </a:r>
            <a:r>
              <a:rPr lang="vi-VN" dirty="0"/>
              <a:t> Ứng dụng của bên thứ ba yêu cầu quyền truy cập vào tài nguyên của người dùng từ nhà cung cấp dịch vụ (ví dụ: Google, Facebook).</a:t>
            </a:r>
          </a:p>
          <a:p>
            <a:pPr marL="742950" lvl="1" indent="-285750">
              <a:buFont typeface="Arial" panose="020B0604020202020204" pitchFamily="34" charset="0"/>
              <a:buChar char="•"/>
            </a:pPr>
            <a:r>
              <a:rPr lang="vi-VN" b="1" dirty="0"/>
              <a:t>Người dùng cấp quyền:</a:t>
            </a:r>
            <a:r>
              <a:rPr lang="vi-VN" dirty="0"/>
              <a:t> Người dùng được chuyển hướng đến nhà cung cấp dịch vụ và được yêu cầu cấp quyền truy cập.</a:t>
            </a:r>
          </a:p>
          <a:p>
            <a:pPr marL="742950" lvl="1" indent="-285750">
              <a:buFont typeface="Arial" panose="020B0604020202020204" pitchFamily="34" charset="0"/>
              <a:buChar char="•"/>
            </a:pPr>
            <a:r>
              <a:rPr lang="vi-VN" b="1" dirty="0"/>
              <a:t>Nhà cung cấp dịch vụ cấp mã ủy quyền (authorization code):</a:t>
            </a:r>
            <a:r>
              <a:rPr lang="vi-VN" dirty="0"/>
              <a:t> Nếu người dùng cấp quyền, nhà cung cấp dịch vụ sẽ cấp một mã ủy quyền cho ứng dụng.</a:t>
            </a:r>
          </a:p>
          <a:p>
            <a:pPr marL="742950" lvl="1" indent="-285750">
              <a:buFont typeface="Arial" panose="020B0604020202020204" pitchFamily="34" charset="0"/>
              <a:buChar char="•"/>
            </a:pPr>
            <a:r>
              <a:rPr lang="vi-VN" b="1" dirty="0"/>
              <a:t>Ứng dụng yêu cầu mã truy cập (access token):</a:t>
            </a:r>
            <a:r>
              <a:rPr lang="vi-VN" dirty="0"/>
              <a:t> Ứng dụng sử dụng mã ủy quyền để yêu cầu mã truy cập từ nhà cung cấp dịch vụ.</a:t>
            </a:r>
          </a:p>
          <a:p>
            <a:pPr marL="742950" lvl="1" indent="-285750">
              <a:buFont typeface="Arial" panose="020B0604020202020204" pitchFamily="34" charset="0"/>
              <a:buChar char="•"/>
            </a:pPr>
            <a:r>
              <a:rPr lang="vi-VN" b="1" dirty="0"/>
              <a:t>Nhà cung cấp dịch vụ cấp mã truy cập:</a:t>
            </a:r>
            <a:r>
              <a:rPr lang="vi-VN" dirty="0"/>
              <a:t> Nhà cung cấp dịch vụ cấp mã truy cập cho ứng dụng.</a:t>
            </a:r>
          </a:p>
          <a:p>
            <a:pPr marL="742950" lvl="1" indent="-285750">
              <a:buFont typeface="Arial" panose="020B0604020202020204" pitchFamily="34" charset="0"/>
              <a:buChar char="•"/>
            </a:pPr>
            <a:r>
              <a:rPr lang="vi-VN" b="1" dirty="0"/>
              <a:t>Ứng dụng truy cập tài nguyên:</a:t>
            </a:r>
            <a:r>
              <a:rPr lang="vi-VN" dirty="0"/>
              <a:t> Ứng dụng sử dụng mã truy cập để truy cập tài nguyên của người dùng.</a:t>
            </a:r>
          </a:p>
          <a:p>
            <a:pPr>
              <a:buFont typeface="Arial" panose="020B0604020202020204" pitchFamily="34" charset="0"/>
              <a:buChar char="•"/>
            </a:pPr>
            <a:r>
              <a:rPr lang="vi-VN" b="1" dirty="0"/>
              <a:t>Lợi ích của OAuth2:</a:t>
            </a:r>
            <a:endParaRPr lang="vi-VN" dirty="0"/>
          </a:p>
          <a:p>
            <a:pPr marL="742950" lvl="1" indent="-285750">
              <a:buFont typeface="Arial" panose="020B0604020202020204" pitchFamily="34" charset="0"/>
              <a:buChar char="•"/>
            </a:pPr>
            <a:r>
              <a:rPr lang="vi-VN" b="1" dirty="0"/>
              <a:t>An toàn:</a:t>
            </a:r>
            <a:r>
              <a:rPr lang="vi-VN" dirty="0"/>
              <a:t> Người dùng không cần chia sẻ thông tin đăng nhập của họ với ứng dụng của bên thứ ba.</a:t>
            </a:r>
          </a:p>
          <a:p>
            <a:pPr marL="742950" lvl="1" indent="-285750">
              <a:buFont typeface="Arial" panose="020B0604020202020204" pitchFamily="34" charset="0"/>
              <a:buChar char="•"/>
            </a:pPr>
            <a:r>
              <a:rPr lang="vi-VN" b="1" dirty="0"/>
              <a:t>Tiện lợi:</a:t>
            </a:r>
            <a:r>
              <a:rPr lang="vi-VN" dirty="0"/>
              <a:t> Cho phép người dùng đăng nhập vào ứng dụng bằng tài khoản mạng xã hội hiện có của họ.</a:t>
            </a:r>
          </a:p>
          <a:p>
            <a:pPr marL="742950" lvl="1" indent="-285750">
              <a:buFont typeface="Arial" panose="020B0604020202020204" pitchFamily="34" charset="0"/>
              <a:buChar char="•"/>
            </a:pPr>
            <a:r>
              <a:rPr lang="vi-VN" b="1" dirty="0"/>
              <a:t>Kiểm soát:</a:t>
            </a:r>
            <a:r>
              <a:rPr lang="vi-VN" dirty="0"/>
              <a:t> Người dùng có thể thu hồi quyền truy cập của ứng dụng bất cứ lúc nào.</a:t>
            </a:r>
          </a:p>
          <a:p>
            <a:endParaRPr lang="en-US" dirty="0"/>
          </a:p>
        </p:txBody>
      </p:sp>
    </p:spTree>
    <p:extLst>
      <p:ext uri="{BB962C8B-B14F-4D97-AF65-F5344CB8AC3E}">
        <p14:creationId xmlns:p14="http://schemas.microsoft.com/office/powerpoint/2010/main" val="3747186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FE9FEC1-483B-425E-B0C1-B8B1F2119B26}"/>
              </a:ext>
            </a:extLst>
          </p:cNvPr>
          <p:cNvSpPr>
            <a:spLocks noGrp="1"/>
          </p:cNvSpPr>
          <p:nvPr>
            <p:ph type="body" sz="quarter" idx="10" hasCustomPrompt="1"/>
          </p:nvPr>
        </p:nvSpPr>
        <p:spPr>
          <a:xfrm>
            <a:off x="744135" y="2597642"/>
            <a:ext cx="12960668" cy="2633081"/>
          </a:xfrm>
          <a:prstGeom prst="rect">
            <a:avLst/>
          </a:prstGeom>
        </p:spPr>
        <p:txBody>
          <a:bodyPr/>
          <a:lstStyle>
            <a:lvl1pPr marL="0" indent="0" algn="ctr">
              <a:buNone/>
              <a:defRPr sz="5760" b="1">
                <a:solidFill>
                  <a:schemeClr val="bg1"/>
                </a:solidFill>
                <a:latin typeface="Arial" panose="020B0604020202020204" pitchFamily="34" charset="0"/>
                <a:cs typeface="Arial" panose="020B0604020202020204" pitchFamily="34" charset="0"/>
              </a:defRPr>
            </a:lvl1pPr>
          </a:lstStyle>
          <a:p>
            <a:pPr lvl="0"/>
            <a:r>
              <a:rPr lang="en-US" dirty="0"/>
              <a:t>Click to add title</a:t>
            </a:r>
          </a:p>
        </p:txBody>
      </p:sp>
      <p:sp>
        <p:nvSpPr>
          <p:cNvPr id="8" name="Text Placeholder 7">
            <a:extLst>
              <a:ext uri="{FF2B5EF4-FFF2-40B4-BE49-F238E27FC236}">
                <a16:creationId xmlns:a16="http://schemas.microsoft.com/office/drawing/2014/main" id="{33B98C62-0FD9-4624-8D35-021561432891}"/>
              </a:ext>
            </a:extLst>
          </p:cNvPr>
          <p:cNvSpPr>
            <a:spLocks noGrp="1"/>
          </p:cNvSpPr>
          <p:nvPr>
            <p:ph type="body" sz="quarter" idx="11" hasCustomPrompt="1"/>
          </p:nvPr>
        </p:nvSpPr>
        <p:spPr>
          <a:xfrm>
            <a:off x="744134" y="5320406"/>
            <a:ext cx="12960668" cy="495300"/>
          </a:xfrm>
          <a:prstGeom prst="rect">
            <a:avLst/>
          </a:prstGeom>
        </p:spPr>
        <p:txBody>
          <a:bodyPr/>
          <a:lstStyle>
            <a:lvl1pPr marL="0" indent="0" algn="ctr">
              <a:buNone/>
              <a:defRPr sz="2400">
                <a:solidFill>
                  <a:schemeClr val="bg1"/>
                </a:solidFill>
                <a:latin typeface="Arial" panose="020B0604020202020204" pitchFamily="34" charset="0"/>
                <a:cs typeface="Arial" panose="020B0604020202020204" pitchFamily="34" charset="0"/>
              </a:defRPr>
            </a:lvl1pPr>
          </a:lstStyle>
          <a:p>
            <a:pPr lvl="0"/>
            <a:r>
              <a:rPr lang="en-US" dirty="0"/>
              <a:t>Click to add sub-title</a:t>
            </a:r>
          </a:p>
        </p:txBody>
      </p:sp>
      <p:sp>
        <p:nvSpPr>
          <p:cNvPr id="9" name="Slide Number Placeholder 4">
            <a:extLst>
              <a:ext uri="{FF2B5EF4-FFF2-40B4-BE49-F238E27FC236}">
                <a16:creationId xmlns:a16="http://schemas.microsoft.com/office/drawing/2014/main" id="{5EB812CF-FC02-4C33-A206-BCF1436A39B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1599074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957C91-5AD0-4461-941C-245F034364DB}"/>
              </a:ext>
            </a:extLst>
          </p:cNvPr>
          <p:cNvSpPr>
            <a:spLocks noGrp="1"/>
          </p:cNvSpPr>
          <p:nvPr>
            <p:ph type="subTitle" idx="1"/>
          </p:nvPr>
        </p:nvSpPr>
        <p:spPr>
          <a:xfrm>
            <a:off x="746999" y="1906924"/>
            <a:ext cx="13155431" cy="5486400"/>
          </a:xfrm>
        </p:spPr>
        <p:txBody>
          <a:bodyPr/>
          <a:lstStyle>
            <a:lvl1pPr marL="0" indent="0" algn="l">
              <a:lnSpc>
                <a:spcPct val="150000"/>
              </a:lnSpc>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Click to edit Master subtitle style</a:t>
            </a:r>
          </a:p>
        </p:txBody>
      </p:sp>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973646" y="-13709"/>
            <a:ext cx="10656755" cy="947534"/>
          </a:xfrm>
          <a:prstGeom prst="rect">
            <a:avLst/>
          </a:prstGeom>
        </p:spPr>
        <p:txBody>
          <a:bodyPr vert="horz" lIns="109728" tIns="54864" rIns="109728" bIns="54864"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600" dirty="0"/>
          </a:p>
        </p:txBody>
      </p:sp>
      <p:sp>
        <p:nvSpPr>
          <p:cNvPr id="8" name="Slide Number Placeholder 4">
            <a:extLst>
              <a:ext uri="{FF2B5EF4-FFF2-40B4-BE49-F238E27FC236}">
                <a16:creationId xmlns:a16="http://schemas.microsoft.com/office/drawing/2014/main" id="{DBAE61E2-5E8A-4CA1-8C1E-1106F4E462E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DA09F63-7F7A-4F6B-8B0F-50384B0193BD}"/>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51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747000" y="1917577"/>
            <a:ext cx="13166084" cy="5494778"/>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9F4D43A2-E4DB-497D-9B5D-E32D9E64BECA}"/>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22B04073-83B8-47CB-9F12-D7CD4B660F09}"/>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05949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747001" y="1917578"/>
            <a:ext cx="13166084" cy="5497052"/>
          </a:xfrm>
        </p:spPr>
        <p:txBody>
          <a:bodyPr/>
          <a:lstStyle>
            <a:lvl1pPr marL="0" indent="0">
              <a:lnSpc>
                <a:spcPct val="150000"/>
              </a:lnSpc>
              <a:buNone/>
              <a:defRPr sz="2880">
                <a:solidFill>
                  <a:srgbClr val="0070C0"/>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dirty="0"/>
              <a:t>Click to edit Master text styles</a:t>
            </a:r>
          </a:p>
        </p:txBody>
      </p:sp>
      <p:sp>
        <p:nvSpPr>
          <p:cNvPr id="6" name="Slide Number Placeholder 4">
            <a:extLst>
              <a:ext uri="{FF2B5EF4-FFF2-40B4-BE49-F238E27FC236}">
                <a16:creationId xmlns:a16="http://schemas.microsoft.com/office/drawing/2014/main" id="{BA76B584-4F94-4DD1-9943-77A2F3AF15C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040D9B5B-D231-4612-89E6-B4776226BA7C}"/>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107828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747000" y="1928230"/>
            <a:ext cx="6568200" cy="5484126"/>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7327130" y="1928230"/>
            <a:ext cx="6568199" cy="5484126"/>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a:extLst>
              <a:ext uri="{FF2B5EF4-FFF2-40B4-BE49-F238E27FC236}">
                <a16:creationId xmlns:a16="http://schemas.microsoft.com/office/drawing/2014/main" id="{E6FCE726-79EE-487F-9798-E531C3475E8B}"/>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3FB126F2-FBF5-4556-AAF5-1ECB22E17B0D}"/>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041146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747000" y="1923930"/>
            <a:ext cx="6568200" cy="988694"/>
          </a:xfrm>
        </p:spPr>
        <p:txBody>
          <a:bodyPr anchor="b"/>
          <a:lstStyle>
            <a:lvl1pPr marL="0" indent="0">
              <a:lnSpc>
                <a:spcPct val="150000"/>
              </a:lnSpc>
              <a:buNone/>
              <a:defRPr sz="2880" b="1">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746999" y="3014858"/>
            <a:ext cx="6568199" cy="4412737"/>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7315201" y="1923930"/>
            <a:ext cx="6568199" cy="988694"/>
          </a:xfrm>
        </p:spPr>
        <p:txBody>
          <a:bodyPr anchor="b"/>
          <a:lstStyle>
            <a:lvl1pPr marL="0" indent="0">
              <a:lnSpc>
                <a:spcPct val="150000"/>
              </a:lnSpc>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7315199" y="3014858"/>
            <a:ext cx="6568200" cy="4412737"/>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a:extLst>
              <a:ext uri="{FF2B5EF4-FFF2-40B4-BE49-F238E27FC236}">
                <a16:creationId xmlns:a16="http://schemas.microsoft.com/office/drawing/2014/main" id="{EDD1D7D5-B40B-4404-87A7-8074677D8997}"/>
              </a:ext>
            </a:extLst>
          </p:cNvPr>
          <p:cNvSpPr>
            <a:spLocks noGrp="1"/>
          </p:cNvSpPr>
          <p:nvPr>
            <p:ph type="sldNum" sz="quarter" idx="11"/>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11" name="Title Placeholder 1">
            <a:extLst>
              <a:ext uri="{FF2B5EF4-FFF2-40B4-BE49-F238E27FC236}">
                <a16:creationId xmlns:a16="http://schemas.microsoft.com/office/drawing/2014/main" id="{401B562F-EFD8-422F-B98E-C48C0F73AC49}"/>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072891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37972AD-1D52-4C38-A4F1-BA8AAFF97032}"/>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7" name="Title Placeholder 1">
            <a:extLst>
              <a:ext uri="{FF2B5EF4-FFF2-40B4-BE49-F238E27FC236}">
                <a16:creationId xmlns:a16="http://schemas.microsoft.com/office/drawing/2014/main" id="{70797FE1-3F5B-4DD2-B196-B7AAF6628D62}"/>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950097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923181" y="1928230"/>
            <a:ext cx="7947173" cy="5475746"/>
          </a:xfrm>
        </p:spPr>
        <p:txBody>
          <a:bodyPr/>
          <a:lstStyle>
            <a:lvl1pPr>
              <a:defRPr sz="3840">
                <a:latin typeface="+mj-lt"/>
              </a:defRPr>
            </a:lvl1pPr>
            <a:lvl2pPr>
              <a:defRPr sz="3360">
                <a:latin typeface="+mj-lt"/>
              </a:defRPr>
            </a:lvl2pPr>
            <a:lvl3pPr>
              <a:defRPr sz="2880">
                <a:latin typeface="+mj-lt"/>
              </a:defRPr>
            </a:lvl3pPr>
            <a:lvl4pPr>
              <a:defRPr sz="2400">
                <a:latin typeface="+mj-lt"/>
              </a:defRPr>
            </a:lvl4pPr>
            <a:lvl5pPr>
              <a:defRPr sz="2400">
                <a:latin typeface="+mj-lt"/>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747000" y="1928231"/>
            <a:ext cx="4809852" cy="547574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AEEB6E2B-6FA2-4169-B497-FAE2CD95A8B1}"/>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479BEDD5-9D69-4F36-BBA7-2ED62B0AD6F3}"/>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072529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859262" y="1928230"/>
            <a:ext cx="8011092" cy="5465093"/>
          </a:xfrm>
        </p:spPr>
        <p:txBody>
          <a:bodyPr>
            <a:normAutofit/>
          </a:bodyPr>
          <a:lstStyle>
            <a:lvl1pPr marL="0" indent="0">
              <a:buNone/>
              <a:defRPr sz="336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dirty="0"/>
              <a:t>Click icon to add picture</a:t>
            </a:r>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747000" y="1928231"/>
            <a:ext cx="4779926" cy="5465093"/>
          </a:xfrm>
        </p:spPr>
        <p:txBody>
          <a:bodyPr>
            <a:normAutofit/>
          </a:bodyPr>
          <a:lstStyle>
            <a:lvl1pPr marL="0" indent="0">
              <a:buNone/>
              <a:defRPr sz="28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722E68E5-0D29-4AF4-99F7-1F5BCDCEB05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BED9312-A7F8-456D-9D54-D034D097842E}"/>
              </a:ext>
            </a:extLst>
          </p:cNvPr>
          <p:cNvSpPr>
            <a:spLocks noGrp="1"/>
          </p:cNvSpPr>
          <p:nvPr>
            <p:ph type="title"/>
          </p:nvPr>
        </p:nvSpPr>
        <p:spPr>
          <a:xfrm>
            <a:off x="629085" y="13105"/>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36064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746999" y="1917578"/>
            <a:ext cx="13155431" cy="549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a:extLst>
              <a:ext uri="{FF2B5EF4-FFF2-40B4-BE49-F238E27FC236}">
                <a16:creationId xmlns:a16="http://schemas.microsoft.com/office/drawing/2014/main" id="{93D0DE23-B8AD-4136-812D-27D46B8ADC8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5A661BC8-CBE6-40B1-BF65-3DDC3730BEA8}"/>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2226324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746999" y="1906924"/>
            <a:ext cx="13155431" cy="55054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1">
            <a:extLst>
              <a:ext uri="{FF2B5EF4-FFF2-40B4-BE49-F238E27FC236}">
                <a16:creationId xmlns:a16="http://schemas.microsoft.com/office/drawing/2014/main" id="{AF7114A3-57EF-412A-8AEB-90C1FF86B1F4}"/>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4">
            <a:extLst>
              <a:ext uri="{FF2B5EF4-FFF2-40B4-BE49-F238E27FC236}">
                <a16:creationId xmlns:a16="http://schemas.microsoft.com/office/drawing/2014/main" id="{291FBA3B-7B9C-4B9A-93C5-F00783BA10B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3378322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81110BB5-4CAA-4D6D-B0E5-CD6E3D5444C4}"/>
              </a:ext>
            </a:extLst>
          </p:cNvPr>
          <p:cNvSpPr>
            <a:spLocks noGrp="1"/>
          </p:cNvSpPr>
          <p:nvPr>
            <p:ph type="body" sz="quarter" idx="10" hasCustomPrompt="1"/>
          </p:nvPr>
        </p:nvSpPr>
        <p:spPr>
          <a:xfrm>
            <a:off x="0" y="3123888"/>
            <a:ext cx="14630400" cy="2633081"/>
          </a:xfrm>
          <a:prstGeom prst="rect">
            <a:avLst/>
          </a:prstGeom>
        </p:spPr>
        <p:txBody>
          <a:bodyPr/>
          <a:lstStyle>
            <a:lvl1pPr marL="0" indent="0" algn="ctr">
              <a:buNone/>
              <a:defRPr sz="7200" b="1">
                <a:solidFill>
                  <a:schemeClr val="bg1"/>
                </a:solidFill>
                <a:latin typeface="Arial" panose="020B0604020202020204" pitchFamily="34" charset="0"/>
                <a:cs typeface="Arial" panose="020B0604020202020204" pitchFamily="34" charset="0"/>
              </a:defRPr>
            </a:lvl1pPr>
          </a:lstStyle>
          <a:p>
            <a:pPr lvl="0"/>
            <a:r>
              <a:rPr lang="en-US" dirty="0"/>
              <a:t>THANK YOU</a:t>
            </a:r>
          </a:p>
        </p:txBody>
      </p:sp>
      <p:sp>
        <p:nvSpPr>
          <p:cNvPr id="3" name="Slide Number Placeholder 4">
            <a:extLst>
              <a:ext uri="{FF2B5EF4-FFF2-40B4-BE49-F238E27FC236}">
                <a16:creationId xmlns:a16="http://schemas.microsoft.com/office/drawing/2014/main" id="{3B7D03F5-A2EB-443F-8808-CB92782BB9DC}"/>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974592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166A51-751E-4C91-AF12-35FEA5D26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6909" y="832674"/>
            <a:ext cx="3516583" cy="1579366"/>
          </a:xfrm>
          <a:prstGeom prst="rect">
            <a:avLst/>
          </a:prstGeom>
        </p:spPr>
      </p:pic>
      <p:sp>
        <p:nvSpPr>
          <p:cNvPr id="5" name="Slide Number Placeholder 4">
            <a:extLst>
              <a:ext uri="{FF2B5EF4-FFF2-40B4-BE49-F238E27FC236}">
                <a16:creationId xmlns:a16="http://schemas.microsoft.com/office/drawing/2014/main" id="{95B40CFA-9026-435C-9897-175C51B6BE55}"/>
              </a:ext>
            </a:extLst>
          </p:cNvPr>
          <p:cNvSpPr>
            <a:spLocks noGrp="1"/>
          </p:cNvSpPr>
          <p:nvPr>
            <p:ph type="sldNum" sz="quarter" idx="4"/>
          </p:nvPr>
        </p:nvSpPr>
        <p:spPr>
          <a:xfrm>
            <a:off x="11338560" y="7773417"/>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690241652"/>
      </p:ext>
    </p:extLst>
  </p:cSld>
  <p:clrMap bg1="lt1" tx1="dk1" bg2="lt2" tx2="dk2" accent1="accent1" accent2="accent2" accent3="accent3" accent4="accent4" accent5="accent5" accent6="accent6" hlink="hlink" folHlink="folHlink"/>
  <p:sldLayoutIdLst>
    <p:sldLayoutId id="2147483661"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17655" y="28597"/>
            <a:ext cx="10975981" cy="560070"/>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747000" y="1576675"/>
            <a:ext cx="13136400" cy="58356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4">
            <a:extLst>
              <a:ext uri="{FF2B5EF4-FFF2-40B4-BE49-F238E27FC236}">
                <a16:creationId xmlns:a16="http://schemas.microsoft.com/office/drawing/2014/main" id="{1278EBD5-1C90-47B8-ADFB-BF109E3CF4A6}"/>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pic>
        <p:nvPicPr>
          <p:cNvPr id="7" name="Picture 6">
            <a:extLst>
              <a:ext uri="{FF2B5EF4-FFF2-40B4-BE49-F238E27FC236}">
                <a16:creationId xmlns:a16="http://schemas.microsoft.com/office/drawing/2014/main" id="{53EC741C-2937-40DA-B5CD-6BDD68A49B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138661" y="153680"/>
            <a:ext cx="1744740" cy="309905"/>
          </a:xfrm>
          <a:prstGeom prst="rect">
            <a:avLst/>
          </a:prstGeom>
        </p:spPr>
      </p:pic>
    </p:spTree>
    <p:extLst>
      <p:ext uri="{BB962C8B-B14F-4D97-AF65-F5344CB8AC3E}">
        <p14:creationId xmlns:p14="http://schemas.microsoft.com/office/powerpoint/2010/main" val="20165981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ftr="0"/>
  <p:txStyles>
    <p:titleStyle>
      <a:lvl1pPr algn="l" defTabSz="1097280" rtl="0" eaLnBrk="1" latinLnBrk="0" hangingPunct="1">
        <a:lnSpc>
          <a:spcPct val="90000"/>
        </a:lnSpc>
        <a:spcBef>
          <a:spcPct val="0"/>
        </a:spcBef>
        <a:buNone/>
        <a:defRPr sz="2760" b="1" kern="1200" baseline="0">
          <a:solidFill>
            <a:schemeClr val="bg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9FC78E-716C-42DD-9A91-4572741330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5079" y="2575224"/>
            <a:ext cx="5100239" cy="486910"/>
          </a:xfrm>
          <a:prstGeom prst="rect">
            <a:avLst/>
          </a:prstGeom>
        </p:spPr>
      </p:pic>
      <p:pic>
        <p:nvPicPr>
          <p:cNvPr id="3" name="Picture 2" descr="A picture containing icon&#10;&#10;Description automatically generated">
            <a:extLst>
              <a:ext uri="{FF2B5EF4-FFF2-40B4-BE49-F238E27FC236}">
                <a16:creationId xmlns:a16="http://schemas.microsoft.com/office/drawing/2014/main" id="{7D5A94FF-61CC-4076-B3C5-90D92D6517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4395" y="662825"/>
            <a:ext cx="3661606" cy="1644498"/>
          </a:xfrm>
          <a:prstGeom prst="rect">
            <a:avLst/>
          </a:prstGeom>
        </p:spPr>
      </p:pic>
      <p:sp>
        <p:nvSpPr>
          <p:cNvPr id="6" name="Slide Number Placeholder 4">
            <a:extLst>
              <a:ext uri="{FF2B5EF4-FFF2-40B4-BE49-F238E27FC236}">
                <a16:creationId xmlns:a16="http://schemas.microsoft.com/office/drawing/2014/main" id="{536F9F23-BD13-46C8-A1F1-15DBEB1CBFF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556741362"/>
      </p:ext>
    </p:extLst>
  </p:cSld>
  <p:clrMap bg1="lt1" tx1="dk1" bg2="lt2" tx2="dk2" accent1="accent1" accent2="accent2" accent3="accent3" accent4="accent4" accent5="accent5" accent6="accent6" hlink="hlink" folHlink="folHlink"/>
  <p:sldLayoutIdLst>
    <p:sldLayoutId id="2147483684"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https://spring.io/guides/gs/securing-web"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EACC5C-4747-42C2-9BF5-D1B4A984743F}"/>
              </a:ext>
            </a:extLst>
          </p:cNvPr>
          <p:cNvSpPr>
            <a:spLocks noGrp="1"/>
          </p:cNvSpPr>
          <p:nvPr>
            <p:ph type="body" sz="quarter" idx="10"/>
          </p:nvPr>
        </p:nvSpPr>
        <p:spPr/>
        <p:txBody>
          <a:bodyPr lIns="91440" tIns="45720" rIns="91440" bIns="45720" anchor="t"/>
          <a:lstStyle/>
          <a:p>
            <a:r>
              <a:rPr lang="en-US" sz="5750" dirty="0">
                <a:latin typeface="Arial"/>
                <a:cs typeface="Arial"/>
              </a:rPr>
              <a:t>Spring Security</a:t>
            </a:r>
            <a:endParaRPr lang="en-US" dirty="0"/>
          </a:p>
        </p:txBody>
      </p:sp>
      <p:sp>
        <p:nvSpPr>
          <p:cNvPr id="3" name="Text Placeholder 2">
            <a:extLst>
              <a:ext uri="{FF2B5EF4-FFF2-40B4-BE49-F238E27FC236}">
                <a16:creationId xmlns:a16="http://schemas.microsoft.com/office/drawing/2014/main" id="{230F2B9A-60B9-45E8-BBFF-DC81B2A1274F}"/>
              </a:ext>
            </a:extLst>
          </p:cNvPr>
          <p:cNvSpPr>
            <a:spLocks noGrp="1"/>
          </p:cNvSpPr>
          <p:nvPr>
            <p:ph type="body"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6948CFE-703F-41E2-8287-36611713304E}"/>
              </a:ext>
            </a:extLst>
          </p:cNvPr>
          <p:cNvSpPr>
            <a:spLocks noGrp="1"/>
          </p:cNvSpPr>
          <p:nvPr>
            <p:ph type="sldNum" sz="quarter" idx="4"/>
          </p:nvPr>
        </p:nvSpPr>
        <p:spPr/>
        <p:txBody>
          <a:bodyPr/>
          <a:lstStyle/>
          <a:p>
            <a:fld id="{31D26D55-0A22-487A-A687-61FB58A6F16A}" type="slidenum">
              <a:rPr lang="en-US" smtClean="0"/>
              <a:pPr/>
              <a:t>1</a:t>
            </a:fld>
            <a:endParaRPr lang="en-US" dirty="0"/>
          </a:p>
        </p:txBody>
      </p:sp>
    </p:spTree>
    <p:extLst>
      <p:ext uri="{BB962C8B-B14F-4D97-AF65-F5344CB8AC3E}">
        <p14:creationId xmlns:p14="http://schemas.microsoft.com/office/powerpoint/2010/main" val="125384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pplication security important&#10;&#10;Description automatically generated">
            <a:extLst>
              <a:ext uri="{FF2B5EF4-FFF2-40B4-BE49-F238E27FC236}">
                <a16:creationId xmlns:a16="http://schemas.microsoft.com/office/drawing/2014/main" id="{2A446975-70E2-6A72-EEBD-3B8A9E8DF156}"/>
              </a:ext>
            </a:extLst>
          </p:cNvPr>
          <p:cNvPicPr>
            <a:picLocks noGrp="1" noChangeAspect="1"/>
          </p:cNvPicPr>
          <p:nvPr>
            <p:ph idx="1"/>
          </p:nvPr>
        </p:nvPicPr>
        <p:blipFill>
          <a:blip r:embed="rId3"/>
          <a:stretch>
            <a:fillRect/>
          </a:stretch>
        </p:blipFill>
        <p:spPr>
          <a:xfrm>
            <a:off x="7309059" y="813519"/>
            <a:ext cx="6788300" cy="6805553"/>
          </a:xfrm>
        </p:spPr>
      </p:pic>
      <p:sp>
        <p:nvSpPr>
          <p:cNvPr id="3" name="Slide Number Placeholder 2">
            <a:extLst>
              <a:ext uri="{FF2B5EF4-FFF2-40B4-BE49-F238E27FC236}">
                <a16:creationId xmlns:a16="http://schemas.microsoft.com/office/drawing/2014/main" id="{16E92516-E631-A6E1-F908-8F2B3FBA414E}"/>
              </a:ext>
            </a:extLst>
          </p:cNvPr>
          <p:cNvSpPr>
            <a:spLocks noGrp="1"/>
          </p:cNvSpPr>
          <p:nvPr>
            <p:ph type="sldNum" sz="quarter" idx="4"/>
          </p:nvPr>
        </p:nvSpPr>
        <p:spPr/>
        <p:txBody>
          <a:bodyPr/>
          <a:lstStyle/>
          <a:p>
            <a:fld id="{31D26D55-0A22-487A-A687-61FB58A6F16A}" type="slidenum">
              <a:rPr lang="en-US" smtClean="0"/>
              <a:pPr/>
              <a:t>2</a:t>
            </a:fld>
            <a:endParaRPr lang="en-US" dirty="0"/>
          </a:p>
        </p:txBody>
      </p:sp>
      <p:sp>
        <p:nvSpPr>
          <p:cNvPr id="4" name="Title 3">
            <a:extLst>
              <a:ext uri="{FF2B5EF4-FFF2-40B4-BE49-F238E27FC236}">
                <a16:creationId xmlns:a16="http://schemas.microsoft.com/office/drawing/2014/main" id="{FF971520-790A-BC06-2F69-9F9E34671436}"/>
              </a:ext>
            </a:extLst>
          </p:cNvPr>
          <p:cNvSpPr>
            <a:spLocks noGrp="1"/>
          </p:cNvSpPr>
          <p:nvPr>
            <p:ph type="title"/>
          </p:nvPr>
        </p:nvSpPr>
        <p:spPr/>
        <p:txBody>
          <a:bodyPr/>
          <a:lstStyle/>
          <a:p>
            <a:r>
              <a:rPr lang="en-US" sz="2750" dirty="0">
                <a:cs typeface="Arial"/>
              </a:rPr>
              <a:t>Why Need Security?</a:t>
            </a:r>
            <a:endParaRPr lang="en-US" dirty="0"/>
          </a:p>
        </p:txBody>
      </p:sp>
      <p:sp>
        <p:nvSpPr>
          <p:cNvPr id="7" name="Content Placeholder 1">
            <a:extLst>
              <a:ext uri="{FF2B5EF4-FFF2-40B4-BE49-F238E27FC236}">
                <a16:creationId xmlns:a16="http://schemas.microsoft.com/office/drawing/2014/main" id="{97CC6256-2ED9-0D6E-B743-AA478EA4779C}"/>
              </a:ext>
            </a:extLst>
          </p:cNvPr>
          <p:cNvSpPr txBox="1">
            <a:spLocks/>
          </p:cNvSpPr>
          <p:nvPr/>
        </p:nvSpPr>
        <p:spPr>
          <a:xfrm>
            <a:off x="747000" y="2590437"/>
            <a:ext cx="6903307" cy="4821918"/>
          </a:xfrm>
          <a:prstGeom prst="rect">
            <a:avLst/>
          </a:prstGeom>
        </p:spPr>
        <p:txBody>
          <a:bodyPr vert="horz" lIns="91440" tIns="45720" rIns="91440" bIns="45720" rtlCol="0" anchor="t">
            <a:normAutofit/>
          </a:bodyPr>
          <a:lstStyle>
            <a:lvl1pPr marL="274320" indent="-274320" algn="l" defTabSz="1097280" rtl="0" eaLnBrk="1" latinLnBrk="0" hangingPunct="1">
              <a:lnSpc>
                <a:spcPct val="15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15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150000"/>
              </a:lnSpc>
              <a:spcBef>
                <a:spcPts val="600"/>
              </a:spcBef>
              <a:buFont typeface="Arial" panose="020B0604020202020204" pitchFamily="34" charset="0"/>
              <a:buChar char="•"/>
              <a:defRPr sz="2400" kern="1200">
                <a:solidFill>
                  <a:schemeClr val="tx1"/>
                </a:solidFill>
                <a:latin typeface="+mj-lt"/>
                <a:ea typeface="+mn-ea"/>
                <a:cs typeface="+mn-cs"/>
              </a:defRPr>
            </a:lvl3pPr>
            <a:lvl4pPr marL="1920240" indent="-274320" algn="l" defTabSz="1097280" rtl="0" eaLnBrk="1" latinLnBrk="0" hangingPunct="1">
              <a:lnSpc>
                <a:spcPct val="150000"/>
              </a:lnSpc>
              <a:spcBef>
                <a:spcPts val="600"/>
              </a:spcBef>
              <a:buFont typeface="Arial" panose="020B0604020202020204" pitchFamily="34" charset="0"/>
              <a:buChar char="•"/>
              <a:defRPr sz="2160" kern="1200">
                <a:solidFill>
                  <a:schemeClr val="tx1"/>
                </a:solidFill>
                <a:latin typeface="+mj-lt"/>
                <a:ea typeface="+mn-ea"/>
                <a:cs typeface="+mn-cs"/>
              </a:defRPr>
            </a:lvl4pPr>
            <a:lvl5pPr marL="2468880" indent="-274320" algn="l" defTabSz="1097280" rtl="0" eaLnBrk="1" latinLnBrk="0" hangingPunct="1">
              <a:lnSpc>
                <a:spcPct val="150000"/>
              </a:lnSpc>
              <a:spcBef>
                <a:spcPts val="600"/>
              </a:spcBef>
              <a:buFont typeface="Arial" panose="020B0604020202020204" pitchFamily="34" charset="0"/>
              <a:buChar char="•"/>
              <a:defRPr sz="2160" kern="1200">
                <a:solidFill>
                  <a:schemeClr val="tx1"/>
                </a:solidFill>
                <a:latin typeface="+mj-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nSpc>
                <a:spcPct val="130000"/>
              </a:lnSpc>
            </a:pPr>
            <a:r>
              <a:rPr lang="en-US" sz="3350" dirty="0">
                <a:cs typeface="Arial"/>
              </a:rPr>
              <a:t>Authorized Access/Users.</a:t>
            </a:r>
            <a:endParaRPr lang="en-US" dirty="0"/>
          </a:p>
          <a:p>
            <a:pPr>
              <a:lnSpc>
                <a:spcPct val="130000"/>
              </a:lnSpc>
            </a:pPr>
            <a:r>
              <a:rPr lang="en-US" sz="3400" dirty="0">
                <a:cs typeface="Arial"/>
              </a:rPr>
              <a:t>Protect sensitive Data.</a:t>
            </a:r>
          </a:p>
          <a:p>
            <a:pPr>
              <a:lnSpc>
                <a:spcPct val="130000"/>
              </a:lnSpc>
            </a:pPr>
            <a:r>
              <a:rPr lang="en-US" sz="3400" dirty="0">
                <a:ea typeface="+mj-lt"/>
                <a:cs typeface="+mj-lt"/>
              </a:rPr>
              <a:t>Mitigate Common Security Threats.</a:t>
            </a:r>
            <a:endParaRPr lang="en-US" sz="3400" dirty="0">
              <a:cs typeface="Arial"/>
            </a:endParaRPr>
          </a:p>
          <a:p>
            <a:pPr>
              <a:lnSpc>
                <a:spcPct val="130000"/>
              </a:lnSpc>
            </a:pPr>
            <a:r>
              <a:rPr lang="en-US" sz="3350" dirty="0">
                <a:cs typeface="Arial"/>
              </a:rPr>
              <a:t>Protect application availability.</a:t>
            </a:r>
          </a:p>
        </p:txBody>
      </p:sp>
    </p:spTree>
    <p:extLst>
      <p:ext uri="{BB962C8B-B14F-4D97-AF65-F5344CB8AC3E}">
        <p14:creationId xmlns:p14="http://schemas.microsoft.com/office/powerpoint/2010/main" val="4174268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2DF768-8D46-C364-70C5-1F9A8E39A49F}"/>
              </a:ext>
            </a:extLst>
          </p:cNvPr>
          <p:cNvSpPr>
            <a:spLocks noGrp="1"/>
          </p:cNvSpPr>
          <p:nvPr>
            <p:ph idx="1"/>
          </p:nvPr>
        </p:nvSpPr>
        <p:spPr>
          <a:xfrm>
            <a:off x="747000" y="1917577"/>
            <a:ext cx="8663096" cy="5494778"/>
          </a:xfrm>
        </p:spPr>
        <p:txBody>
          <a:bodyPr vert="horz" lIns="91440" tIns="45720" rIns="91440" bIns="45720" rtlCol="0" anchor="t">
            <a:normAutofit fontScale="92500"/>
          </a:bodyPr>
          <a:lstStyle/>
          <a:p>
            <a:r>
              <a:rPr lang="en-US" sz="3350" dirty="0">
                <a:cs typeface="Arial"/>
              </a:rPr>
              <a:t>Is a powerful framework in the Spring ecosystem that provides comprehensive </a:t>
            </a:r>
            <a:r>
              <a:rPr lang="en-US" sz="3350" b="1" dirty="0">
                <a:cs typeface="Arial"/>
              </a:rPr>
              <a:t>security </a:t>
            </a:r>
            <a:r>
              <a:rPr lang="en-US" sz="3350" dirty="0">
                <a:cs typeface="Arial"/>
              </a:rPr>
              <a:t>features for Java applications.</a:t>
            </a:r>
            <a:endParaRPr lang="en-US" dirty="0"/>
          </a:p>
          <a:p>
            <a:r>
              <a:rPr lang="en-US" sz="3350" dirty="0">
                <a:cs typeface="Arial"/>
              </a:rPr>
              <a:t>Offers robust mechanisms for </a:t>
            </a:r>
            <a:r>
              <a:rPr lang="en-US" sz="3350" b="1" dirty="0">
                <a:cs typeface="Arial"/>
              </a:rPr>
              <a:t>authentication</a:t>
            </a:r>
            <a:r>
              <a:rPr lang="en-US" sz="3350" dirty="0">
                <a:cs typeface="Arial"/>
              </a:rPr>
              <a:t>, </a:t>
            </a:r>
            <a:r>
              <a:rPr lang="en-US" sz="3350" b="1" dirty="0">
                <a:cs typeface="Arial"/>
              </a:rPr>
              <a:t>authorization</a:t>
            </a:r>
            <a:r>
              <a:rPr lang="en-US" sz="3350" dirty="0">
                <a:cs typeface="Arial"/>
              </a:rPr>
              <a:t>, and </a:t>
            </a:r>
            <a:r>
              <a:rPr lang="en-US" sz="3350" b="1" dirty="0">
                <a:cs typeface="Arial"/>
              </a:rPr>
              <a:t>protection </a:t>
            </a:r>
            <a:r>
              <a:rPr lang="en-US" sz="3350" dirty="0">
                <a:cs typeface="Arial"/>
              </a:rPr>
              <a:t>against common security vulnerabilities such as CSRF, XSS, and session fixation.</a:t>
            </a:r>
            <a:endParaRPr lang="en-US"/>
          </a:p>
        </p:txBody>
      </p:sp>
      <p:sp>
        <p:nvSpPr>
          <p:cNvPr id="3" name="Slide Number Placeholder 2">
            <a:extLst>
              <a:ext uri="{FF2B5EF4-FFF2-40B4-BE49-F238E27FC236}">
                <a16:creationId xmlns:a16="http://schemas.microsoft.com/office/drawing/2014/main" id="{42381243-1DE8-5B52-99D8-61496E96D32C}"/>
              </a:ext>
            </a:extLst>
          </p:cNvPr>
          <p:cNvSpPr>
            <a:spLocks noGrp="1"/>
          </p:cNvSpPr>
          <p:nvPr>
            <p:ph type="sldNum" sz="quarter" idx="4"/>
          </p:nvPr>
        </p:nvSpPr>
        <p:spPr/>
        <p:txBody>
          <a:bodyPr/>
          <a:lstStyle/>
          <a:p>
            <a:fld id="{31D26D55-0A22-487A-A687-61FB58A6F16A}" type="slidenum">
              <a:rPr lang="en-US" smtClean="0"/>
              <a:pPr/>
              <a:t>3</a:t>
            </a:fld>
            <a:endParaRPr lang="en-US" dirty="0"/>
          </a:p>
        </p:txBody>
      </p:sp>
      <p:sp>
        <p:nvSpPr>
          <p:cNvPr id="4" name="Title 3">
            <a:extLst>
              <a:ext uri="{FF2B5EF4-FFF2-40B4-BE49-F238E27FC236}">
                <a16:creationId xmlns:a16="http://schemas.microsoft.com/office/drawing/2014/main" id="{70874654-D494-024D-6537-C6CD11A81E25}"/>
              </a:ext>
            </a:extLst>
          </p:cNvPr>
          <p:cNvSpPr>
            <a:spLocks noGrp="1"/>
          </p:cNvSpPr>
          <p:nvPr>
            <p:ph type="title"/>
          </p:nvPr>
        </p:nvSpPr>
        <p:spPr/>
        <p:txBody>
          <a:bodyPr/>
          <a:lstStyle/>
          <a:p>
            <a:r>
              <a:rPr lang="en-US" sz="2750" dirty="0">
                <a:ea typeface="+mj-lt"/>
                <a:cs typeface="+mj-lt"/>
              </a:rPr>
              <a:t>Spring Security</a:t>
            </a:r>
            <a:endParaRPr lang="en-US" dirty="0"/>
          </a:p>
        </p:txBody>
      </p:sp>
      <p:pic>
        <p:nvPicPr>
          <p:cNvPr id="5" name="Picture 4" descr="A diagram of security&#10;&#10;Description automatically generated">
            <a:extLst>
              <a:ext uri="{FF2B5EF4-FFF2-40B4-BE49-F238E27FC236}">
                <a16:creationId xmlns:a16="http://schemas.microsoft.com/office/drawing/2014/main" id="{BA4DDA96-7E10-B30E-7918-99FE4C9E189F}"/>
              </a:ext>
            </a:extLst>
          </p:cNvPr>
          <p:cNvPicPr>
            <a:picLocks noChangeAspect="1"/>
          </p:cNvPicPr>
          <p:nvPr/>
        </p:nvPicPr>
        <p:blipFill>
          <a:blip r:embed="rId3"/>
          <a:srcRect l="9948" r="10733" b="463"/>
          <a:stretch/>
        </p:blipFill>
        <p:spPr>
          <a:xfrm>
            <a:off x="9169880" y="1273312"/>
            <a:ext cx="5227615" cy="3698950"/>
          </a:xfrm>
          <a:prstGeom prst="rect">
            <a:avLst/>
          </a:prstGeom>
        </p:spPr>
      </p:pic>
    </p:spTree>
    <p:extLst>
      <p:ext uri="{BB962C8B-B14F-4D97-AF65-F5344CB8AC3E}">
        <p14:creationId xmlns:p14="http://schemas.microsoft.com/office/powerpoint/2010/main" val="2245949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9F8407-BB06-333B-4667-C055EF946690}"/>
              </a:ext>
            </a:extLst>
          </p:cNvPr>
          <p:cNvSpPr>
            <a:spLocks noGrp="1"/>
          </p:cNvSpPr>
          <p:nvPr>
            <p:ph idx="1"/>
          </p:nvPr>
        </p:nvSpPr>
        <p:spPr/>
        <p:txBody>
          <a:bodyPr vert="horz" lIns="91440" tIns="45720" rIns="91440" bIns="45720" rtlCol="0" anchor="t">
            <a:normAutofit fontScale="47500" lnSpcReduction="20000"/>
          </a:bodyPr>
          <a:lstStyle/>
          <a:p>
            <a:pPr>
              <a:lnSpc>
                <a:spcPct val="130000"/>
              </a:lnSpc>
            </a:pPr>
            <a:r>
              <a:rPr lang="en-US" sz="3350" b="1" dirty="0">
                <a:cs typeface="Arial"/>
              </a:rPr>
              <a:t>Authentication:</a:t>
            </a:r>
            <a:endParaRPr lang="en-US" b="1" dirty="0"/>
          </a:p>
          <a:p>
            <a:pPr lvl="1">
              <a:lnSpc>
                <a:spcPct val="130000"/>
              </a:lnSpc>
              <a:buFont typeface="Courier New" panose="020B0604020202020204" pitchFamily="34" charset="0"/>
              <a:buChar char="o"/>
            </a:pPr>
            <a:r>
              <a:rPr lang="en-US" sz="2850" dirty="0">
                <a:cs typeface="Arial"/>
              </a:rPr>
              <a:t>Verifies the identity of a user.</a:t>
            </a:r>
            <a:endParaRPr lang="en-US" dirty="0"/>
          </a:p>
          <a:p>
            <a:pPr lvl="1">
              <a:lnSpc>
                <a:spcPct val="130000"/>
              </a:lnSpc>
              <a:buFont typeface="Courier New" panose="020B0604020202020204" pitchFamily="34" charset="0"/>
              <a:buChar char="o"/>
            </a:pPr>
            <a:r>
              <a:rPr lang="en-US" sz="2850" dirty="0">
                <a:cs typeface="Arial"/>
              </a:rPr>
              <a:t>Supports multiple methods, such as username/password, tokens (e.g., JWT), OAuth2, and LDAP.</a:t>
            </a:r>
          </a:p>
          <a:p>
            <a:pPr>
              <a:lnSpc>
                <a:spcPct val="130000"/>
              </a:lnSpc>
            </a:pPr>
            <a:r>
              <a:rPr lang="en-US" sz="3350" b="1" dirty="0">
                <a:cs typeface="Arial"/>
              </a:rPr>
              <a:t>Authorization:</a:t>
            </a:r>
            <a:endParaRPr lang="en-US" b="1" dirty="0"/>
          </a:p>
          <a:p>
            <a:pPr lvl="1">
              <a:lnSpc>
                <a:spcPct val="130000"/>
              </a:lnSpc>
              <a:buFont typeface="Courier New" panose="020B0604020202020204" pitchFamily="34" charset="0"/>
              <a:buChar char="o"/>
            </a:pPr>
            <a:r>
              <a:rPr lang="en-US" sz="2850" dirty="0">
                <a:cs typeface="Arial"/>
              </a:rPr>
              <a:t>Controls access to resources based on user roles, permissions, or attributes.</a:t>
            </a:r>
          </a:p>
          <a:p>
            <a:pPr>
              <a:lnSpc>
                <a:spcPct val="130000"/>
              </a:lnSpc>
            </a:pPr>
            <a:r>
              <a:rPr lang="en-US" sz="3350" b="1" dirty="0">
                <a:cs typeface="Arial"/>
              </a:rPr>
              <a:t>Password Management:</a:t>
            </a:r>
          </a:p>
          <a:p>
            <a:pPr lvl="1">
              <a:lnSpc>
                <a:spcPct val="130000"/>
              </a:lnSpc>
              <a:buFont typeface="Courier New" panose="020B0604020202020204" pitchFamily="34" charset="0"/>
              <a:buChar char="o"/>
            </a:pPr>
            <a:r>
              <a:rPr lang="en-US" sz="2850" dirty="0">
                <a:cs typeface="Arial"/>
              </a:rPr>
              <a:t>Includes secure hashing algorithms (e.g., </a:t>
            </a:r>
            <a:r>
              <a:rPr lang="en-US" sz="2850" dirty="0" err="1">
                <a:cs typeface="Arial"/>
              </a:rPr>
              <a:t>BCrypt</a:t>
            </a:r>
            <a:r>
              <a:rPr lang="en-US" sz="2850" dirty="0">
                <a:cs typeface="Arial"/>
              </a:rPr>
              <a:t>, PBKDF2) for password storage.</a:t>
            </a:r>
          </a:p>
          <a:p>
            <a:pPr>
              <a:lnSpc>
                <a:spcPct val="130000"/>
              </a:lnSpc>
            </a:pPr>
            <a:r>
              <a:rPr lang="en-US" sz="3350" b="1" dirty="0">
                <a:cs typeface="Arial"/>
              </a:rPr>
              <a:t>CSRF Protection:</a:t>
            </a:r>
            <a:endParaRPr lang="en-US" dirty="0">
              <a:cs typeface="Arial" panose="020B0604020202020204"/>
            </a:endParaRPr>
          </a:p>
          <a:p>
            <a:pPr lvl="1">
              <a:lnSpc>
                <a:spcPct val="130000"/>
              </a:lnSpc>
              <a:buFont typeface="Courier New" panose="020B0604020202020204" pitchFamily="34" charset="0"/>
              <a:buChar char="o"/>
            </a:pPr>
            <a:r>
              <a:rPr lang="en-US" sz="2850" dirty="0">
                <a:cs typeface="Arial"/>
              </a:rPr>
              <a:t>Prevents Cross-Site Request Forgery attacks by requiring a unique token for state-changing requests.</a:t>
            </a:r>
          </a:p>
          <a:p>
            <a:pPr>
              <a:lnSpc>
                <a:spcPct val="130000"/>
              </a:lnSpc>
            </a:pPr>
            <a:r>
              <a:rPr lang="en-US" sz="3350" b="1" dirty="0">
                <a:cs typeface="Arial"/>
              </a:rPr>
              <a:t>Session Management:</a:t>
            </a:r>
            <a:endParaRPr lang="en-US" b="1" dirty="0"/>
          </a:p>
          <a:p>
            <a:pPr lvl="1">
              <a:lnSpc>
                <a:spcPct val="130000"/>
              </a:lnSpc>
              <a:buFont typeface="Courier New" panose="020B0604020202020204" pitchFamily="34" charset="0"/>
              <a:buChar char="o"/>
            </a:pPr>
            <a:r>
              <a:rPr lang="en-US" sz="2850" dirty="0">
                <a:cs typeface="Arial"/>
              </a:rPr>
              <a:t>Provides features for concurrent session control and session fixation protection.</a:t>
            </a:r>
          </a:p>
          <a:p>
            <a:pPr>
              <a:lnSpc>
                <a:spcPct val="130000"/>
              </a:lnSpc>
            </a:pPr>
            <a:r>
              <a:rPr lang="en-US" sz="3350" b="1" dirty="0">
                <a:cs typeface="Arial"/>
              </a:rPr>
              <a:t>Integration with OAuth2 and JWT:</a:t>
            </a:r>
            <a:endParaRPr lang="en-US" b="1" dirty="0"/>
          </a:p>
          <a:p>
            <a:pPr lvl="1">
              <a:lnSpc>
                <a:spcPct val="130000"/>
              </a:lnSpc>
              <a:buFont typeface="Courier New" panose="020B0604020202020204" pitchFamily="34" charset="0"/>
              <a:buChar char="o"/>
            </a:pPr>
            <a:r>
              <a:rPr lang="en-US" sz="2850" dirty="0">
                <a:cs typeface="Arial"/>
              </a:rPr>
              <a:t>Supports OAuth2 for secure API authentication and JWT for stateless authentication.</a:t>
            </a:r>
          </a:p>
          <a:p>
            <a:pPr>
              <a:lnSpc>
                <a:spcPct val="130000"/>
              </a:lnSpc>
            </a:pPr>
            <a:r>
              <a:rPr lang="en-US" sz="3350" b="1" dirty="0">
                <a:cs typeface="Arial"/>
              </a:rPr>
              <a:t>Custom Security Rules:</a:t>
            </a:r>
            <a:endParaRPr lang="en-US" b="1" dirty="0"/>
          </a:p>
          <a:p>
            <a:pPr lvl="1">
              <a:lnSpc>
                <a:spcPct val="130000"/>
              </a:lnSpc>
              <a:buFont typeface="Courier New" panose="020B0604020202020204" pitchFamily="34" charset="0"/>
              <a:buChar char="o"/>
            </a:pPr>
            <a:r>
              <a:rPr lang="en-US" sz="2850" dirty="0">
                <a:cs typeface="Arial"/>
              </a:rPr>
              <a:t>Easily customizable to define security configurations for endpoints, paths, and user roles.</a:t>
            </a:r>
          </a:p>
          <a:p>
            <a:endParaRPr lang="en-US" sz="3350" dirty="0">
              <a:cs typeface="Arial"/>
            </a:endParaRPr>
          </a:p>
        </p:txBody>
      </p:sp>
      <p:sp>
        <p:nvSpPr>
          <p:cNvPr id="3" name="Slide Number Placeholder 2">
            <a:extLst>
              <a:ext uri="{FF2B5EF4-FFF2-40B4-BE49-F238E27FC236}">
                <a16:creationId xmlns:a16="http://schemas.microsoft.com/office/drawing/2014/main" id="{28213F0E-8B1C-6BEA-988C-9BF2DEC0E797}"/>
              </a:ext>
            </a:extLst>
          </p:cNvPr>
          <p:cNvSpPr>
            <a:spLocks noGrp="1"/>
          </p:cNvSpPr>
          <p:nvPr>
            <p:ph type="sldNum" sz="quarter" idx="4"/>
          </p:nvPr>
        </p:nvSpPr>
        <p:spPr/>
        <p:txBody>
          <a:bodyPr/>
          <a:lstStyle/>
          <a:p>
            <a:fld id="{31D26D55-0A22-487A-A687-61FB58A6F16A}" type="slidenum">
              <a:rPr lang="en-US" smtClean="0"/>
              <a:pPr/>
              <a:t>4</a:t>
            </a:fld>
            <a:endParaRPr lang="en-US" dirty="0"/>
          </a:p>
        </p:txBody>
      </p:sp>
      <p:sp>
        <p:nvSpPr>
          <p:cNvPr id="4" name="Title 3">
            <a:extLst>
              <a:ext uri="{FF2B5EF4-FFF2-40B4-BE49-F238E27FC236}">
                <a16:creationId xmlns:a16="http://schemas.microsoft.com/office/drawing/2014/main" id="{429F81E6-B4F6-8CD1-4560-4587767BEB3A}"/>
              </a:ext>
            </a:extLst>
          </p:cNvPr>
          <p:cNvSpPr>
            <a:spLocks noGrp="1"/>
          </p:cNvSpPr>
          <p:nvPr>
            <p:ph type="title"/>
          </p:nvPr>
        </p:nvSpPr>
        <p:spPr/>
        <p:txBody>
          <a:bodyPr/>
          <a:lstStyle/>
          <a:p>
            <a:r>
              <a:rPr lang="en-US" sz="2750" dirty="0">
                <a:ea typeface="+mj-lt"/>
                <a:cs typeface="+mj-lt"/>
              </a:rPr>
              <a:t>Key Features of Spring Security</a:t>
            </a:r>
            <a:endParaRPr lang="en-US" dirty="0"/>
          </a:p>
        </p:txBody>
      </p:sp>
    </p:spTree>
    <p:extLst>
      <p:ext uri="{BB962C8B-B14F-4D97-AF65-F5344CB8AC3E}">
        <p14:creationId xmlns:p14="http://schemas.microsoft.com/office/powerpoint/2010/main" val="2266700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security flow&#10;&#10;Description automatically generated">
            <a:extLst>
              <a:ext uri="{FF2B5EF4-FFF2-40B4-BE49-F238E27FC236}">
                <a16:creationId xmlns:a16="http://schemas.microsoft.com/office/drawing/2014/main" id="{787066CC-0400-13D0-0858-D0A9F010456C}"/>
              </a:ext>
            </a:extLst>
          </p:cNvPr>
          <p:cNvPicPr>
            <a:picLocks noGrp="1" noChangeAspect="1"/>
          </p:cNvPicPr>
          <p:nvPr>
            <p:ph idx="1"/>
          </p:nvPr>
        </p:nvPicPr>
        <p:blipFill>
          <a:blip r:embed="rId3"/>
          <a:srcRect t="16352" b="-314"/>
          <a:stretch/>
        </p:blipFill>
        <p:spPr>
          <a:xfrm>
            <a:off x="2066048" y="1952206"/>
            <a:ext cx="10493960" cy="4613173"/>
          </a:xfrm>
        </p:spPr>
      </p:pic>
      <p:sp>
        <p:nvSpPr>
          <p:cNvPr id="3" name="Slide Number Placeholder 2">
            <a:extLst>
              <a:ext uri="{FF2B5EF4-FFF2-40B4-BE49-F238E27FC236}">
                <a16:creationId xmlns:a16="http://schemas.microsoft.com/office/drawing/2014/main" id="{3A127F5F-9BCD-575F-3DBB-C94345164CF3}"/>
              </a:ext>
            </a:extLst>
          </p:cNvPr>
          <p:cNvSpPr>
            <a:spLocks noGrp="1"/>
          </p:cNvSpPr>
          <p:nvPr>
            <p:ph type="sldNum" sz="quarter" idx="4"/>
          </p:nvPr>
        </p:nvSpPr>
        <p:spPr/>
        <p:txBody>
          <a:bodyPr/>
          <a:lstStyle/>
          <a:p>
            <a:fld id="{31D26D55-0A22-487A-A687-61FB58A6F16A}" type="slidenum">
              <a:rPr lang="en-US" smtClean="0"/>
              <a:pPr/>
              <a:t>5</a:t>
            </a:fld>
            <a:endParaRPr lang="en-US" dirty="0"/>
          </a:p>
        </p:txBody>
      </p:sp>
      <p:sp>
        <p:nvSpPr>
          <p:cNvPr id="4" name="Title 3">
            <a:extLst>
              <a:ext uri="{FF2B5EF4-FFF2-40B4-BE49-F238E27FC236}">
                <a16:creationId xmlns:a16="http://schemas.microsoft.com/office/drawing/2014/main" id="{D0EB221C-2EF5-13F1-8D3D-9A000D3D8E2C}"/>
              </a:ext>
            </a:extLst>
          </p:cNvPr>
          <p:cNvSpPr>
            <a:spLocks noGrp="1"/>
          </p:cNvSpPr>
          <p:nvPr>
            <p:ph type="title"/>
          </p:nvPr>
        </p:nvSpPr>
        <p:spPr/>
        <p:txBody>
          <a:bodyPr>
            <a:normAutofit/>
          </a:bodyPr>
          <a:lstStyle/>
          <a:p>
            <a:r>
              <a:rPr lang="en-US" sz="2750" dirty="0">
                <a:cs typeface="Arial"/>
              </a:rPr>
              <a:t>Spring Security Flow</a:t>
            </a:r>
            <a:endParaRPr lang="en-US" dirty="0"/>
          </a:p>
        </p:txBody>
      </p:sp>
    </p:spTree>
    <p:extLst>
      <p:ext uri="{BB962C8B-B14F-4D97-AF65-F5344CB8AC3E}">
        <p14:creationId xmlns:p14="http://schemas.microsoft.com/office/powerpoint/2010/main" val="3454709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3738BB-9708-35AE-6457-4C71173A20D0}"/>
              </a:ext>
            </a:extLst>
          </p:cNvPr>
          <p:cNvSpPr>
            <a:spLocks noGrp="1"/>
          </p:cNvSpPr>
          <p:nvPr>
            <p:ph idx="1"/>
          </p:nvPr>
        </p:nvSpPr>
        <p:spPr/>
        <p:txBody>
          <a:bodyPr vert="horz" lIns="91440" tIns="45720" rIns="91440" bIns="45720" rtlCol="0" anchor="t">
            <a:normAutofit fontScale="55000" lnSpcReduction="20000"/>
          </a:bodyPr>
          <a:lstStyle/>
          <a:p>
            <a:r>
              <a:rPr lang="en-US" sz="3800" b="1" dirty="0">
                <a:ea typeface="+mj-lt"/>
                <a:cs typeface="+mj-lt"/>
              </a:rPr>
              <a:t>Authentication Filter</a:t>
            </a:r>
            <a:r>
              <a:rPr lang="en-US" sz="3350" b="1" dirty="0">
                <a:ea typeface="+mj-lt"/>
                <a:cs typeface="+mj-lt"/>
              </a:rPr>
              <a:t>:</a:t>
            </a:r>
            <a:endParaRPr lang="en-US" dirty="0">
              <a:cs typeface="Arial" panose="020B0604020202020204"/>
            </a:endParaRPr>
          </a:p>
          <a:p>
            <a:pPr lvl="1"/>
            <a:r>
              <a:rPr lang="en-US" sz="2850" dirty="0">
                <a:ea typeface="+mj-lt"/>
                <a:cs typeface="+mj-lt"/>
              </a:rPr>
              <a:t>A chain of filters that intercept HTTP requests and apply security logic.</a:t>
            </a:r>
            <a:endParaRPr lang="en-US" sz="2850" dirty="0">
              <a:cs typeface="Arial"/>
            </a:endParaRPr>
          </a:p>
          <a:p>
            <a:pPr lvl="1"/>
            <a:r>
              <a:rPr lang="en-US" sz="2850" dirty="0">
                <a:ea typeface="+mj-lt"/>
                <a:cs typeface="+mj-lt"/>
              </a:rPr>
              <a:t>Example filters:</a:t>
            </a:r>
            <a:r>
              <a:rPr lang="en-US" sz="2850" dirty="0">
                <a:latin typeface="Arial"/>
                <a:cs typeface="Arial"/>
              </a:rPr>
              <a:t> </a:t>
            </a:r>
            <a:r>
              <a:rPr lang="en-US" sz="3350" dirty="0" err="1">
                <a:latin typeface="Consolas"/>
              </a:rPr>
              <a:t>UsernamePasswordAuthenticationFilter</a:t>
            </a:r>
            <a:r>
              <a:rPr lang="en-US" sz="3350" dirty="0">
                <a:latin typeface="Consolas"/>
              </a:rPr>
              <a:t>, </a:t>
            </a:r>
            <a:r>
              <a:rPr lang="en-US" sz="3350" dirty="0" err="1">
                <a:latin typeface="Consolas"/>
              </a:rPr>
              <a:t>BasicAuthenticationFilter</a:t>
            </a:r>
            <a:r>
              <a:rPr lang="en-US" sz="3350" dirty="0">
                <a:latin typeface="Consolas"/>
              </a:rPr>
              <a:t>, </a:t>
            </a:r>
            <a:r>
              <a:rPr lang="en-US" sz="3350" dirty="0" err="1">
                <a:latin typeface="Consolas"/>
              </a:rPr>
              <a:t>CsrfFilter</a:t>
            </a:r>
            <a:endParaRPr lang="en-US" sz="2850" dirty="0" err="1">
              <a:cs typeface="Arial" panose="020B0604020202020204"/>
            </a:endParaRPr>
          </a:p>
          <a:p>
            <a:r>
              <a:rPr lang="en-US" sz="3850" b="1" dirty="0">
                <a:ea typeface="+mj-lt"/>
                <a:cs typeface="+mj-lt"/>
              </a:rPr>
              <a:t>Authentication Manager:</a:t>
            </a:r>
            <a:endParaRPr lang="en-US" sz="3850" dirty="0">
              <a:cs typeface="Arial"/>
            </a:endParaRPr>
          </a:p>
          <a:p>
            <a:pPr lvl="1"/>
            <a:r>
              <a:rPr lang="en-US" sz="2850" dirty="0">
                <a:ea typeface="+mj-lt"/>
                <a:cs typeface="+mj-lt"/>
              </a:rPr>
              <a:t>Responsible for authenticating users by delegating to configured </a:t>
            </a:r>
            <a:r>
              <a:rPr lang="en-US" sz="2850" dirty="0" err="1">
                <a:latin typeface="Consolas"/>
              </a:rPr>
              <a:t>AuthenticationProvider</a:t>
            </a:r>
            <a:r>
              <a:rPr lang="en-US" sz="2850" dirty="0" err="1">
                <a:ea typeface="+mj-lt"/>
                <a:cs typeface="+mj-lt"/>
              </a:rPr>
              <a:t>s</a:t>
            </a:r>
            <a:r>
              <a:rPr lang="en-US" sz="2850" dirty="0">
                <a:ea typeface="+mj-lt"/>
                <a:cs typeface="+mj-lt"/>
              </a:rPr>
              <a:t>.</a:t>
            </a:r>
            <a:endParaRPr lang="en-US" sz="2850" dirty="0">
              <a:cs typeface="Arial"/>
            </a:endParaRPr>
          </a:p>
          <a:p>
            <a:r>
              <a:rPr lang="en-US" sz="3350" b="1" dirty="0">
                <a:ea typeface="+mj-lt"/>
                <a:cs typeface="+mj-lt"/>
              </a:rPr>
              <a:t>Authentication Provider:</a:t>
            </a:r>
            <a:endParaRPr lang="en-US" dirty="0"/>
          </a:p>
          <a:p>
            <a:pPr lvl="1"/>
            <a:r>
              <a:rPr lang="en-US" sz="2850" dirty="0">
                <a:ea typeface="+mj-lt"/>
                <a:cs typeface="+mj-lt"/>
              </a:rPr>
              <a:t>Processes authentication requests, such as validating user credentials or tokens.</a:t>
            </a:r>
            <a:endParaRPr lang="en-US" sz="2850" dirty="0">
              <a:cs typeface="Arial"/>
            </a:endParaRPr>
          </a:p>
          <a:p>
            <a:r>
              <a:rPr lang="en-US" sz="3350" b="1" dirty="0">
                <a:ea typeface="+mj-lt"/>
                <a:cs typeface="+mj-lt"/>
              </a:rPr>
              <a:t>Granted Authority:</a:t>
            </a:r>
            <a:endParaRPr lang="en-US" dirty="0"/>
          </a:p>
          <a:p>
            <a:pPr lvl="1"/>
            <a:r>
              <a:rPr lang="en-US" sz="2850" dirty="0">
                <a:ea typeface="+mj-lt"/>
                <a:cs typeface="+mj-lt"/>
              </a:rPr>
              <a:t>Represents a user's roles or permissions.</a:t>
            </a:r>
            <a:endParaRPr lang="en-US" sz="2850" dirty="0">
              <a:cs typeface="Arial"/>
            </a:endParaRPr>
          </a:p>
          <a:p>
            <a:r>
              <a:rPr lang="en-US" sz="3350" b="1" dirty="0">
                <a:ea typeface="+mj-lt"/>
                <a:cs typeface="+mj-lt"/>
              </a:rPr>
              <a:t>Security Context Holder:</a:t>
            </a:r>
            <a:endParaRPr lang="en-US" dirty="0"/>
          </a:p>
          <a:p>
            <a:pPr lvl="1"/>
            <a:r>
              <a:rPr lang="en-US" sz="2850" dirty="0">
                <a:ea typeface="+mj-lt"/>
                <a:cs typeface="+mj-lt"/>
              </a:rPr>
              <a:t>Stores the security context, including the authenticated user details, for the duration of a session or request.</a:t>
            </a:r>
            <a:endParaRPr lang="en-US" sz="285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BEC0974B-68E3-AA6A-CB43-5309E9EED726}"/>
              </a:ext>
            </a:extLst>
          </p:cNvPr>
          <p:cNvSpPr>
            <a:spLocks noGrp="1"/>
          </p:cNvSpPr>
          <p:nvPr>
            <p:ph type="sldNum" sz="quarter" idx="4"/>
          </p:nvPr>
        </p:nvSpPr>
        <p:spPr/>
        <p:txBody>
          <a:bodyPr/>
          <a:lstStyle/>
          <a:p>
            <a:fld id="{31D26D55-0A22-487A-A687-61FB58A6F16A}" type="slidenum">
              <a:rPr lang="en-US" smtClean="0"/>
              <a:pPr/>
              <a:t>6</a:t>
            </a:fld>
            <a:endParaRPr lang="en-US" dirty="0"/>
          </a:p>
        </p:txBody>
      </p:sp>
      <p:sp>
        <p:nvSpPr>
          <p:cNvPr id="4" name="Title 3">
            <a:extLst>
              <a:ext uri="{FF2B5EF4-FFF2-40B4-BE49-F238E27FC236}">
                <a16:creationId xmlns:a16="http://schemas.microsoft.com/office/drawing/2014/main" id="{9CC04ED1-F89C-F2C0-482A-F8758BDF38AC}"/>
              </a:ext>
            </a:extLst>
          </p:cNvPr>
          <p:cNvSpPr>
            <a:spLocks noGrp="1"/>
          </p:cNvSpPr>
          <p:nvPr>
            <p:ph type="title"/>
          </p:nvPr>
        </p:nvSpPr>
        <p:spPr/>
        <p:txBody>
          <a:bodyPr>
            <a:normAutofit/>
          </a:bodyPr>
          <a:lstStyle/>
          <a:p>
            <a:r>
              <a:rPr lang="en-US" sz="2800" dirty="0">
                <a:cs typeface="Arial"/>
              </a:rPr>
              <a:t>Spring Security Main Blocks</a:t>
            </a:r>
            <a:endParaRPr lang="en-US" sz="2800" b="0" dirty="0">
              <a:solidFill>
                <a:srgbClr val="000000"/>
              </a:solidFill>
              <a:cs typeface="Arial"/>
            </a:endParaRPr>
          </a:p>
        </p:txBody>
      </p:sp>
    </p:spTree>
    <p:extLst>
      <p:ext uri="{BB962C8B-B14F-4D97-AF65-F5344CB8AC3E}">
        <p14:creationId xmlns:p14="http://schemas.microsoft.com/office/powerpoint/2010/main" val="50451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6DB8A3-1D6C-1773-D49E-5922745CC950}"/>
              </a:ext>
            </a:extLst>
          </p:cNvPr>
          <p:cNvSpPr>
            <a:spLocks noGrp="1"/>
          </p:cNvSpPr>
          <p:nvPr>
            <p:ph idx="1"/>
          </p:nvPr>
        </p:nvSpPr>
        <p:spPr/>
        <p:txBody>
          <a:bodyPr vert="horz" lIns="91440" tIns="45720" rIns="91440" bIns="45720" rtlCol="0" anchor="t">
            <a:normAutofit/>
          </a:bodyPr>
          <a:lstStyle/>
          <a:p>
            <a:r>
              <a:rPr lang="en-US" sz="3350" dirty="0">
                <a:ea typeface="+mj-lt"/>
                <a:cs typeface="+mj-lt"/>
              </a:rPr>
              <a:t>In Maven, include the Spring Security dependency.</a:t>
            </a:r>
            <a:endParaRPr lang="en-US" dirty="0">
              <a:ea typeface="+mj-lt"/>
              <a:cs typeface="+mj-lt"/>
            </a:endParaRPr>
          </a:p>
          <a:p>
            <a:r>
              <a:rPr lang="en-US" sz="3350" b="1" dirty="0"/>
              <a:t>Default Behavior a</a:t>
            </a:r>
            <a:r>
              <a:rPr lang="en-US" sz="3350" dirty="0"/>
              <a:t>fter</a:t>
            </a:r>
            <a:r>
              <a:rPr lang="en-US" sz="3350" dirty="0">
                <a:ea typeface="+mj-lt"/>
                <a:cs typeface="+mj-lt"/>
              </a:rPr>
              <a:t> adding the dependency:</a:t>
            </a:r>
            <a:endParaRPr lang="en-US" sz="3350" dirty="0">
              <a:cs typeface="Arial" panose="020B0604020202020204"/>
            </a:endParaRPr>
          </a:p>
          <a:p>
            <a:pPr lvl="1"/>
            <a:r>
              <a:rPr lang="en-US" sz="2850" dirty="0">
                <a:ea typeface="+mj-lt"/>
                <a:cs typeface="+mj-lt"/>
              </a:rPr>
              <a:t>All endpoints are secured by default.</a:t>
            </a:r>
            <a:endParaRPr lang="en-US" sz="2850" dirty="0">
              <a:cs typeface="Arial"/>
            </a:endParaRPr>
          </a:p>
          <a:p>
            <a:pPr lvl="1"/>
            <a:r>
              <a:rPr lang="en-US" sz="2850" dirty="0">
                <a:ea typeface="+mj-lt"/>
                <a:cs typeface="+mj-lt"/>
              </a:rPr>
              <a:t>A default login page is provided.</a:t>
            </a:r>
            <a:endParaRPr lang="en-US" sz="2850" dirty="0">
              <a:cs typeface="Arial"/>
            </a:endParaRPr>
          </a:p>
          <a:p>
            <a:pPr lvl="1"/>
            <a:r>
              <a:rPr lang="en-US" sz="2850" dirty="0">
                <a:ea typeface="+mj-lt"/>
                <a:cs typeface="+mj-lt"/>
              </a:rPr>
              <a:t>The default user credentials are:</a:t>
            </a:r>
            <a:endParaRPr lang="en-US" sz="2850" dirty="0">
              <a:cs typeface="Arial"/>
            </a:endParaRPr>
          </a:p>
          <a:p>
            <a:pPr lvl="2">
              <a:buFont typeface="Wingdings" panose="020B0604020202020204" pitchFamily="34" charset="0"/>
              <a:buChar char="§"/>
            </a:pPr>
            <a:r>
              <a:rPr lang="en-US" sz="2900" b="1" dirty="0">
                <a:ea typeface="+mj-lt"/>
                <a:cs typeface="+mj-lt"/>
              </a:rPr>
              <a:t>Username:</a:t>
            </a:r>
            <a:r>
              <a:rPr lang="en-US" sz="2900" dirty="0">
                <a:ea typeface="+mj-lt"/>
                <a:cs typeface="+mj-lt"/>
              </a:rPr>
              <a:t> </a:t>
            </a:r>
            <a:r>
              <a:rPr lang="en-US" sz="2900" dirty="0">
                <a:latin typeface="Consolas"/>
                <a:cs typeface="Arial"/>
              </a:rPr>
              <a:t>user</a:t>
            </a:r>
            <a:endParaRPr lang="en-US" dirty="0">
              <a:cs typeface="Arial"/>
            </a:endParaRPr>
          </a:p>
          <a:p>
            <a:pPr lvl="2">
              <a:buFont typeface="Wingdings" panose="020B0604020202020204" pitchFamily="34" charset="0"/>
              <a:buChar char="§"/>
            </a:pPr>
            <a:r>
              <a:rPr lang="en-US" sz="2900" b="1" dirty="0">
                <a:ea typeface="+mj-lt"/>
                <a:cs typeface="+mj-lt"/>
              </a:rPr>
              <a:t>Password:</a:t>
            </a:r>
            <a:r>
              <a:rPr lang="en-US" sz="2900" dirty="0">
                <a:ea typeface="+mj-lt"/>
                <a:cs typeface="+mj-lt"/>
              </a:rPr>
              <a:t> Auto-generated (logged in the console at startup).</a:t>
            </a:r>
            <a:endParaRPr lang="en-US" sz="290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C8A53119-703D-54F2-0615-F5D72240F49D}"/>
              </a:ext>
            </a:extLst>
          </p:cNvPr>
          <p:cNvSpPr>
            <a:spLocks noGrp="1"/>
          </p:cNvSpPr>
          <p:nvPr>
            <p:ph type="sldNum" sz="quarter" idx="4"/>
          </p:nvPr>
        </p:nvSpPr>
        <p:spPr/>
        <p:txBody>
          <a:bodyPr/>
          <a:lstStyle/>
          <a:p>
            <a:fld id="{31D26D55-0A22-487A-A687-61FB58A6F16A}" type="slidenum">
              <a:rPr lang="en-US" smtClean="0"/>
              <a:pPr/>
              <a:t>7</a:t>
            </a:fld>
            <a:endParaRPr lang="en-US" dirty="0"/>
          </a:p>
        </p:txBody>
      </p:sp>
      <p:sp>
        <p:nvSpPr>
          <p:cNvPr id="4" name="Title 3">
            <a:extLst>
              <a:ext uri="{FF2B5EF4-FFF2-40B4-BE49-F238E27FC236}">
                <a16:creationId xmlns:a16="http://schemas.microsoft.com/office/drawing/2014/main" id="{E79FA6DE-FE93-EA9F-E8BF-EBB5968FFC93}"/>
              </a:ext>
            </a:extLst>
          </p:cNvPr>
          <p:cNvSpPr>
            <a:spLocks noGrp="1"/>
          </p:cNvSpPr>
          <p:nvPr>
            <p:ph type="title"/>
          </p:nvPr>
        </p:nvSpPr>
        <p:spPr/>
        <p:txBody>
          <a:bodyPr>
            <a:normAutofit/>
          </a:bodyPr>
          <a:lstStyle/>
          <a:p>
            <a:r>
              <a:rPr lang="en-US" sz="2750" dirty="0">
                <a:cs typeface="Arial"/>
              </a:rPr>
              <a:t>How to Use Spring Security</a:t>
            </a:r>
            <a:endParaRPr lang="en-US" dirty="0"/>
          </a:p>
        </p:txBody>
      </p:sp>
    </p:spTree>
    <p:extLst>
      <p:ext uri="{BB962C8B-B14F-4D97-AF65-F5344CB8AC3E}">
        <p14:creationId xmlns:p14="http://schemas.microsoft.com/office/powerpoint/2010/main" val="1288931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C2C07E-8628-22A1-5EB3-603AF144DA99}"/>
              </a:ext>
            </a:extLst>
          </p:cNvPr>
          <p:cNvSpPr>
            <a:spLocks noGrp="1"/>
          </p:cNvSpPr>
          <p:nvPr>
            <p:ph idx="1"/>
          </p:nvPr>
        </p:nvSpPr>
        <p:spPr/>
        <p:txBody>
          <a:bodyPr vert="horz" lIns="91440" tIns="45720" rIns="91440" bIns="45720" rtlCol="0" anchor="t">
            <a:normAutofit/>
          </a:bodyPr>
          <a:lstStyle/>
          <a:p>
            <a:pPr>
              <a:lnSpc>
                <a:spcPct val="130000"/>
              </a:lnSpc>
            </a:pPr>
            <a:r>
              <a:rPr lang="en-US" sz="3350" b="1" dirty="0">
                <a:cs typeface="Arial"/>
              </a:rPr>
              <a:t>@EnableWebSecurity:</a:t>
            </a:r>
            <a:r>
              <a:rPr lang="en-US" sz="3350" dirty="0">
                <a:cs typeface="Arial"/>
              </a:rPr>
              <a:t> Enables Spring Security configuration.</a:t>
            </a:r>
          </a:p>
          <a:p>
            <a:pPr>
              <a:lnSpc>
                <a:spcPct val="130000"/>
              </a:lnSpc>
            </a:pPr>
            <a:r>
              <a:rPr lang="en-US" sz="3350" b="1" dirty="0">
                <a:cs typeface="Arial"/>
              </a:rPr>
              <a:t>@PreAuthorize:</a:t>
            </a:r>
            <a:r>
              <a:rPr lang="en-US" sz="3350" dirty="0">
                <a:cs typeface="Arial"/>
              </a:rPr>
              <a:t> Restricts access to methods based on roles or permissions.</a:t>
            </a:r>
            <a:endParaRPr lang="en-US" dirty="0">
              <a:cs typeface="Arial" panose="020B0604020202020204"/>
            </a:endParaRPr>
          </a:p>
          <a:p>
            <a:pPr>
              <a:lnSpc>
                <a:spcPct val="130000"/>
              </a:lnSpc>
            </a:pPr>
            <a:r>
              <a:rPr lang="en-US" sz="3350" b="1" dirty="0">
                <a:cs typeface="Arial"/>
              </a:rPr>
              <a:t>@PostAuthorize:</a:t>
            </a:r>
            <a:r>
              <a:rPr lang="en-US" sz="3350" dirty="0">
                <a:cs typeface="Arial"/>
              </a:rPr>
              <a:t> Checks authorization after a method is invoked.</a:t>
            </a:r>
            <a:endParaRPr lang="en-US" dirty="0"/>
          </a:p>
          <a:p>
            <a:pPr>
              <a:lnSpc>
                <a:spcPct val="130000"/>
              </a:lnSpc>
            </a:pPr>
            <a:r>
              <a:rPr lang="en-US" sz="3350" b="1" dirty="0">
                <a:cs typeface="Arial"/>
              </a:rPr>
              <a:t>@Secured:</a:t>
            </a:r>
            <a:r>
              <a:rPr lang="en-US" sz="3350" dirty="0">
                <a:cs typeface="Arial"/>
              </a:rPr>
              <a:t> Specifies roles required for a method or class.</a:t>
            </a:r>
            <a:endParaRPr lang="en-US" dirty="0"/>
          </a:p>
          <a:p>
            <a:endParaRPr lang="en-US" sz="3350" dirty="0">
              <a:cs typeface="Arial"/>
            </a:endParaRPr>
          </a:p>
        </p:txBody>
      </p:sp>
      <p:sp>
        <p:nvSpPr>
          <p:cNvPr id="3" name="Slide Number Placeholder 2">
            <a:extLst>
              <a:ext uri="{FF2B5EF4-FFF2-40B4-BE49-F238E27FC236}">
                <a16:creationId xmlns:a16="http://schemas.microsoft.com/office/drawing/2014/main" id="{14402891-E780-F75F-3B1B-A06FB48B5EE0}"/>
              </a:ext>
            </a:extLst>
          </p:cNvPr>
          <p:cNvSpPr>
            <a:spLocks noGrp="1"/>
          </p:cNvSpPr>
          <p:nvPr>
            <p:ph type="sldNum" sz="quarter" idx="4"/>
          </p:nvPr>
        </p:nvSpPr>
        <p:spPr/>
        <p:txBody>
          <a:bodyPr/>
          <a:lstStyle/>
          <a:p>
            <a:fld id="{31D26D55-0A22-487A-A687-61FB58A6F16A}" type="slidenum">
              <a:rPr lang="en-US" smtClean="0"/>
              <a:pPr/>
              <a:t>8</a:t>
            </a:fld>
            <a:endParaRPr lang="en-US" dirty="0"/>
          </a:p>
        </p:txBody>
      </p:sp>
      <p:sp>
        <p:nvSpPr>
          <p:cNvPr id="4" name="Title 3">
            <a:extLst>
              <a:ext uri="{FF2B5EF4-FFF2-40B4-BE49-F238E27FC236}">
                <a16:creationId xmlns:a16="http://schemas.microsoft.com/office/drawing/2014/main" id="{1304B46D-AEF7-1D48-2437-FBBB7CD056BC}"/>
              </a:ext>
            </a:extLst>
          </p:cNvPr>
          <p:cNvSpPr>
            <a:spLocks noGrp="1"/>
          </p:cNvSpPr>
          <p:nvPr>
            <p:ph type="title"/>
          </p:nvPr>
        </p:nvSpPr>
        <p:spPr/>
        <p:txBody>
          <a:bodyPr/>
          <a:lstStyle/>
          <a:p>
            <a:r>
              <a:rPr lang="en-US" sz="2750" dirty="0">
                <a:ea typeface="+mj-lt"/>
                <a:cs typeface="+mj-lt"/>
              </a:rPr>
              <a:t>Common Security Annotations</a:t>
            </a:r>
            <a:endParaRPr lang="en-US" dirty="0"/>
          </a:p>
        </p:txBody>
      </p:sp>
    </p:spTree>
    <p:extLst>
      <p:ext uri="{BB962C8B-B14F-4D97-AF65-F5344CB8AC3E}">
        <p14:creationId xmlns:p14="http://schemas.microsoft.com/office/powerpoint/2010/main" val="1635793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5CAA2C-A954-EABF-4F13-C85102943835}"/>
              </a:ext>
            </a:extLst>
          </p:cNvPr>
          <p:cNvSpPr>
            <a:spLocks noGrp="1"/>
          </p:cNvSpPr>
          <p:nvPr>
            <p:ph idx="1"/>
          </p:nvPr>
        </p:nvSpPr>
        <p:spPr>
          <a:xfrm>
            <a:off x="747000" y="1917577"/>
            <a:ext cx="6454734" cy="5494778"/>
          </a:xfrm>
        </p:spPr>
        <p:txBody>
          <a:bodyPr vert="horz" lIns="91440" tIns="45720" rIns="91440" bIns="45720" rtlCol="0" anchor="t">
            <a:normAutofit/>
          </a:bodyPr>
          <a:lstStyle/>
          <a:p>
            <a:r>
              <a:rPr lang="en-US" sz="3350" b="1" dirty="0">
                <a:ea typeface="+mj-lt"/>
                <a:cs typeface="+mj-lt"/>
              </a:rPr>
              <a:t>Roles</a:t>
            </a:r>
            <a:r>
              <a:rPr lang="en-US" sz="3350" dirty="0">
                <a:ea typeface="+mj-lt"/>
                <a:cs typeface="+mj-lt"/>
              </a:rPr>
              <a:t>: Define access levels (e.g., ADMIN, USER).</a:t>
            </a:r>
            <a:endParaRPr lang="en-US" dirty="0">
              <a:cs typeface="Arial" panose="020B0604020202020204"/>
            </a:endParaRPr>
          </a:p>
          <a:p>
            <a:r>
              <a:rPr lang="en-US" sz="3350" b="1" dirty="0">
                <a:ea typeface="+mj-lt"/>
                <a:cs typeface="+mj-lt"/>
              </a:rPr>
              <a:t>Authorities</a:t>
            </a:r>
            <a:r>
              <a:rPr lang="en-US" sz="3350" dirty="0">
                <a:ea typeface="+mj-lt"/>
                <a:cs typeface="+mj-lt"/>
              </a:rPr>
              <a:t>: Fine-grained permissions within roles.</a:t>
            </a:r>
            <a:endParaRPr lang="en-US" dirty="0"/>
          </a:p>
          <a:p>
            <a:endParaRPr lang="en-US" sz="3350" dirty="0">
              <a:cs typeface="Arial"/>
            </a:endParaRPr>
          </a:p>
        </p:txBody>
      </p:sp>
      <p:sp>
        <p:nvSpPr>
          <p:cNvPr id="3" name="Slide Number Placeholder 2">
            <a:extLst>
              <a:ext uri="{FF2B5EF4-FFF2-40B4-BE49-F238E27FC236}">
                <a16:creationId xmlns:a16="http://schemas.microsoft.com/office/drawing/2014/main" id="{E84D8046-7C20-4803-502B-E39574F9D0A2}"/>
              </a:ext>
            </a:extLst>
          </p:cNvPr>
          <p:cNvSpPr>
            <a:spLocks noGrp="1"/>
          </p:cNvSpPr>
          <p:nvPr>
            <p:ph type="sldNum" sz="quarter" idx="4"/>
          </p:nvPr>
        </p:nvSpPr>
        <p:spPr/>
        <p:txBody>
          <a:bodyPr/>
          <a:lstStyle/>
          <a:p>
            <a:fld id="{31D26D55-0A22-487A-A687-61FB58A6F16A}" type="slidenum">
              <a:rPr lang="en-US" smtClean="0"/>
              <a:pPr/>
              <a:t>9</a:t>
            </a:fld>
            <a:endParaRPr lang="en-US" dirty="0"/>
          </a:p>
        </p:txBody>
      </p:sp>
      <p:sp>
        <p:nvSpPr>
          <p:cNvPr id="4" name="Title 3">
            <a:extLst>
              <a:ext uri="{FF2B5EF4-FFF2-40B4-BE49-F238E27FC236}">
                <a16:creationId xmlns:a16="http://schemas.microsoft.com/office/drawing/2014/main" id="{58D5A040-4CD2-ADAC-9B48-9500370D9828}"/>
              </a:ext>
            </a:extLst>
          </p:cNvPr>
          <p:cNvSpPr>
            <a:spLocks noGrp="1"/>
          </p:cNvSpPr>
          <p:nvPr>
            <p:ph type="title"/>
          </p:nvPr>
        </p:nvSpPr>
        <p:spPr/>
        <p:txBody>
          <a:bodyPr/>
          <a:lstStyle/>
          <a:p>
            <a:r>
              <a:rPr lang="en-US" sz="2750" dirty="0">
                <a:cs typeface="Arial"/>
              </a:rPr>
              <a:t>Role-Based Access Control (RBAC)</a:t>
            </a:r>
            <a:endParaRPr lang="en-US" dirty="0"/>
          </a:p>
        </p:txBody>
      </p:sp>
      <p:pic>
        <p:nvPicPr>
          <p:cNvPr id="5" name="Picture 4" descr="A diagram of a computer program&#10;&#10;Description automatically generated">
            <a:extLst>
              <a:ext uri="{FF2B5EF4-FFF2-40B4-BE49-F238E27FC236}">
                <a16:creationId xmlns:a16="http://schemas.microsoft.com/office/drawing/2014/main" id="{85D5E0F8-B4BD-48E4-EAB4-448FF42428A9}"/>
              </a:ext>
            </a:extLst>
          </p:cNvPr>
          <p:cNvPicPr>
            <a:picLocks noChangeAspect="1"/>
          </p:cNvPicPr>
          <p:nvPr/>
        </p:nvPicPr>
        <p:blipFill>
          <a:blip r:embed="rId3"/>
          <a:srcRect l="298" r="54167" b="457"/>
          <a:stretch/>
        </p:blipFill>
        <p:spPr>
          <a:xfrm>
            <a:off x="8514272" y="1534442"/>
            <a:ext cx="4002662" cy="5643865"/>
          </a:xfrm>
          <a:prstGeom prst="rect">
            <a:avLst/>
          </a:prstGeom>
        </p:spPr>
      </p:pic>
    </p:spTree>
    <p:extLst>
      <p:ext uri="{BB962C8B-B14F-4D97-AF65-F5344CB8AC3E}">
        <p14:creationId xmlns:p14="http://schemas.microsoft.com/office/powerpoint/2010/main" val="79650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E98C30-D140-F868-9142-C51AE6B75DD0}"/>
              </a:ext>
            </a:extLst>
          </p:cNvPr>
          <p:cNvSpPr>
            <a:spLocks noGrp="1"/>
          </p:cNvSpPr>
          <p:nvPr>
            <p:ph idx="1"/>
          </p:nvPr>
        </p:nvSpPr>
        <p:spPr>
          <a:xfrm>
            <a:off x="747000" y="1451750"/>
            <a:ext cx="6213194" cy="5960605"/>
          </a:xfrm>
        </p:spPr>
        <p:txBody>
          <a:bodyPr vert="horz" lIns="91440" tIns="45720" rIns="91440" bIns="45720" rtlCol="0" anchor="t">
            <a:normAutofit/>
          </a:bodyPr>
          <a:lstStyle/>
          <a:p>
            <a:pPr marL="0" indent="0">
              <a:buNone/>
            </a:pPr>
            <a:r>
              <a:rPr lang="en-US" sz="3350" dirty="0">
                <a:ea typeface="+mj-lt"/>
                <a:cs typeface="+mj-lt"/>
              </a:rPr>
              <a:t>To customize Spring Security behavior, create a configuration class annotated with </a:t>
            </a:r>
            <a:r>
              <a:rPr lang="en-US" sz="3350" dirty="0">
                <a:latin typeface="Arial"/>
                <a:cs typeface="Arial"/>
              </a:rPr>
              <a:t>@Configuration</a:t>
            </a:r>
            <a:r>
              <a:rPr lang="en-US" sz="3350" dirty="0">
                <a:ea typeface="+mj-lt"/>
                <a:cs typeface="+mj-lt"/>
              </a:rPr>
              <a:t> and </a:t>
            </a:r>
            <a:r>
              <a:rPr lang="en-US" sz="3350" dirty="0">
                <a:latin typeface="Arial"/>
                <a:cs typeface="Arial"/>
              </a:rPr>
              <a:t>@EnableWebSecurity</a:t>
            </a:r>
            <a:r>
              <a:rPr lang="en-US" sz="3350" dirty="0">
                <a:ea typeface="+mj-lt"/>
                <a:cs typeface="+mj-lt"/>
              </a:rPr>
              <a:t>.</a:t>
            </a:r>
            <a:endParaRPr lang="en-US" dirty="0">
              <a:cs typeface="Arial" panose="020B0604020202020204"/>
            </a:endParaRPr>
          </a:p>
        </p:txBody>
      </p:sp>
      <p:sp>
        <p:nvSpPr>
          <p:cNvPr id="3" name="Slide Number Placeholder 2">
            <a:extLst>
              <a:ext uri="{FF2B5EF4-FFF2-40B4-BE49-F238E27FC236}">
                <a16:creationId xmlns:a16="http://schemas.microsoft.com/office/drawing/2014/main" id="{CEBA80AB-C99F-9F8E-50CC-0007B51B8A18}"/>
              </a:ext>
            </a:extLst>
          </p:cNvPr>
          <p:cNvSpPr>
            <a:spLocks noGrp="1"/>
          </p:cNvSpPr>
          <p:nvPr>
            <p:ph type="sldNum" sz="quarter" idx="4"/>
          </p:nvPr>
        </p:nvSpPr>
        <p:spPr/>
        <p:txBody>
          <a:bodyPr/>
          <a:lstStyle/>
          <a:p>
            <a:fld id="{31D26D55-0A22-487A-A687-61FB58A6F16A}" type="slidenum">
              <a:rPr lang="en-US" smtClean="0"/>
              <a:pPr/>
              <a:t>10</a:t>
            </a:fld>
            <a:endParaRPr lang="en-US" dirty="0"/>
          </a:p>
        </p:txBody>
      </p:sp>
      <p:sp>
        <p:nvSpPr>
          <p:cNvPr id="4" name="Title 3">
            <a:extLst>
              <a:ext uri="{FF2B5EF4-FFF2-40B4-BE49-F238E27FC236}">
                <a16:creationId xmlns:a16="http://schemas.microsoft.com/office/drawing/2014/main" id="{96E41D7E-7DC9-8E1E-B142-CBA38D8A99DB}"/>
              </a:ext>
            </a:extLst>
          </p:cNvPr>
          <p:cNvSpPr>
            <a:spLocks noGrp="1"/>
          </p:cNvSpPr>
          <p:nvPr>
            <p:ph type="title"/>
          </p:nvPr>
        </p:nvSpPr>
        <p:spPr/>
        <p:txBody>
          <a:bodyPr>
            <a:normAutofit/>
          </a:bodyPr>
          <a:lstStyle/>
          <a:p>
            <a:r>
              <a:rPr lang="en-US" sz="2750" dirty="0">
                <a:cs typeface="Arial"/>
              </a:rPr>
              <a:t>Configuring Basic Authentication</a:t>
            </a:r>
          </a:p>
        </p:txBody>
      </p:sp>
      <p:pic>
        <p:nvPicPr>
          <p:cNvPr id="6" name="Picture 5" descr="A computer screen shot of a computer code&#10;&#10;Description automatically generated">
            <a:extLst>
              <a:ext uri="{FF2B5EF4-FFF2-40B4-BE49-F238E27FC236}">
                <a16:creationId xmlns:a16="http://schemas.microsoft.com/office/drawing/2014/main" id="{1509E3B1-6EB4-CF82-6219-0A055318A8D6}"/>
              </a:ext>
            </a:extLst>
          </p:cNvPr>
          <p:cNvPicPr>
            <a:picLocks noChangeAspect="1"/>
          </p:cNvPicPr>
          <p:nvPr/>
        </p:nvPicPr>
        <p:blipFill>
          <a:blip r:embed="rId3"/>
          <a:stretch>
            <a:fillRect/>
          </a:stretch>
        </p:blipFill>
        <p:spPr>
          <a:xfrm>
            <a:off x="6962775" y="909818"/>
            <a:ext cx="7416200" cy="7065573"/>
          </a:xfrm>
          <a:prstGeom prst="rect">
            <a:avLst/>
          </a:prstGeom>
        </p:spPr>
      </p:pic>
    </p:spTree>
    <p:extLst>
      <p:ext uri="{BB962C8B-B14F-4D97-AF65-F5344CB8AC3E}">
        <p14:creationId xmlns:p14="http://schemas.microsoft.com/office/powerpoint/2010/main" val="3220908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DBA71B-A554-9EC7-E730-1D47ADD059E6}"/>
              </a:ext>
            </a:extLst>
          </p:cNvPr>
          <p:cNvSpPr>
            <a:spLocks noGrp="1"/>
          </p:cNvSpPr>
          <p:nvPr>
            <p:ph idx="1"/>
          </p:nvPr>
        </p:nvSpPr>
        <p:spPr>
          <a:xfrm>
            <a:off x="747000" y="1917577"/>
            <a:ext cx="7541662" cy="5494778"/>
          </a:xfrm>
        </p:spPr>
        <p:txBody>
          <a:bodyPr vert="horz" lIns="91440" tIns="45720" rIns="91440" bIns="45720" rtlCol="0" anchor="t">
            <a:normAutofit/>
          </a:bodyPr>
          <a:lstStyle/>
          <a:p>
            <a:r>
              <a:rPr lang="en-US" sz="3350" dirty="0">
                <a:ea typeface="+mj-lt"/>
                <a:cs typeface="+mj-lt"/>
              </a:rPr>
              <a:t>JWT (JSON Web Token): A compact, self-contained token for secure data exchange.</a:t>
            </a:r>
            <a:endParaRPr lang="en-US" sz="335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B0DB8800-6892-3D80-22D6-8BF689FFAFBD}"/>
              </a:ext>
            </a:extLst>
          </p:cNvPr>
          <p:cNvSpPr>
            <a:spLocks noGrp="1"/>
          </p:cNvSpPr>
          <p:nvPr>
            <p:ph type="sldNum" sz="quarter" idx="4"/>
          </p:nvPr>
        </p:nvSpPr>
        <p:spPr/>
        <p:txBody>
          <a:bodyPr/>
          <a:lstStyle/>
          <a:p>
            <a:fld id="{31D26D55-0A22-487A-A687-61FB58A6F16A}" type="slidenum">
              <a:rPr lang="en-US" smtClean="0"/>
              <a:pPr/>
              <a:t>11</a:t>
            </a:fld>
            <a:endParaRPr lang="en-US" dirty="0"/>
          </a:p>
        </p:txBody>
      </p:sp>
      <p:sp>
        <p:nvSpPr>
          <p:cNvPr id="4" name="Title 3">
            <a:extLst>
              <a:ext uri="{FF2B5EF4-FFF2-40B4-BE49-F238E27FC236}">
                <a16:creationId xmlns:a16="http://schemas.microsoft.com/office/drawing/2014/main" id="{FB653161-AFB3-E83D-2CD1-A5798EEA7772}"/>
              </a:ext>
            </a:extLst>
          </p:cNvPr>
          <p:cNvSpPr>
            <a:spLocks noGrp="1"/>
          </p:cNvSpPr>
          <p:nvPr>
            <p:ph type="title"/>
          </p:nvPr>
        </p:nvSpPr>
        <p:spPr/>
        <p:txBody>
          <a:bodyPr>
            <a:normAutofit/>
          </a:bodyPr>
          <a:lstStyle/>
          <a:p>
            <a:r>
              <a:rPr lang="en-US" sz="2800" dirty="0">
                <a:cs typeface="Arial"/>
              </a:rPr>
              <a:t>Securing APIs with JWT</a:t>
            </a:r>
            <a:endParaRPr lang="en-US" sz="2800" b="0" dirty="0">
              <a:solidFill>
                <a:srgbClr val="000000"/>
              </a:solidFill>
              <a:cs typeface="Arial"/>
            </a:endParaRPr>
          </a:p>
        </p:txBody>
      </p:sp>
      <p:pic>
        <p:nvPicPr>
          <p:cNvPr id="5" name="Picture 4" descr="security - JWT (JSON Web Token) automatic prolongation of expiration -  Stack Overflow">
            <a:extLst>
              <a:ext uri="{FF2B5EF4-FFF2-40B4-BE49-F238E27FC236}">
                <a16:creationId xmlns:a16="http://schemas.microsoft.com/office/drawing/2014/main" id="{1B3F3048-7891-AC10-A5C0-50464E41B6BB}"/>
              </a:ext>
            </a:extLst>
          </p:cNvPr>
          <p:cNvPicPr>
            <a:picLocks noChangeAspect="1"/>
          </p:cNvPicPr>
          <p:nvPr/>
        </p:nvPicPr>
        <p:blipFill>
          <a:blip r:embed="rId3"/>
          <a:stretch>
            <a:fillRect/>
          </a:stretch>
        </p:blipFill>
        <p:spPr>
          <a:xfrm>
            <a:off x="8289985" y="2187941"/>
            <a:ext cx="5607169" cy="4371302"/>
          </a:xfrm>
          <a:prstGeom prst="rect">
            <a:avLst/>
          </a:prstGeom>
        </p:spPr>
      </p:pic>
    </p:spTree>
    <p:extLst>
      <p:ext uri="{BB962C8B-B14F-4D97-AF65-F5344CB8AC3E}">
        <p14:creationId xmlns:p14="http://schemas.microsoft.com/office/powerpoint/2010/main" val="111984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69A4CB-433D-EDAF-5DF4-341042CBA0F0}"/>
              </a:ext>
            </a:extLst>
          </p:cNvPr>
          <p:cNvSpPr>
            <a:spLocks noGrp="1"/>
          </p:cNvSpPr>
          <p:nvPr>
            <p:ph idx="1"/>
          </p:nvPr>
        </p:nvSpPr>
        <p:spPr/>
        <p:txBody>
          <a:bodyPr vert="horz" lIns="91440" tIns="45720" rIns="91440" bIns="45720" rtlCol="0" anchor="t">
            <a:normAutofit/>
          </a:bodyPr>
          <a:lstStyle/>
          <a:p>
            <a:r>
              <a:rPr lang="en-US" sz="3350" dirty="0">
                <a:cs typeface="Arial"/>
              </a:rPr>
              <a:t>Generating JWT:</a:t>
            </a:r>
          </a:p>
          <a:p>
            <a:endParaRPr lang="en-US" sz="3350" dirty="0">
              <a:cs typeface="Arial"/>
            </a:endParaRPr>
          </a:p>
          <a:p>
            <a:endParaRPr lang="en-US" sz="3350" dirty="0">
              <a:cs typeface="Arial"/>
            </a:endParaRPr>
          </a:p>
          <a:p>
            <a:r>
              <a:rPr lang="en-US" sz="3350" dirty="0">
                <a:cs typeface="Arial"/>
              </a:rPr>
              <a:t>Validating JWT:</a:t>
            </a:r>
          </a:p>
          <a:p>
            <a:endParaRPr lang="en-US" sz="335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836F81FC-3674-F12E-D62C-3A99FD25F6CB}"/>
              </a:ext>
            </a:extLst>
          </p:cNvPr>
          <p:cNvSpPr>
            <a:spLocks noGrp="1"/>
          </p:cNvSpPr>
          <p:nvPr>
            <p:ph type="sldNum" sz="quarter" idx="4"/>
          </p:nvPr>
        </p:nvSpPr>
        <p:spPr/>
        <p:txBody>
          <a:bodyPr/>
          <a:lstStyle/>
          <a:p>
            <a:fld id="{31D26D55-0A22-487A-A687-61FB58A6F16A}" type="slidenum">
              <a:rPr lang="en-US" smtClean="0"/>
              <a:pPr/>
              <a:t>12</a:t>
            </a:fld>
            <a:endParaRPr lang="en-US" dirty="0"/>
          </a:p>
        </p:txBody>
      </p:sp>
      <p:sp>
        <p:nvSpPr>
          <p:cNvPr id="4" name="Title 3">
            <a:extLst>
              <a:ext uri="{FF2B5EF4-FFF2-40B4-BE49-F238E27FC236}">
                <a16:creationId xmlns:a16="http://schemas.microsoft.com/office/drawing/2014/main" id="{CD574ED9-9E35-3D43-5D71-D662D49B5AFC}"/>
              </a:ext>
            </a:extLst>
          </p:cNvPr>
          <p:cNvSpPr>
            <a:spLocks noGrp="1"/>
          </p:cNvSpPr>
          <p:nvPr>
            <p:ph type="title"/>
          </p:nvPr>
        </p:nvSpPr>
        <p:spPr/>
        <p:txBody>
          <a:bodyPr/>
          <a:lstStyle/>
          <a:p>
            <a:r>
              <a:rPr lang="en-US" sz="2750" dirty="0">
                <a:ea typeface="+mj-lt"/>
                <a:cs typeface="+mj-lt"/>
              </a:rPr>
              <a:t>Implementing JWT Authentication</a:t>
            </a:r>
            <a:endParaRPr lang="en-US" dirty="0"/>
          </a:p>
        </p:txBody>
      </p:sp>
      <p:pic>
        <p:nvPicPr>
          <p:cNvPr id="5" name="Picture 4" descr="A screen shot of a computer&#10;&#10;Description automatically generated">
            <a:extLst>
              <a:ext uri="{FF2B5EF4-FFF2-40B4-BE49-F238E27FC236}">
                <a16:creationId xmlns:a16="http://schemas.microsoft.com/office/drawing/2014/main" id="{C3876158-5A96-8B9F-94CB-AAB5DF3D57D1}"/>
              </a:ext>
            </a:extLst>
          </p:cNvPr>
          <p:cNvPicPr>
            <a:picLocks noChangeAspect="1"/>
          </p:cNvPicPr>
          <p:nvPr/>
        </p:nvPicPr>
        <p:blipFill>
          <a:blip r:embed="rId3"/>
          <a:stretch>
            <a:fillRect/>
          </a:stretch>
        </p:blipFill>
        <p:spPr>
          <a:xfrm>
            <a:off x="3493698" y="2725858"/>
            <a:ext cx="7677509" cy="1949749"/>
          </a:xfrm>
          <a:prstGeom prst="rect">
            <a:avLst/>
          </a:prstGeom>
        </p:spPr>
      </p:pic>
      <p:pic>
        <p:nvPicPr>
          <p:cNvPr id="6" name="Picture 5">
            <a:extLst>
              <a:ext uri="{FF2B5EF4-FFF2-40B4-BE49-F238E27FC236}">
                <a16:creationId xmlns:a16="http://schemas.microsoft.com/office/drawing/2014/main" id="{B763B986-0766-36AD-C802-6993A3C2EF22}"/>
              </a:ext>
            </a:extLst>
          </p:cNvPr>
          <p:cNvPicPr>
            <a:picLocks noChangeAspect="1"/>
          </p:cNvPicPr>
          <p:nvPr/>
        </p:nvPicPr>
        <p:blipFill>
          <a:blip r:embed="rId4"/>
          <a:stretch>
            <a:fillRect/>
          </a:stretch>
        </p:blipFill>
        <p:spPr>
          <a:xfrm>
            <a:off x="3030927" y="5762625"/>
            <a:ext cx="8603052" cy="724259"/>
          </a:xfrm>
          <a:prstGeom prst="rect">
            <a:avLst/>
          </a:prstGeom>
        </p:spPr>
      </p:pic>
    </p:spTree>
    <p:extLst>
      <p:ext uri="{BB962C8B-B14F-4D97-AF65-F5344CB8AC3E}">
        <p14:creationId xmlns:p14="http://schemas.microsoft.com/office/powerpoint/2010/main" val="4247077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C24BEC-D70A-5895-BD7D-1BA9D46BECDC}"/>
              </a:ext>
            </a:extLst>
          </p:cNvPr>
          <p:cNvSpPr>
            <a:spLocks noGrp="1"/>
          </p:cNvSpPr>
          <p:nvPr>
            <p:ph idx="1"/>
          </p:nvPr>
        </p:nvSpPr>
        <p:spPr/>
        <p:txBody>
          <a:bodyPr vert="horz" lIns="91440" tIns="45720" rIns="91440" bIns="45720" rtlCol="0" anchor="t">
            <a:normAutofit/>
          </a:bodyPr>
          <a:lstStyle/>
          <a:p>
            <a:endParaRPr lang="en-US" sz="3350" dirty="0">
              <a:cs typeface="Arial"/>
            </a:endParaRPr>
          </a:p>
          <a:p>
            <a:r>
              <a:rPr lang="en-US" sz="3350" b="1" dirty="0">
                <a:cs typeface="Arial"/>
              </a:rPr>
              <a:t>OAuth2 </a:t>
            </a:r>
            <a:r>
              <a:rPr lang="en-US" sz="3350" dirty="0">
                <a:cs typeface="Arial"/>
              </a:rPr>
              <a:t>allows third-party applications to access resources securely.</a:t>
            </a:r>
            <a:endParaRPr lang="en-US" dirty="0"/>
          </a:p>
          <a:p>
            <a:r>
              <a:rPr lang="en-US" sz="3350" dirty="0">
                <a:cs typeface="Arial"/>
              </a:rPr>
              <a:t>Configure </a:t>
            </a:r>
            <a:r>
              <a:rPr lang="en-US" sz="3350" b="1" dirty="0">
                <a:cs typeface="Arial"/>
              </a:rPr>
              <a:t>spring-boot-starter-oauth2-client</a:t>
            </a:r>
            <a:r>
              <a:rPr lang="en-US" sz="3350" dirty="0">
                <a:cs typeface="Arial"/>
              </a:rPr>
              <a:t> for social login (Google, Facebook).</a:t>
            </a:r>
            <a:endParaRPr lang="en-US" dirty="0"/>
          </a:p>
          <a:p>
            <a:endParaRPr lang="en-US" sz="3350" dirty="0">
              <a:cs typeface="Arial"/>
            </a:endParaRPr>
          </a:p>
        </p:txBody>
      </p:sp>
      <p:sp>
        <p:nvSpPr>
          <p:cNvPr id="3" name="Slide Number Placeholder 2">
            <a:extLst>
              <a:ext uri="{FF2B5EF4-FFF2-40B4-BE49-F238E27FC236}">
                <a16:creationId xmlns:a16="http://schemas.microsoft.com/office/drawing/2014/main" id="{11FBBA91-94CC-E437-EFEF-CC0C18F556C0}"/>
              </a:ext>
            </a:extLst>
          </p:cNvPr>
          <p:cNvSpPr>
            <a:spLocks noGrp="1"/>
          </p:cNvSpPr>
          <p:nvPr>
            <p:ph type="sldNum" sz="quarter" idx="4"/>
          </p:nvPr>
        </p:nvSpPr>
        <p:spPr/>
        <p:txBody>
          <a:bodyPr/>
          <a:lstStyle/>
          <a:p>
            <a:fld id="{31D26D55-0A22-487A-A687-61FB58A6F16A}" type="slidenum">
              <a:rPr lang="en-US" smtClean="0"/>
              <a:pPr/>
              <a:t>13</a:t>
            </a:fld>
            <a:endParaRPr lang="en-US" dirty="0"/>
          </a:p>
        </p:txBody>
      </p:sp>
      <p:sp>
        <p:nvSpPr>
          <p:cNvPr id="4" name="Title 3">
            <a:extLst>
              <a:ext uri="{FF2B5EF4-FFF2-40B4-BE49-F238E27FC236}">
                <a16:creationId xmlns:a16="http://schemas.microsoft.com/office/drawing/2014/main" id="{1D752A7D-C277-8090-4AE5-6CAF1ABB5CD1}"/>
              </a:ext>
            </a:extLst>
          </p:cNvPr>
          <p:cNvSpPr>
            <a:spLocks noGrp="1"/>
          </p:cNvSpPr>
          <p:nvPr>
            <p:ph type="title"/>
          </p:nvPr>
        </p:nvSpPr>
        <p:spPr/>
        <p:txBody>
          <a:bodyPr/>
          <a:lstStyle/>
          <a:p>
            <a:r>
              <a:rPr lang="en-US" sz="2750" dirty="0">
                <a:ea typeface="+mj-lt"/>
                <a:cs typeface="+mj-lt"/>
              </a:rPr>
              <a:t>OAuth2 Integration</a:t>
            </a:r>
            <a:endParaRPr lang="en-US" dirty="0"/>
          </a:p>
        </p:txBody>
      </p:sp>
    </p:spTree>
    <p:extLst>
      <p:ext uri="{BB962C8B-B14F-4D97-AF65-F5344CB8AC3E}">
        <p14:creationId xmlns:p14="http://schemas.microsoft.com/office/powerpoint/2010/main" val="2740235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DD58EB-0C43-B8E6-A9E6-6690766C47DD}"/>
              </a:ext>
            </a:extLst>
          </p:cNvPr>
          <p:cNvSpPr>
            <a:spLocks noGrp="1"/>
          </p:cNvSpPr>
          <p:nvPr>
            <p:ph idx="1"/>
          </p:nvPr>
        </p:nvSpPr>
        <p:spPr/>
        <p:txBody>
          <a:bodyPr vert="horz" lIns="91440" tIns="45720" rIns="91440" bIns="45720" rtlCol="0" anchor="t">
            <a:normAutofit/>
          </a:bodyPr>
          <a:lstStyle/>
          <a:p>
            <a:r>
              <a:rPr lang="en-US" sz="3350" dirty="0">
                <a:ea typeface="+mj-lt"/>
                <a:cs typeface="+mj-lt"/>
              </a:rPr>
              <a:t>Encrypts communication between client and server.</a:t>
            </a:r>
          </a:p>
          <a:p>
            <a:r>
              <a:rPr lang="en-US" sz="3350" dirty="0">
                <a:ea typeface="+mj-lt"/>
                <a:cs typeface="+mj-lt"/>
              </a:rPr>
              <a:t>Add a keystore and update </a:t>
            </a:r>
            <a:r>
              <a:rPr lang="en-US" sz="3350" dirty="0" err="1">
                <a:latin typeface="Arial"/>
                <a:cs typeface="Arial"/>
              </a:rPr>
              <a:t>application.properties</a:t>
            </a:r>
            <a:r>
              <a:rPr lang="en-US" sz="3350" dirty="0">
                <a:ea typeface="+mj-lt"/>
                <a:cs typeface="+mj-lt"/>
              </a:rPr>
              <a:t>:</a:t>
            </a:r>
            <a:endParaRPr lang="en-US" sz="3350" dirty="0">
              <a:cs typeface="Arial"/>
            </a:endParaRPr>
          </a:p>
        </p:txBody>
      </p:sp>
      <p:sp>
        <p:nvSpPr>
          <p:cNvPr id="3" name="Slide Number Placeholder 2">
            <a:extLst>
              <a:ext uri="{FF2B5EF4-FFF2-40B4-BE49-F238E27FC236}">
                <a16:creationId xmlns:a16="http://schemas.microsoft.com/office/drawing/2014/main" id="{E2B5050A-1449-F80B-8D83-0DC0427383F9}"/>
              </a:ext>
            </a:extLst>
          </p:cNvPr>
          <p:cNvSpPr>
            <a:spLocks noGrp="1"/>
          </p:cNvSpPr>
          <p:nvPr>
            <p:ph type="sldNum" sz="quarter" idx="4"/>
          </p:nvPr>
        </p:nvSpPr>
        <p:spPr/>
        <p:txBody>
          <a:bodyPr/>
          <a:lstStyle/>
          <a:p>
            <a:fld id="{31D26D55-0A22-487A-A687-61FB58A6F16A}" type="slidenum">
              <a:rPr lang="en-US" smtClean="0"/>
              <a:pPr/>
              <a:t>14</a:t>
            </a:fld>
            <a:endParaRPr lang="en-US" dirty="0"/>
          </a:p>
        </p:txBody>
      </p:sp>
      <p:sp>
        <p:nvSpPr>
          <p:cNvPr id="4" name="Title 3">
            <a:extLst>
              <a:ext uri="{FF2B5EF4-FFF2-40B4-BE49-F238E27FC236}">
                <a16:creationId xmlns:a16="http://schemas.microsoft.com/office/drawing/2014/main" id="{7E7FA371-D894-C7BA-052C-D48F65D391A8}"/>
              </a:ext>
            </a:extLst>
          </p:cNvPr>
          <p:cNvSpPr>
            <a:spLocks noGrp="1"/>
          </p:cNvSpPr>
          <p:nvPr>
            <p:ph type="title"/>
          </p:nvPr>
        </p:nvSpPr>
        <p:spPr/>
        <p:txBody>
          <a:bodyPr/>
          <a:lstStyle/>
          <a:p>
            <a:r>
              <a:rPr lang="en-US" sz="2750" dirty="0">
                <a:ea typeface="+mj-lt"/>
                <a:cs typeface="+mj-lt"/>
              </a:rPr>
              <a:t>Enabling HTTPS</a:t>
            </a:r>
            <a:endParaRPr lang="en-US" dirty="0"/>
          </a:p>
        </p:txBody>
      </p:sp>
      <p:pic>
        <p:nvPicPr>
          <p:cNvPr id="5" name="Picture 4" descr="A black screen with white text&#10;&#10;Description automatically generated">
            <a:extLst>
              <a:ext uri="{FF2B5EF4-FFF2-40B4-BE49-F238E27FC236}">
                <a16:creationId xmlns:a16="http://schemas.microsoft.com/office/drawing/2014/main" id="{AFBCE439-F7F7-5374-92F5-3F15F30167A4}"/>
              </a:ext>
            </a:extLst>
          </p:cNvPr>
          <p:cNvPicPr>
            <a:picLocks noChangeAspect="1"/>
          </p:cNvPicPr>
          <p:nvPr/>
        </p:nvPicPr>
        <p:blipFill>
          <a:blip r:embed="rId3"/>
          <a:stretch>
            <a:fillRect/>
          </a:stretch>
        </p:blipFill>
        <p:spPr>
          <a:xfrm>
            <a:off x="3170478" y="4434068"/>
            <a:ext cx="8461974" cy="1656091"/>
          </a:xfrm>
          <a:prstGeom prst="rect">
            <a:avLst/>
          </a:prstGeom>
        </p:spPr>
      </p:pic>
    </p:spTree>
    <p:extLst>
      <p:ext uri="{BB962C8B-B14F-4D97-AF65-F5344CB8AC3E}">
        <p14:creationId xmlns:p14="http://schemas.microsoft.com/office/powerpoint/2010/main" val="3712960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CD5961-7C46-B149-F27B-7BDE27133F0E}"/>
              </a:ext>
            </a:extLst>
          </p:cNvPr>
          <p:cNvSpPr>
            <a:spLocks noGrp="1"/>
          </p:cNvSpPr>
          <p:nvPr>
            <p:ph idx="1"/>
          </p:nvPr>
        </p:nvSpPr>
        <p:spPr/>
        <p:txBody>
          <a:bodyPr vert="horz" lIns="91440" tIns="45720" rIns="91440" bIns="45720" rtlCol="0" anchor="t">
            <a:normAutofit/>
          </a:bodyPr>
          <a:lstStyle/>
          <a:p>
            <a:r>
              <a:rPr lang="en-US" sz="3350" dirty="0">
                <a:ea typeface="+mj-lt"/>
                <a:cs typeface="+mj-lt"/>
                <a:hlinkClick r:id="rId2"/>
              </a:rPr>
              <a:t>https://spring.io/guides/gs/securing-web</a:t>
            </a:r>
            <a:endParaRPr lang="en-US">
              <a:ea typeface="+mj-lt"/>
              <a:cs typeface="+mj-lt"/>
            </a:endParaRPr>
          </a:p>
          <a:p>
            <a:r>
              <a:rPr lang="en-US" sz="3350" dirty="0">
                <a:ea typeface="+mj-lt"/>
                <a:cs typeface="+mj-lt"/>
              </a:rPr>
              <a:t>https://spring.io/guides/tutorials/spring-security-and-angular-js</a:t>
            </a:r>
            <a:endParaRPr lang="en-US" sz="3350" dirty="0">
              <a:cs typeface="Arial"/>
            </a:endParaRPr>
          </a:p>
        </p:txBody>
      </p:sp>
      <p:sp>
        <p:nvSpPr>
          <p:cNvPr id="3" name="Slide Number Placeholder 2">
            <a:extLst>
              <a:ext uri="{FF2B5EF4-FFF2-40B4-BE49-F238E27FC236}">
                <a16:creationId xmlns:a16="http://schemas.microsoft.com/office/drawing/2014/main" id="{C912FDDD-45CA-DEC7-8EEB-0BF91A8853E7}"/>
              </a:ext>
            </a:extLst>
          </p:cNvPr>
          <p:cNvSpPr>
            <a:spLocks noGrp="1"/>
          </p:cNvSpPr>
          <p:nvPr>
            <p:ph type="sldNum" sz="quarter" idx="4"/>
          </p:nvPr>
        </p:nvSpPr>
        <p:spPr/>
        <p:txBody>
          <a:bodyPr/>
          <a:lstStyle/>
          <a:p>
            <a:fld id="{31D26D55-0A22-487A-A687-61FB58A6F16A}" type="slidenum">
              <a:rPr lang="en-US" smtClean="0"/>
              <a:pPr/>
              <a:t>15</a:t>
            </a:fld>
            <a:endParaRPr lang="en-US" dirty="0"/>
          </a:p>
        </p:txBody>
      </p:sp>
      <p:sp>
        <p:nvSpPr>
          <p:cNvPr id="4" name="Title 3">
            <a:extLst>
              <a:ext uri="{FF2B5EF4-FFF2-40B4-BE49-F238E27FC236}">
                <a16:creationId xmlns:a16="http://schemas.microsoft.com/office/drawing/2014/main" id="{567D9506-9183-EC67-C79F-BB43584B77EB}"/>
              </a:ext>
            </a:extLst>
          </p:cNvPr>
          <p:cNvSpPr>
            <a:spLocks noGrp="1"/>
          </p:cNvSpPr>
          <p:nvPr>
            <p:ph type="title"/>
          </p:nvPr>
        </p:nvSpPr>
        <p:spPr/>
        <p:txBody>
          <a:bodyPr/>
          <a:lstStyle/>
          <a:p>
            <a:r>
              <a:rPr lang="en-US" sz="2750" dirty="0">
                <a:cs typeface="Arial"/>
              </a:rPr>
              <a:t>References</a:t>
            </a:r>
            <a:endParaRPr lang="en-US" dirty="0"/>
          </a:p>
        </p:txBody>
      </p:sp>
    </p:spTree>
    <p:extLst>
      <p:ext uri="{BB962C8B-B14F-4D97-AF65-F5344CB8AC3E}">
        <p14:creationId xmlns:p14="http://schemas.microsoft.com/office/powerpoint/2010/main" val="4134079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521CC8-6AFB-40F2-BA4D-E59E797F1A05}"/>
              </a:ext>
            </a:extLst>
          </p:cNvPr>
          <p:cNvSpPr>
            <a:spLocks noGrp="1"/>
          </p:cNvSpPr>
          <p:nvPr>
            <p:ph type="body" sz="quarter" idx="10"/>
          </p:nvPr>
        </p:nvSpPr>
        <p:spPr/>
        <p:txBody>
          <a:bodyPr/>
          <a:lstStyle/>
          <a:p>
            <a:endParaRPr lang="en-US" dirty="0"/>
          </a:p>
        </p:txBody>
      </p:sp>
      <p:sp>
        <p:nvSpPr>
          <p:cNvPr id="3" name="Slide Number Placeholder 2">
            <a:extLst>
              <a:ext uri="{FF2B5EF4-FFF2-40B4-BE49-F238E27FC236}">
                <a16:creationId xmlns:a16="http://schemas.microsoft.com/office/drawing/2014/main" id="{ED53F442-82F2-4F8B-AAE4-41782D9CF6B7}"/>
              </a:ext>
            </a:extLst>
          </p:cNvPr>
          <p:cNvSpPr>
            <a:spLocks noGrp="1"/>
          </p:cNvSpPr>
          <p:nvPr>
            <p:ph type="sldNum" sz="quarter" idx="4"/>
          </p:nvPr>
        </p:nvSpPr>
        <p:spPr/>
        <p:txBody>
          <a:bodyPr/>
          <a:lstStyle/>
          <a:p>
            <a:fld id="{31D26D55-0A22-487A-A687-61FB58A6F16A}" type="slidenum">
              <a:rPr lang="en-US" smtClean="0"/>
              <a:pPr/>
              <a:t>16</a:t>
            </a:fld>
            <a:endParaRPr lang="en-US" dirty="0"/>
          </a:p>
        </p:txBody>
      </p:sp>
    </p:spTree>
    <p:extLst>
      <p:ext uri="{BB962C8B-B14F-4D97-AF65-F5344CB8AC3E}">
        <p14:creationId xmlns:p14="http://schemas.microsoft.com/office/powerpoint/2010/main" val="1711510086"/>
      </p:ext>
    </p:extLst>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A1FCA969-387E-4DB4-9551-88DE0367AE2C}"/>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40093B85-BF9A-493F-85B6-14614628567D}"/>
    </a:ext>
  </a:extLst>
</a:theme>
</file>

<file path=ppt/theme/theme3.xml><?xml version="1.0" encoding="utf-8"?>
<a:theme xmlns:a="http://schemas.openxmlformats.org/drawingml/2006/main" name="End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271355E2-C430-4D72-871F-A29EDD8FE0B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Props1.xml><?xml version="1.0" encoding="utf-8"?>
<ds:datastoreItem xmlns:ds="http://schemas.openxmlformats.org/officeDocument/2006/customXml" ds:itemID="{ABAF101D-D1DE-440D-B04F-BB020A703F91}">
  <ds:schemaRefs>
    <ds:schemaRef ds:uri="http://schemas.microsoft.com/sharepoint/v3/contenttype/forms"/>
  </ds:schemaRefs>
</ds:datastoreItem>
</file>

<file path=customXml/itemProps2.xml><?xml version="1.0" encoding="utf-8"?>
<ds:datastoreItem xmlns:ds="http://schemas.openxmlformats.org/officeDocument/2006/customXml" ds:itemID="{60D9EC43-D52D-48CE-905E-5B9418B8D3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2EE9A1B-D027-4098-9ACC-1E591DEA3CE0}">
  <ds:schemaRefs>
    <ds:schemaRef ds:uri="http://schemas.microsoft.com/office/2006/metadata/properties"/>
    <ds:schemaRef ds:uri="http://schemas.microsoft.com/office/infopath/2007/PartnerControls"/>
    <ds:schemaRef ds:uri="6e9c558a-331c-4b2a-9422-cc1872e64aa6"/>
    <ds:schemaRef ds:uri="0daeb402-9d2e-4002-a65f-37a660ceb8fd"/>
  </ds:schemaRefs>
</ds:datastoreItem>
</file>

<file path=docProps/app.xml><?xml version="1.0" encoding="utf-8"?>
<Properties xmlns="http://schemas.openxmlformats.org/officeDocument/2006/extended-properties" xmlns:vt="http://schemas.openxmlformats.org/officeDocument/2006/docPropsVTypes">
  <Template>cmc-uni-slide-template</Template>
  <TotalTime>21464</TotalTime>
  <Words>2113</Words>
  <Application>Microsoft Office PowerPoint</Application>
  <PresentationFormat>Custom</PresentationFormat>
  <Paragraphs>174</Paragraphs>
  <Slides>16</Slides>
  <Notes>12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16</vt:i4>
      </vt:variant>
    </vt:vector>
  </HeadingPairs>
  <TitlesOfParts>
    <vt:vector size="24" baseType="lpstr">
      <vt:lpstr>Arial</vt:lpstr>
      <vt:lpstr>Times New Roman</vt:lpstr>
      <vt:lpstr>Consolas</vt:lpstr>
      <vt:lpstr>Courier New</vt:lpstr>
      <vt:lpstr>Wingdings</vt:lpstr>
      <vt:lpstr>Opening slide</vt:lpstr>
      <vt:lpstr>Body slide</vt:lpstr>
      <vt:lpstr>Ending slide</vt:lpstr>
      <vt:lpstr>PowerPoint Presentation</vt:lpstr>
      <vt:lpstr>Why Need Security?</vt:lpstr>
      <vt:lpstr>Spring Security</vt:lpstr>
      <vt:lpstr>Key Features of Spring Security</vt:lpstr>
      <vt:lpstr>Spring Security Flow</vt:lpstr>
      <vt:lpstr>Spring Security Main Blocks</vt:lpstr>
      <vt:lpstr>How to Use Spring Security</vt:lpstr>
      <vt:lpstr>Common Security Annotations</vt:lpstr>
      <vt:lpstr>Role-Based Access Control (RBAC)</vt:lpstr>
      <vt:lpstr>Configuring Basic Authentication</vt:lpstr>
      <vt:lpstr>Securing APIs with JWT</vt:lpstr>
      <vt:lpstr>Implementing JWT Authentication</vt:lpstr>
      <vt:lpstr>OAuth2 Integration</vt:lpstr>
      <vt:lpstr>Enabling HTTPS</vt:lpstr>
      <vt:lpstr>References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Hung. Nguyen Viet - CMCU</cp:lastModifiedBy>
  <cp:revision>576</cp:revision>
  <dcterms:created xsi:type="dcterms:W3CDTF">2024-12-09T10:47:32Z</dcterms:created>
  <dcterms:modified xsi:type="dcterms:W3CDTF">2025-03-03T00:26:43Z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