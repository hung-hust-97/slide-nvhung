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slideLayouts/slideLayout1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0" r:id="rId4"/>
    <p:sldMasterId id="2147483672" r:id="rId5"/>
    <p:sldMasterId id="2147483683" r:id="rId6"/>
  </p:sldMasterIdLst>
  <p:notesMasterIdLst>
    <p:notesMasterId r:id="rId27"/>
  </p:notesMasterIdLst>
  <p:sldIdLst>
    <p:sldId id="267" r:id="rId7"/>
    <p:sldId id="293" r:id="rId8"/>
    <p:sldId id="294" r:id="rId9"/>
    <p:sldId id="295" r:id="rId10"/>
    <p:sldId id="300" r:id="rId11"/>
    <p:sldId id="301" r:id="rId12"/>
    <p:sldId id="302" r:id="rId13"/>
    <p:sldId id="303" r:id="rId14"/>
    <p:sldId id="285" r:id="rId15"/>
    <p:sldId id="286" r:id="rId16"/>
    <p:sldId id="287" r:id="rId17"/>
    <p:sldId id="288" r:id="rId18"/>
    <p:sldId id="289" r:id="rId19"/>
    <p:sldId id="290" r:id="rId20"/>
    <p:sldId id="292" r:id="rId21"/>
    <p:sldId id="296" r:id="rId22"/>
    <p:sldId id="297" r:id="rId23"/>
    <p:sldId id="298" r:id="rId24"/>
    <p:sldId id="291" r:id="rId25"/>
    <p:sldId id="269" r:id="rId26"/>
  </p:sldIdLst>
  <p:sldSz cx="14630400" cy="8229600"/>
  <p:notesSz cx="8229600" cy="14630400"/>
  <p:embeddedFontLst>
    <p:embeddedFont>
      <p:font typeface="Consolas" panose="020B0609020204030204" pitchFamily="49" charset="0"/>
      <p:regular r:id="rId28"/>
      <p:bold r:id="rId29"/>
      <p:italic r:id="rId30"/>
      <p:boldItalic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72AA854-8E14-4D9C-A59F-EE0FA6345E23}">
          <p14:sldIdLst>
            <p14:sldId id="267"/>
          </p14:sldIdLst>
        </p14:section>
        <p14:section name="rxjs" id="{94B95356-177F-45A5-B66E-85628935568B}">
          <p14:sldIdLst>
            <p14:sldId id="293"/>
            <p14:sldId id="294"/>
            <p14:sldId id="295"/>
            <p14:sldId id="300"/>
            <p14:sldId id="301"/>
            <p14:sldId id="302"/>
            <p14:sldId id="303"/>
          </p14:sldIdLst>
        </p14:section>
        <p14:section name="http client" id="{7A6FDFB2-9A99-44A6-87EB-64FB9D5CFECA}">
          <p14:sldIdLst>
            <p14:sldId id="285"/>
            <p14:sldId id="286"/>
            <p14:sldId id="287"/>
            <p14:sldId id="288"/>
            <p14:sldId id="289"/>
            <p14:sldId id="290"/>
            <p14:sldId id="292"/>
            <p14:sldId id="296"/>
            <p14:sldId id="297"/>
            <p14:sldId id="298"/>
            <p14:sldId id="291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741" autoAdjust="0"/>
    <p:restoredTop sz="77699" autoAdjust="0"/>
  </p:normalViewPr>
  <p:slideViewPr>
    <p:cSldViewPr snapToGrid="0" snapToObjects="1">
      <p:cViewPr varScale="1">
        <p:scale>
          <a:sx n="48" d="100"/>
          <a:sy n="48" d="100"/>
        </p:scale>
        <p:origin x="1275" y="39"/>
      </p:cViewPr>
      <p:guideLst/>
    </p:cSldViewPr>
  </p:slideViewPr>
  <p:notesTextViewPr>
    <p:cViewPr>
      <p:scale>
        <a:sx n="1" d="1"/>
        <a:sy n="1" d="1"/>
      </p:scale>
      <p:origin x="0" y="-195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" Type="http://schemas.openxmlformats.org/officeDocument/2006/relationships/customXml" Target="../customXml/item3.xml"/><Relationship Id="rId21" Type="http://schemas.openxmlformats.org/officeDocument/2006/relationships/slide" Target="slides/slide15.xml"/><Relationship Id="rId34" Type="http://schemas.openxmlformats.org/officeDocument/2006/relationships/theme" Target="theme/theme1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font" Target="fonts/font2.fntdata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font" Target="fonts/font1.fntdata"/><Relationship Id="rId36" Type="http://schemas.microsoft.com/office/2016/11/relationships/changesInfo" Target="changesInfos/changesInfo1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font" Target="fonts/font4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tableStyles" Target="tableStyles.xml"/><Relationship Id="rId8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et." userId="8b74393f-d80c-47bd-a370-5373c0174c23" providerId="ADAL" clId="{7129ACEF-98C3-471F-8616-A9AA9239E1FF}"/>
    <pc:docChg chg="undo custSel addSld delSld modSld sldOrd addMainMaster delMainMaster modMainMaster">
      <pc:chgData name="Viet." userId="8b74393f-d80c-47bd-a370-5373c0174c23" providerId="ADAL" clId="{7129ACEF-98C3-471F-8616-A9AA9239E1FF}" dt="2024-12-10T09:05:03.966" v="1958" actId="1076"/>
      <pc:docMkLst>
        <pc:docMk/>
      </pc:docMkLst>
      <pc:sldChg chg="delSp add del mod">
        <pc:chgData name="Viet." userId="8b74393f-d80c-47bd-a370-5373c0174c23" providerId="ADAL" clId="{7129ACEF-98C3-471F-8616-A9AA9239E1FF}" dt="2024-12-09T11:00:07.392" v="72" actId="47"/>
        <pc:sldMkLst>
          <pc:docMk/>
          <pc:sldMk cId="0" sldId="256"/>
        </pc:sldMkLst>
      </pc:sldChg>
      <pc:sldChg chg="del">
        <pc:chgData name="Viet." userId="8b74393f-d80c-47bd-a370-5373c0174c23" providerId="ADAL" clId="{7129ACEF-98C3-471F-8616-A9AA9239E1FF}" dt="2024-12-10T06:52:50.497" v="357" actId="47"/>
        <pc:sldMkLst>
          <pc:docMk/>
          <pc:sldMk cId="0" sldId="257"/>
        </pc:sldMkLst>
      </pc:sldChg>
      <pc:sldChg chg="modSp del mod">
        <pc:chgData name="Viet." userId="8b74393f-d80c-47bd-a370-5373c0174c23" providerId="ADAL" clId="{7129ACEF-98C3-471F-8616-A9AA9239E1FF}" dt="2024-12-10T06:59:51.758" v="411" actId="47"/>
        <pc:sldMkLst>
          <pc:docMk/>
          <pc:sldMk cId="0" sldId="258"/>
        </pc:sldMkLst>
      </pc:sldChg>
      <pc:sldChg chg="del">
        <pc:chgData name="Viet." userId="8b74393f-d80c-47bd-a370-5373c0174c23" providerId="ADAL" clId="{7129ACEF-98C3-471F-8616-A9AA9239E1FF}" dt="2024-12-10T07:11:18.277" v="585" actId="47"/>
        <pc:sldMkLst>
          <pc:docMk/>
          <pc:sldMk cId="0" sldId="259"/>
        </pc:sldMkLst>
      </pc:sldChg>
      <pc:sldChg chg="add del">
        <pc:chgData name="Viet." userId="8b74393f-d80c-47bd-a370-5373c0174c23" providerId="ADAL" clId="{7129ACEF-98C3-471F-8616-A9AA9239E1FF}" dt="2024-12-10T07:57:15.414" v="1142" actId="47"/>
        <pc:sldMkLst>
          <pc:docMk/>
          <pc:sldMk cId="0" sldId="260"/>
        </pc:sldMkLst>
      </pc:sldChg>
      <pc:sldChg chg="del">
        <pc:chgData name="Viet." userId="8b74393f-d80c-47bd-a370-5373c0174c23" providerId="ADAL" clId="{7129ACEF-98C3-471F-8616-A9AA9239E1FF}" dt="2024-12-10T08:38:39.018" v="1513" actId="47"/>
        <pc:sldMkLst>
          <pc:docMk/>
          <pc:sldMk cId="0" sldId="261"/>
        </pc:sldMkLst>
      </pc:sldChg>
      <pc:sldChg chg="del">
        <pc:chgData name="Viet." userId="8b74393f-d80c-47bd-a370-5373c0174c23" providerId="ADAL" clId="{7129ACEF-98C3-471F-8616-A9AA9239E1FF}" dt="2024-12-10T08:51:36.583" v="1647" actId="47"/>
        <pc:sldMkLst>
          <pc:docMk/>
          <pc:sldMk cId="0" sldId="262"/>
        </pc:sldMkLst>
      </pc:sldChg>
      <pc:sldChg chg="del">
        <pc:chgData name="Viet." userId="8b74393f-d80c-47bd-a370-5373c0174c23" providerId="ADAL" clId="{7129ACEF-98C3-471F-8616-A9AA9239E1FF}" dt="2024-12-10T09:04:52.598" v="1954" actId="47"/>
        <pc:sldMkLst>
          <pc:docMk/>
          <pc:sldMk cId="0" sldId="263"/>
        </pc:sldMkLst>
      </pc:sldChg>
      <pc:sldChg chg="del">
        <pc:chgData name="Viet." userId="8b74393f-d80c-47bd-a370-5373c0174c23" providerId="ADAL" clId="{7129ACEF-98C3-471F-8616-A9AA9239E1FF}" dt="2024-12-10T08:56:05.701" v="1661" actId="47"/>
        <pc:sldMkLst>
          <pc:docMk/>
          <pc:sldMk cId="0" sldId="264"/>
        </pc:sldMkLst>
      </pc:sldChg>
      <pc:sldChg chg="del">
        <pc:chgData name="Viet." userId="8b74393f-d80c-47bd-a370-5373c0174c23" providerId="ADAL" clId="{7129ACEF-98C3-471F-8616-A9AA9239E1FF}" dt="2024-12-10T08:56:05.701" v="1661" actId="47"/>
        <pc:sldMkLst>
          <pc:docMk/>
          <pc:sldMk cId="0" sldId="265"/>
        </pc:sldMkLst>
      </pc:sldChg>
      <pc:sldChg chg="new del">
        <pc:chgData name="Viet." userId="8b74393f-d80c-47bd-a370-5373c0174c23" providerId="ADAL" clId="{7129ACEF-98C3-471F-8616-A9AA9239E1FF}" dt="2024-12-09T11:00:10.724" v="73" actId="47"/>
        <pc:sldMkLst>
          <pc:docMk/>
          <pc:sldMk cId="3499633506" sldId="266"/>
        </pc:sldMkLst>
      </pc:sldChg>
      <pc:sldChg chg="modSp new mod">
        <pc:chgData name="Viet." userId="8b74393f-d80c-47bd-a370-5373c0174c23" providerId="ADAL" clId="{7129ACEF-98C3-471F-8616-A9AA9239E1FF}" dt="2024-12-09T11:00:04.448" v="71" actId="20577"/>
        <pc:sldMkLst>
          <pc:docMk/>
          <pc:sldMk cId="1253848682" sldId="267"/>
        </pc:sldMkLst>
      </pc:sldChg>
      <pc:sldChg chg="new del">
        <pc:chgData name="Viet." userId="8b74393f-d80c-47bd-a370-5373c0174c23" providerId="ADAL" clId="{7129ACEF-98C3-471F-8616-A9AA9239E1FF}" dt="2024-12-09T11:02:35.678" v="79" actId="47"/>
        <pc:sldMkLst>
          <pc:docMk/>
          <pc:sldMk cId="1869708415" sldId="268"/>
        </pc:sldMkLst>
      </pc:sldChg>
      <pc:sldChg chg="new ord">
        <pc:chgData name="Viet." userId="8b74393f-d80c-47bd-a370-5373c0174c23" providerId="ADAL" clId="{7129ACEF-98C3-471F-8616-A9AA9239E1FF}" dt="2024-12-09T11:02:01.158" v="77"/>
        <pc:sldMkLst>
          <pc:docMk/>
          <pc:sldMk cId="1711510086" sldId="269"/>
        </pc:sldMkLst>
      </pc:sldChg>
      <pc:sldChg chg="modSp new del mod">
        <pc:chgData name="Viet." userId="8b74393f-d80c-47bd-a370-5373c0174c23" providerId="ADAL" clId="{7129ACEF-98C3-471F-8616-A9AA9239E1FF}" dt="2024-12-10T06:52:49.585" v="356" actId="47"/>
        <pc:sldMkLst>
          <pc:docMk/>
          <pc:sldMk cId="1908451913" sldId="270"/>
        </pc:sldMkLst>
      </pc:sldChg>
      <pc:sldChg chg="addSp delSp modSp new mod modNotesTx">
        <pc:chgData name="Viet." userId="8b74393f-d80c-47bd-a370-5373c0174c23" providerId="ADAL" clId="{7129ACEF-98C3-471F-8616-A9AA9239E1FF}" dt="2024-12-10T08:46:04.652" v="1596" actId="2711"/>
        <pc:sldMkLst>
          <pc:docMk/>
          <pc:sldMk cId="376706786" sldId="271"/>
        </pc:sldMkLst>
      </pc:sldChg>
      <pc:sldChg chg="addSp delSp modSp new mod ord modNotesTx">
        <pc:chgData name="Viet." userId="8b74393f-d80c-47bd-a370-5373c0174c23" providerId="ADAL" clId="{7129ACEF-98C3-471F-8616-A9AA9239E1FF}" dt="2024-12-10T07:28:51.707" v="625" actId="1076"/>
        <pc:sldMkLst>
          <pc:docMk/>
          <pc:sldMk cId="2094170688" sldId="272"/>
        </pc:sldMkLst>
      </pc:sldChg>
      <pc:sldChg chg="new del">
        <pc:chgData name="Viet." userId="8b74393f-d80c-47bd-a370-5373c0174c23" providerId="ADAL" clId="{7129ACEF-98C3-471F-8616-A9AA9239E1FF}" dt="2024-12-09T11:10:13.355" v="311" actId="47"/>
        <pc:sldMkLst>
          <pc:docMk/>
          <pc:sldMk cId="2805904570" sldId="272"/>
        </pc:sldMkLst>
      </pc:sldChg>
      <pc:sldChg chg="addSp delSp modSp new mod ord modNotesTx">
        <pc:chgData name="Viet." userId="8b74393f-d80c-47bd-a370-5373c0174c23" providerId="ADAL" clId="{7129ACEF-98C3-471F-8616-A9AA9239E1FF}" dt="2024-12-10T08:48:29.266" v="1615" actId="14100"/>
        <pc:sldMkLst>
          <pc:docMk/>
          <pc:sldMk cId="1315415549" sldId="273"/>
        </pc:sldMkLst>
      </pc:sldChg>
      <pc:sldChg chg="modSp new del mod modNotesTx">
        <pc:chgData name="Viet." userId="8b74393f-d80c-47bd-a370-5373c0174c23" providerId="ADAL" clId="{7129ACEF-98C3-471F-8616-A9AA9239E1FF}" dt="2024-12-10T07:31:48.277" v="646" actId="47"/>
        <pc:sldMkLst>
          <pc:docMk/>
          <pc:sldMk cId="3728142168" sldId="274"/>
        </pc:sldMkLst>
      </pc:sldChg>
      <pc:sldChg chg="addSp delSp modSp new del">
        <pc:chgData name="Viet." userId="8b74393f-d80c-47bd-a370-5373c0174c23" providerId="ADAL" clId="{7129ACEF-98C3-471F-8616-A9AA9239E1FF}" dt="2024-12-10T07:28:45.143" v="623" actId="680"/>
        <pc:sldMkLst>
          <pc:docMk/>
          <pc:sldMk cId="116348834" sldId="275"/>
        </pc:sldMkLst>
      </pc:sldChg>
      <pc:sldChg chg="addSp delSp modSp new mod modNotesTx">
        <pc:chgData name="Viet." userId="8b74393f-d80c-47bd-a370-5373c0174c23" providerId="ADAL" clId="{7129ACEF-98C3-471F-8616-A9AA9239E1FF}" dt="2024-12-10T07:33:27.816" v="680" actId="113"/>
        <pc:sldMkLst>
          <pc:docMk/>
          <pc:sldMk cId="3890155460" sldId="275"/>
        </pc:sldMkLst>
      </pc:sldChg>
      <pc:sldChg chg="addSp delSp modSp add del mod modNotesTx">
        <pc:chgData name="Viet." userId="8b74393f-d80c-47bd-a370-5373c0174c23" providerId="ADAL" clId="{7129ACEF-98C3-471F-8616-A9AA9239E1FF}" dt="2024-12-10T07:58:45.150" v="1154" actId="47"/>
        <pc:sldMkLst>
          <pc:docMk/>
          <pc:sldMk cId="254460079" sldId="276"/>
        </pc:sldMkLst>
      </pc:sldChg>
      <pc:sldChg chg="modSp new del mod">
        <pc:chgData name="Viet." userId="8b74393f-d80c-47bd-a370-5373c0174c23" providerId="ADAL" clId="{7129ACEF-98C3-471F-8616-A9AA9239E1FF}" dt="2024-12-10T07:51:11.655" v="755" actId="680"/>
        <pc:sldMkLst>
          <pc:docMk/>
          <pc:sldMk cId="435752016" sldId="277"/>
        </pc:sldMkLst>
      </pc:sldChg>
      <pc:sldChg chg="addSp delSp modSp new mod modNotesTx">
        <pc:chgData name="Viet." userId="8b74393f-d80c-47bd-a370-5373c0174c23" providerId="ADAL" clId="{7129ACEF-98C3-471F-8616-A9AA9239E1FF}" dt="2024-12-10T08:49:14.174" v="1622" actId="2711"/>
        <pc:sldMkLst>
          <pc:docMk/>
          <pc:sldMk cId="3765456993" sldId="277"/>
        </pc:sldMkLst>
      </pc:sldChg>
      <pc:sldChg chg="addSp delSp modSp new mod modNotesTx">
        <pc:chgData name="Viet." userId="8b74393f-d80c-47bd-a370-5373c0174c23" providerId="ADAL" clId="{7129ACEF-98C3-471F-8616-A9AA9239E1FF}" dt="2024-12-10T08:50:01.530" v="1626" actId="108"/>
        <pc:sldMkLst>
          <pc:docMk/>
          <pc:sldMk cId="1487775499" sldId="278"/>
        </pc:sldMkLst>
      </pc:sldChg>
      <pc:sldChg chg="new del">
        <pc:chgData name="Viet." userId="8b74393f-d80c-47bd-a370-5373c0174c23" providerId="ADAL" clId="{7129ACEF-98C3-471F-8616-A9AA9239E1FF}" dt="2024-12-10T07:51:09.724" v="752" actId="680"/>
        <pc:sldMkLst>
          <pc:docMk/>
          <pc:sldMk cId="2875191694" sldId="278"/>
        </pc:sldMkLst>
      </pc:sldChg>
      <pc:sldChg chg="addSp delSp modSp new mod modNotesTx">
        <pc:chgData name="Viet." userId="8b74393f-d80c-47bd-a370-5373c0174c23" providerId="ADAL" clId="{7129ACEF-98C3-471F-8616-A9AA9239E1FF}" dt="2024-12-10T08:51:21.429" v="1646" actId="255"/>
        <pc:sldMkLst>
          <pc:docMk/>
          <pc:sldMk cId="585384535" sldId="279"/>
        </pc:sldMkLst>
      </pc:sldChg>
      <pc:sldChg chg="addSp delSp modSp new del mod modNotesTx">
        <pc:chgData name="Viet." userId="8b74393f-d80c-47bd-a370-5373c0174c23" providerId="ADAL" clId="{7129ACEF-98C3-471F-8616-A9AA9239E1FF}" dt="2024-12-10T08:22:02.048" v="1322" actId="47"/>
        <pc:sldMkLst>
          <pc:docMk/>
          <pc:sldMk cId="2718066502" sldId="279"/>
        </pc:sldMkLst>
      </pc:sldChg>
      <pc:sldChg chg="add del">
        <pc:chgData name="Viet." userId="8b74393f-d80c-47bd-a370-5373c0174c23" providerId="ADAL" clId="{7129ACEF-98C3-471F-8616-A9AA9239E1FF}" dt="2024-12-10T08:41:19.423" v="1535"/>
        <pc:sldMkLst>
          <pc:docMk/>
          <pc:sldMk cId="1219419968" sldId="280"/>
        </pc:sldMkLst>
      </pc:sldChg>
      <pc:sldChg chg="new del">
        <pc:chgData name="Viet." userId="8b74393f-d80c-47bd-a370-5373c0174c23" providerId="ADAL" clId="{7129ACEF-98C3-471F-8616-A9AA9239E1FF}" dt="2024-12-10T08:41:14.968" v="1533" actId="680"/>
        <pc:sldMkLst>
          <pc:docMk/>
          <pc:sldMk cId="2132293585" sldId="280"/>
        </pc:sldMkLst>
      </pc:sldChg>
      <pc:sldChg chg="addSp delSp modSp add del mod modNotesTx">
        <pc:chgData name="Viet." userId="8b74393f-d80c-47bd-a370-5373c0174c23" providerId="ADAL" clId="{7129ACEF-98C3-471F-8616-A9AA9239E1FF}" dt="2024-12-10T09:04:57.354" v="1955" actId="47"/>
        <pc:sldMkLst>
          <pc:docMk/>
          <pc:sldMk cId="4285762558" sldId="280"/>
        </pc:sldMkLst>
      </pc:sldChg>
      <pc:sldChg chg="addSp delSp modSp new mod modNotesTx">
        <pc:chgData name="Viet." userId="8b74393f-d80c-47bd-a370-5373c0174c23" providerId="ADAL" clId="{7129ACEF-98C3-471F-8616-A9AA9239E1FF}" dt="2024-12-10T09:05:03.966" v="1958" actId="1076"/>
        <pc:sldMkLst>
          <pc:docMk/>
          <pc:sldMk cId="1872650155" sldId="281"/>
        </pc:sldMkLst>
      </pc:sldChg>
      <pc:sldMasterChg chg="modSldLayout">
        <pc:chgData name="Viet." userId="8b74393f-d80c-47bd-a370-5373c0174c23" providerId="ADAL" clId="{7129ACEF-98C3-471F-8616-A9AA9239E1FF}" dt="2024-12-09T10:51:04.436" v="9" actId="478"/>
        <pc:sldMasterMkLst>
          <pc:docMk/>
          <pc:sldMasterMk cId="0" sldId="2147483648"/>
        </pc:sldMasterMkLst>
        <pc:sldLayoutChg chg="delSp mod">
          <pc:chgData name="Viet." userId="8b74393f-d80c-47bd-a370-5373c0174c23" providerId="ADAL" clId="{7129ACEF-98C3-471F-8616-A9AA9239E1FF}" dt="2024-12-09T10:50:30.017" v="0" actId="478"/>
          <pc:sldLayoutMkLst>
            <pc:docMk/>
            <pc:sldMasterMk cId="0" sldId="2147483648"/>
            <pc:sldLayoutMk cId="0" sldId="2147483650"/>
          </pc:sldLayoutMkLst>
        </pc:sldLayoutChg>
        <pc:sldLayoutChg chg="delSp mod">
          <pc:chgData name="Viet." userId="8b74393f-d80c-47bd-a370-5373c0174c23" providerId="ADAL" clId="{7129ACEF-98C3-471F-8616-A9AA9239E1FF}" dt="2024-12-09T10:50:47.695" v="1" actId="478"/>
          <pc:sldLayoutMkLst>
            <pc:docMk/>
            <pc:sldMasterMk cId="0" sldId="2147483648"/>
            <pc:sldLayoutMk cId="0" sldId="2147483651"/>
          </pc:sldLayoutMkLst>
        </pc:sldLayoutChg>
        <pc:sldLayoutChg chg="delSp mod">
          <pc:chgData name="Viet." userId="8b74393f-d80c-47bd-a370-5373c0174c23" providerId="ADAL" clId="{7129ACEF-98C3-471F-8616-A9AA9239E1FF}" dt="2024-12-09T10:50:49.887" v="2" actId="478"/>
          <pc:sldLayoutMkLst>
            <pc:docMk/>
            <pc:sldMasterMk cId="0" sldId="2147483648"/>
            <pc:sldLayoutMk cId="0" sldId="2147483652"/>
          </pc:sldLayoutMkLst>
        </pc:sldLayoutChg>
        <pc:sldLayoutChg chg="delSp mod">
          <pc:chgData name="Viet." userId="8b74393f-d80c-47bd-a370-5373c0174c23" providerId="ADAL" clId="{7129ACEF-98C3-471F-8616-A9AA9239E1FF}" dt="2024-12-09T10:50:52.255" v="3" actId="478"/>
          <pc:sldLayoutMkLst>
            <pc:docMk/>
            <pc:sldMasterMk cId="0" sldId="2147483648"/>
            <pc:sldLayoutMk cId="0" sldId="2147483653"/>
          </pc:sldLayoutMkLst>
        </pc:sldLayoutChg>
        <pc:sldLayoutChg chg="delSp mod">
          <pc:chgData name="Viet." userId="8b74393f-d80c-47bd-a370-5373c0174c23" providerId="ADAL" clId="{7129ACEF-98C3-471F-8616-A9AA9239E1FF}" dt="2024-12-09T10:50:53.697" v="4" actId="478"/>
          <pc:sldLayoutMkLst>
            <pc:docMk/>
            <pc:sldMasterMk cId="0" sldId="2147483648"/>
            <pc:sldLayoutMk cId="0" sldId="2147483654"/>
          </pc:sldLayoutMkLst>
        </pc:sldLayoutChg>
        <pc:sldLayoutChg chg="delSp mod">
          <pc:chgData name="Viet." userId="8b74393f-d80c-47bd-a370-5373c0174c23" providerId="ADAL" clId="{7129ACEF-98C3-471F-8616-A9AA9239E1FF}" dt="2024-12-09T10:50:55.646" v="5" actId="478"/>
          <pc:sldLayoutMkLst>
            <pc:docMk/>
            <pc:sldMasterMk cId="0" sldId="2147483648"/>
            <pc:sldLayoutMk cId="0" sldId="2147483655"/>
          </pc:sldLayoutMkLst>
        </pc:sldLayoutChg>
        <pc:sldLayoutChg chg="delSp mod">
          <pc:chgData name="Viet." userId="8b74393f-d80c-47bd-a370-5373c0174c23" providerId="ADAL" clId="{7129ACEF-98C3-471F-8616-A9AA9239E1FF}" dt="2024-12-09T10:50:58.193" v="6" actId="478"/>
          <pc:sldLayoutMkLst>
            <pc:docMk/>
            <pc:sldMasterMk cId="0" sldId="2147483648"/>
            <pc:sldLayoutMk cId="0" sldId="2147483656"/>
          </pc:sldLayoutMkLst>
        </pc:sldLayoutChg>
        <pc:sldLayoutChg chg="delSp mod">
          <pc:chgData name="Viet." userId="8b74393f-d80c-47bd-a370-5373c0174c23" providerId="ADAL" clId="{7129ACEF-98C3-471F-8616-A9AA9239E1FF}" dt="2024-12-09T10:51:00.626" v="7" actId="478"/>
          <pc:sldLayoutMkLst>
            <pc:docMk/>
            <pc:sldMasterMk cId="0" sldId="2147483648"/>
            <pc:sldLayoutMk cId="0" sldId="2147483657"/>
          </pc:sldLayoutMkLst>
        </pc:sldLayoutChg>
        <pc:sldLayoutChg chg="delSp mod">
          <pc:chgData name="Viet." userId="8b74393f-d80c-47bd-a370-5373c0174c23" providerId="ADAL" clId="{7129ACEF-98C3-471F-8616-A9AA9239E1FF}" dt="2024-12-09T10:51:02.453" v="8" actId="478"/>
          <pc:sldLayoutMkLst>
            <pc:docMk/>
            <pc:sldMasterMk cId="0" sldId="2147483648"/>
            <pc:sldLayoutMk cId="0" sldId="2147483658"/>
          </pc:sldLayoutMkLst>
        </pc:sldLayoutChg>
        <pc:sldLayoutChg chg="delSp mod">
          <pc:chgData name="Viet." userId="8b74393f-d80c-47bd-a370-5373c0174c23" providerId="ADAL" clId="{7129ACEF-98C3-471F-8616-A9AA9239E1FF}" dt="2024-12-09T10:51:04.436" v="9" actId="478"/>
          <pc:sldLayoutMkLst>
            <pc:docMk/>
            <pc:sldMasterMk cId="0" sldId="2147483648"/>
            <pc:sldLayoutMk cId="0" sldId="2147483659"/>
          </pc:sldLayoutMkLst>
        </pc:sldLayoutChg>
      </pc:sldMasterChg>
      <pc:sldMasterChg chg="new del mod addSldLayout delSldLayout">
        <pc:chgData name="Viet." userId="8b74393f-d80c-47bd-a370-5373c0174c23" providerId="ADAL" clId="{7129ACEF-98C3-471F-8616-A9AA9239E1FF}" dt="2024-12-09T10:57:18.136" v="11" actId="6938"/>
        <pc:sldMasterMkLst>
          <pc:docMk/>
          <pc:sldMasterMk cId="1439247525" sldId="2147483660"/>
        </pc:sldMasterMkLst>
        <pc:sldLayoutChg chg="new del replId">
          <pc:chgData name="Viet." userId="8b74393f-d80c-47bd-a370-5373c0174c23" providerId="ADAL" clId="{7129ACEF-98C3-471F-8616-A9AA9239E1FF}" dt="2024-12-09T10:57:18.136" v="11" actId="6938"/>
          <pc:sldLayoutMkLst>
            <pc:docMk/>
            <pc:sldMasterMk cId="1439247525" sldId="2147483660"/>
            <pc:sldLayoutMk cId="2728143525" sldId="2147483661"/>
          </pc:sldLayoutMkLst>
        </pc:sldLayoutChg>
        <pc:sldLayoutChg chg="new del replId">
          <pc:chgData name="Viet." userId="8b74393f-d80c-47bd-a370-5373c0174c23" providerId="ADAL" clId="{7129ACEF-98C3-471F-8616-A9AA9239E1FF}" dt="2024-12-09T10:57:18.136" v="11" actId="6938"/>
          <pc:sldLayoutMkLst>
            <pc:docMk/>
            <pc:sldMasterMk cId="1439247525" sldId="2147483660"/>
            <pc:sldLayoutMk cId="3404810335" sldId="2147483662"/>
          </pc:sldLayoutMkLst>
        </pc:sldLayoutChg>
        <pc:sldLayoutChg chg="new del replId">
          <pc:chgData name="Viet." userId="8b74393f-d80c-47bd-a370-5373c0174c23" providerId="ADAL" clId="{7129ACEF-98C3-471F-8616-A9AA9239E1FF}" dt="2024-12-09T10:57:18.136" v="11" actId="6938"/>
          <pc:sldLayoutMkLst>
            <pc:docMk/>
            <pc:sldMasterMk cId="1439247525" sldId="2147483660"/>
            <pc:sldLayoutMk cId="2038689306" sldId="2147483663"/>
          </pc:sldLayoutMkLst>
        </pc:sldLayoutChg>
        <pc:sldLayoutChg chg="new del replId">
          <pc:chgData name="Viet." userId="8b74393f-d80c-47bd-a370-5373c0174c23" providerId="ADAL" clId="{7129ACEF-98C3-471F-8616-A9AA9239E1FF}" dt="2024-12-09T10:57:18.136" v="11" actId="6938"/>
          <pc:sldLayoutMkLst>
            <pc:docMk/>
            <pc:sldMasterMk cId="1439247525" sldId="2147483660"/>
            <pc:sldLayoutMk cId="1754126678" sldId="2147483664"/>
          </pc:sldLayoutMkLst>
        </pc:sldLayoutChg>
        <pc:sldLayoutChg chg="new del replId">
          <pc:chgData name="Viet." userId="8b74393f-d80c-47bd-a370-5373c0174c23" providerId="ADAL" clId="{7129ACEF-98C3-471F-8616-A9AA9239E1FF}" dt="2024-12-09T10:57:18.136" v="11" actId="6938"/>
          <pc:sldLayoutMkLst>
            <pc:docMk/>
            <pc:sldMasterMk cId="1439247525" sldId="2147483660"/>
            <pc:sldLayoutMk cId="1721991256" sldId="2147483665"/>
          </pc:sldLayoutMkLst>
        </pc:sldLayoutChg>
        <pc:sldLayoutChg chg="new del replId">
          <pc:chgData name="Viet." userId="8b74393f-d80c-47bd-a370-5373c0174c23" providerId="ADAL" clId="{7129ACEF-98C3-471F-8616-A9AA9239E1FF}" dt="2024-12-09T10:57:18.136" v="11" actId="6938"/>
          <pc:sldLayoutMkLst>
            <pc:docMk/>
            <pc:sldMasterMk cId="1439247525" sldId="2147483660"/>
            <pc:sldLayoutMk cId="2077245018" sldId="2147483666"/>
          </pc:sldLayoutMkLst>
        </pc:sldLayoutChg>
        <pc:sldLayoutChg chg="new del replId">
          <pc:chgData name="Viet." userId="8b74393f-d80c-47bd-a370-5373c0174c23" providerId="ADAL" clId="{7129ACEF-98C3-471F-8616-A9AA9239E1FF}" dt="2024-12-09T10:57:18.136" v="11" actId="6938"/>
          <pc:sldLayoutMkLst>
            <pc:docMk/>
            <pc:sldMasterMk cId="1439247525" sldId="2147483660"/>
            <pc:sldLayoutMk cId="4075743013" sldId="2147483667"/>
          </pc:sldLayoutMkLst>
        </pc:sldLayoutChg>
        <pc:sldLayoutChg chg="new del replId">
          <pc:chgData name="Viet." userId="8b74393f-d80c-47bd-a370-5373c0174c23" providerId="ADAL" clId="{7129ACEF-98C3-471F-8616-A9AA9239E1FF}" dt="2024-12-09T10:57:18.136" v="11" actId="6938"/>
          <pc:sldLayoutMkLst>
            <pc:docMk/>
            <pc:sldMasterMk cId="1439247525" sldId="2147483660"/>
            <pc:sldLayoutMk cId="328535063" sldId="2147483668"/>
          </pc:sldLayoutMkLst>
        </pc:sldLayoutChg>
        <pc:sldLayoutChg chg="new del replId">
          <pc:chgData name="Viet." userId="8b74393f-d80c-47bd-a370-5373c0174c23" providerId="ADAL" clId="{7129ACEF-98C3-471F-8616-A9AA9239E1FF}" dt="2024-12-09T10:57:18.136" v="11" actId="6938"/>
          <pc:sldLayoutMkLst>
            <pc:docMk/>
            <pc:sldMasterMk cId="1439247525" sldId="2147483660"/>
            <pc:sldLayoutMk cId="2675548457" sldId="2147483669"/>
          </pc:sldLayoutMkLst>
        </pc:sldLayoutChg>
        <pc:sldLayoutChg chg="new del replId">
          <pc:chgData name="Viet." userId="8b74393f-d80c-47bd-a370-5373c0174c23" providerId="ADAL" clId="{7129ACEF-98C3-471F-8616-A9AA9239E1FF}" dt="2024-12-09T10:57:18.136" v="11" actId="6938"/>
          <pc:sldLayoutMkLst>
            <pc:docMk/>
            <pc:sldMasterMk cId="1439247525" sldId="2147483660"/>
            <pc:sldLayoutMk cId="2132275311" sldId="2147483670"/>
          </pc:sldLayoutMkLst>
        </pc:sldLayoutChg>
        <pc:sldLayoutChg chg="new del replId">
          <pc:chgData name="Viet." userId="8b74393f-d80c-47bd-a370-5373c0174c23" providerId="ADAL" clId="{7129ACEF-98C3-471F-8616-A9AA9239E1FF}" dt="2024-12-09T10:57:18.136" v="11" actId="6938"/>
          <pc:sldLayoutMkLst>
            <pc:docMk/>
            <pc:sldMasterMk cId="1439247525" sldId="2147483660"/>
            <pc:sldLayoutMk cId="832895233" sldId="2147483671"/>
          </pc:sldLayoutMkLst>
        </pc:sldLayoutChg>
      </pc:sldMasterChg>
      <pc:sldMasterChg chg="addSldLayout delSldLayout modSldLayout">
        <pc:chgData name="Viet." userId="8b74393f-d80c-47bd-a370-5373c0174c23" providerId="ADAL" clId="{7129ACEF-98C3-471F-8616-A9AA9239E1FF}" dt="2024-12-10T09:04:52.598" v="1954" actId="47"/>
        <pc:sldMasterMkLst>
          <pc:docMk/>
          <pc:sldMasterMk cId="2690241652" sldId="2147483660"/>
        </pc:sldMasterMkLst>
        <pc:sldLayoutChg chg="delSp del">
          <pc:chgData name="Viet." userId="8b74393f-d80c-47bd-a370-5373c0174c23" providerId="ADAL" clId="{7129ACEF-98C3-471F-8616-A9AA9239E1FF}" dt="2024-12-09T11:00:10.724" v="73" actId="47"/>
          <pc:sldLayoutMkLst>
            <pc:docMk/>
            <pc:sldMasterMk cId="2690241652" sldId="2147483660"/>
            <pc:sldLayoutMk cId="705716621" sldId="2147483662"/>
          </pc:sldLayoutMkLst>
        </pc:sldLayoutChg>
        <pc:sldLayoutChg chg="delSp del">
          <pc:chgData name="Viet." userId="8b74393f-d80c-47bd-a370-5373c0174c23" providerId="ADAL" clId="{7129ACEF-98C3-471F-8616-A9AA9239E1FF}" dt="2024-12-10T06:52:50.497" v="357" actId="47"/>
          <pc:sldLayoutMkLst>
            <pc:docMk/>
            <pc:sldMasterMk cId="2690241652" sldId="2147483660"/>
            <pc:sldLayoutMk cId="2956946794" sldId="2147483663"/>
          </pc:sldLayoutMkLst>
        </pc:sldLayoutChg>
        <pc:sldLayoutChg chg="delSp del">
          <pc:chgData name="Viet." userId="8b74393f-d80c-47bd-a370-5373c0174c23" providerId="ADAL" clId="{7129ACEF-98C3-471F-8616-A9AA9239E1FF}" dt="2024-12-10T06:59:51.758" v="411" actId="47"/>
          <pc:sldLayoutMkLst>
            <pc:docMk/>
            <pc:sldMasterMk cId="2690241652" sldId="2147483660"/>
            <pc:sldLayoutMk cId="4060029973" sldId="2147483664"/>
          </pc:sldLayoutMkLst>
        </pc:sldLayoutChg>
        <pc:sldLayoutChg chg="delSp del">
          <pc:chgData name="Viet." userId="8b74393f-d80c-47bd-a370-5373c0174c23" providerId="ADAL" clId="{7129ACEF-98C3-471F-8616-A9AA9239E1FF}" dt="2024-12-10T07:11:18.277" v="585" actId="47"/>
          <pc:sldLayoutMkLst>
            <pc:docMk/>
            <pc:sldMasterMk cId="2690241652" sldId="2147483660"/>
            <pc:sldLayoutMk cId="2042662761" sldId="2147483665"/>
          </pc:sldLayoutMkLst>
        </pc:sldLayoutChg>
        <pc:sldLayoutChg chg="delSp add del">
          <pc:chgData name="Viet." userId="8b74393f-d80c-47bd-a370-5373c0174c23" providerId="ADAL" clId="{7129ACEF-98C3-471F-8616-A9AA9239E1FF}" dt="2024-12-10T07:57:15.414" v="1142" actId="47"/>
          <pc:sldLayoutMkLst>
            <pc:docMk/>
            <pc:sldMasterMk cId="2690241652" sldId="2147483660"/>
            <pc:sldLayoutMk cId="2041314985" sldId="2147483666"/>
          </pc:sldLayoutMkLst>
        </pc:sldLayoutChg>
        <pc:sldLayoutChg chg="delSp del">
          <pc:chgData name="Viet." userId="8b74393f-d80c-47bd-a370-5373c0174c23" providerId="ADAL" clId="{7129ACEF-98C3-471F-8616-A9AA9239E1FF}" dt="2024-12-10T08:38:39.018" v="1513" actId="47"/>
          <pc:sldLayoutMkLst>
            <pc:docMk/>
            <pc:sldMasterMk cId="2690241652" sldId="2147483660"/>
            <pc:sldLayoutMk cId="4143961693" sldId="2147483667"/>
          </pc:sldLayoutMkLst>
        </pc:sldLayoutChg>
        <pc:sldLayoutChg chg="delSp del">
          <pc:chgData name="Viet." userId="8b74393f-d80c-47bd-a370-5373c0174c23" providerId="ADAL" clId="{7129ACEF-98C3-471F-8616-A9AA9239E1FF}" dt="2024-12-10T08:51:36.583" v="1647" actId="47"/>
          <pc:sldLayoutMkLst>
            <pc:docMk/>
            <pc:sldMasterMk cId="2690241652" sldId="2147483660"/>
            <pc:sldLayoutMk cId="736576801" sldId="2147483668"/>
          </pc:sldLayoutMkLst>
        </pc:sldLayoutChg>
        <pc:sldLayoutChg chg="delSp del">
          <pc:chgData name="Viet." userId="8b74393f-d80c-47bd-a370-5373c0174c23" providerId="ADAL" clId="{7129ACEF-98C3-471F-8616-A9AA9239E1FF}" dt="2024-12-10T09:04:52.598" v="1954" actId="47"/>
          <pc:sldLayoutMkLst>
            <pc:docMk/>
            <pc:sldMasterMk cId="2690241652" sldId="2147483660"/>
            <pc:sldLayoutMk cId="2127915954" sldId="2147483669"/>
          </pc:sldLayoutMkLst>
        </pc:sldLayoutChg>
        <pc:sldLayoutChg chg="delSp del">
          <pc:chgData name="Viet." userId="8b74393f-d80c-47bd-a370-5373c0174c23" providerId="ADAL" clId="{7129ACEF-98C3-471F-8616-A9AA9239E1FF}" dt="2024-12-10T08:56:05.701" v="1661" actId="47"/>
          <pc:sldLayoutMkLst>
            <pc:docMk/>
            <pc:sldMasterMk cId="2690241652" sldId="2147483660"/>
            <pc:sldLayoutMk cId="564935939" sldId="2147483670"/>
          </pc:sldLayoutMkLst>
        </pc:sldLayoutChg>
        <pc:sldLayoutChg chg="delSp del">
          <pc:chgData name="Viet." userId="8b74393f-d80c-47bd-a370-5373c0174c23" providerId="ADAL" clId="{7129ACEF-98C3-471F-8616-A9AA9239E1FF}" dt="2024-12-10T08:56:05.701" v="1661" actId="47"/>
          <pc:sldLayoutMkLst>
            <pc:docMk/>
            <pc:sldMasterMk cId="2690241652" sldId="2147483660"/>
            <pc:sldLayoutMk cId="1938895808" sldId="2147483671"/>
          </pc:sldLayoutMkLst>
        </pc:sldLayoutChg>
      </pc:sldMasterChg>
      <pc:sldMasterChg chg="modSp mod modSldLayout">
        <pc:chgData name="Viet." userId="8b74393f-d80c-47bd-a370-5373c0174c23" providerId="ADAL" clId="{7129ACEF-98C3-471F-8616-A9AA9239E1FF}" dt="2024-12-10T08:47:19.001" v="1607" actId="2711"/>
        <pc:sldMasterMkLst>
          <pc:docMk/>
          <pc:sldMasterMk cId="2016598143" sldId="2147483672"/>
        </pc:sldMasterMkLst>
        <pc:spChg chg="mod">
          <ac:chgData name="Viet." userId="8b74393f-d80c-47bd-a370-5373c0174c23" providerId="ADAL" clId="{7129ACEF-98C3-471F-8616-A9AA9239E1FF}" dt="2024-12-10T08:46:33.233" v="1599" actId="2711"/>
          <ac:spMkLst>
            <pc:docMk/>
            <pc:sldMasterMk cId="2016598143" sldId="2147483672"/>
            <ac:spMk id="3" creationId="{73FBB290-2494-4607-B867-D433D7531872}"/>
          </ac:spMkLst>
        </pc:spChg>
        <pc:sldLayoutChg chg="modSp mod">
          <pc:chgData name="Viet." userId="8b74393f-d80c-47bd-a370-5373c0174c23" providerId="ADAL" clId="{7129ACEF-98C3-471F-8616-A9AA9239E1FF}" dt="2024-12-09T11:16:55.128" v="346" actId="1076"/>
          <pc:sldLayoutMkLst>
            <pc:docMk/>
            <pc:sldMasterMk cId="2016598143" sldId="2147483672"/>
            <pc:sldLayoutMk cId="1451884" sldId="2147483673"/>
          </pc:sldLayoutMkLst>
        </pc:sldLayoutChg>
        <pc:sldLayoutChg chg="modSp mod">
          <pc:chgData name="Viet." userId="8b74393f-d80c-47bd-a370-5373c0174c23" providerId="ADAL" clId="{7129ACEF-98C3-471F-8616-A9AA9239E1FF}" dt="2024-12-10T08:46:42.145" v="1600" actId="2711"/>
          <pc:sldLayoutMkLst>
            <pc:docMk/>
            <pc:sldMasterMk cId="2016598143" sldId="2147483672"/>
            <pc:sldLayoutMk cId="1405949028" sldId="2147483674"/>
          </pc:sldLayoutMkLst>
          <pc:spChg chg="mod">
            <ac:chgData name="Viet." userId="8b74393f-d80c-47bd-a370-5373c0174c23" providerId="ADAL" clId="{7129ACEF-98C3-471F-8616-A9AA9239E1FF}" dt="2024-12-10T08:46:42.145" v="1600" actId="2711"/>
            <ac:spMkLst>
              <pc:docMk/>
              <pc:sldMasterMk cId="2016598143" sldId="2147483672"/>
              <pc:sldLayoutMk cId="1405949028" sldId="2147483674"/>
              <ac:spMk id="3" creationId="{601F51A7-6B22-4874-8FC5-ED388E5D187B}"/>
            </ac:spMkLst>
          </pc:spChg>
        </pc:sldLayoutChg>
        <pc:sldLayoutChg chg="modSp mod">
          <pc:chgData name="Viet." userId="8b74393f-d80c-47bd-a370-5373c0174c23" providerId="ADAL" clId="{7129ACEF-98C3-471F-8616-A9AA9239E1FF}" dt="2024-12-09T11:17:10.510" v="348" actId="1076"/>
          <pc:sldLayoutMkLst>
            <pc:docMk/>
            <pc:sldMasterMk cId="2016598143" sldId="2147483672"/>
            <pc:sldLayoutMk cId="2107828609" sldId="2147483675"/>
          </pc:sldLayoutMkLst>
        </pc:sldLayoutChg>
        <pc:sldLayoutChg chg="modSp mod">
          <pc:chgData name="Viet." userId="8b74393f-d80c-47bd-a370-5373c0174c23" providerId="ADAL" clId="{7129ACEF-98C3-471F-8616-A9AA9239E1FF}" dt="2024-12-10T08:46:53.348" v="1602" actId="2711"/>
          <pc:sldLayoutMkLst>
            <pc:docMk/>
            <pc:sldMasterMk cId="2016598143" sldId="2147483672"/>
            <pc:sldLayoutMk cId="1041146034" sldId="2147483676"/>
          </pc:sldLayoutMkLst>
          <pc:spChg chg="mod">
            <ac:chgData name="Viet." userId="8b74393f-d80c-47bd-a370-5373c0174c23" providerId="ADAL" clId="{7129ACEF-98C3-471F-8616-A9AA9239E1FF}" dt="2024-12-10T08:46:50.633" v="1601" actId="2711"/>
            <ac:spMkLst>
              <pc:docMk/>
              <pc:sldMasterMk cId="2016598143" sldId="2147483672"/>
              <pc:sldLayoutMk cId="1041146034" sldId="2147483676"/>
              <ac:spMk id="3" creationId="{575F5726-7887-4ED4-A172-AF9307881508}"/>
            </ac:spMkLst>
          </pc:spChg>
          <pc:spChg chg="mod">
            <ac:chgData name="Viet." userId="8b74393f-d80c-47bd-a370-5373c0174c23" providerId="ADAL" clId="{7129ACEF-98C3-471F-8616-A9AA9239E1FF}" dt="2024-12-10T08:46:53.348" v="1602" actId="2711"/>
            <ac:spMkLst>
              <pc:docMk/>
              <pc:sldMasterMk cId="2016598143" sldId="2147483672"/>
              <pc:sldLayoutMk cId="1041146034" sldId="2147483676"/>
              <ac:spMk id="4" creationId="{7CA0F843-3E9A-4C49-A1AC-A3FA71EF7350}"/>
            </ac:spMkLst>
          </pc:spChg>
        </pc:sldLayoutChg>
        <pc:sldLayoutChg chg="modSp mod">
          <pc:chgData name="Viet." userId="8b74393f-d80c-47bd-a370-5373c0174c23" providerId="ADAL" clId="{7129ACEF-98C3-471F-8616-A9AA9239E1FF}" dt="2024-12-10T08:47:10.633" v="1606" actId="2711"/>
          <pc:sldLayoutMkLst>
            <pc:docMk/>
            <pc:sldMasterMk cId="2016598143" sldId="2147483672"/>
            <pc:sldLayoutMk cId="3072891960" sldId="2147483677"/>
          </pc:sldLayoutMkLst>
          <pc:spChg chg="mod">
            <ac:chgData name="Viet." userId="8b74393f-d80c-47bd-a370-5373c0174c23" providerId="ADAL" clId="{7129ACEF-98C3-471F-8616-A9AA9239E1FF}" dt="2024-12-10T08:47:03.220" v="1605" actId="2711"/>
            <ac:spMkLst>
              <pc:docMk/>
              <pc:sldMasterMk cId="2016598143" sldId="2147483672"/>
              <pc:sldLayoutMk cId="3072891960" sldId="2147483677"/>
              <ac:spMk id="3" creationId="{8241CF06-6B06-4E7F-82EA-7C5047EA60A1}"/>
            </ac:spMkLst>
          </pc:spChg>
          <pc:spChg chg="mod">
            <ac:chgData name="Viet." userId="8b74393f-d80c-47bd-a370-5373c0174c23" providerId="ADAL" clId="{7129ACEF-98C3-471F-8616-A9AA9239E1FF}" dt="2024-12-10T08:46:58.647" v="1603" actId="2711"/>
            <ac:spMkLst>
              <pc:docMk/>
              <pc:sldMasterMk cId="2016598143" sldId="2147483672"/>
              <pc:sldLayoutMk cId="3072891960" sldId="2147483677"/>
              <ac:spMk id="4" creationId="{4FD9E841-81B0-403F-B4A9-7ACB7AAF8E75}"/>
            </ac:spMkLst>
          </pc:spChg>
          <pc:spChg chg="mod">
            <ac:chgData name="Viet." userId="8b74393f-d80c-47bd-a370-5373c0174c23" providerId="ADAL" clId="{7129ACEF-98C3-471F-8616-A9AA9239E1FF}" dt="2024-12-10T08:47:10.633" v="1606" actId="2711"/>
            <ac:spMkLst>
              <pc:docMk/>
              <pc:sldMasterMk cId="2016598143" sldId="2147483672"/>
              <pc:sldLayoutMk cId="3072891960" sldId="2147483677"/>
              <ac:spMk id="6" creationId="{34F1E4C2-CBB6-4430-BE56-3BF9E9AA8B7D}"/>
            </ac:spMkLst>
          </pc:spChg>
        </pc:sldLayoutChg>
        <pc:sldLayoutChg chg="modSp mod">
          <pc:chgData name="Viet." userId="8b74393f-d80c-47bd-a370-5373c0174c23" providerId="ADAL" clId="{7129ACEF-98C3-471F-8616-A9AA9239E1FF}" dt="2024-12-09T11:17:38.478" v="351" actId="1076"/>
          <pc:sldLayoutMkLst>
            <pc:docMk/>
            <pc:sldMasterMk cId="2016598143" sldId="2147483672"/>
            <pc:sldLayoutMk cId="1950097033" sldId="2147483678"/>
          </pc:sldLayoutMkLst>
        </pc:sldLayoutChg>
        <pc:sldLayoutChg chg="modSp mod">
          <pc:chgData name="Viet." userId="8b74393f-d80c-47bd-a370-5373c0174c23" providerId="ADAL" clId="{7129ACEF-98C3-471F-8616-A9AA9239E1FF}" dt="2024-12-10T08:47:19.001" v="1607" actId="2711"/>
          <pc:sldLayoutMkLst>
            <pc:docMk/>
            <pc:sldMasterMk cId="2016598143" sldId="2147483672"/>
            <pc:sldLayoutMk cId="2072529199" sldId="2147483679"/>
          </pc:sldLayoutMkLst>
          <pc:spChg chg="mod">
            <ac:chgData name="Viet." userId="8b74393f-d80c-47bd-a370-5373c0174c23" providerId="ADAL" clId="{7129ACEF-98C3-471F-8616-A9AA9239E1FF}" dt="2024-12-10T08:47:19.001" v="1607" actId="2711"/>
            <ac:spMkLst>
              <pc:docMk/>
              <pc:sldMasterMk cId="2016598143" sldId="2147483672"/>
              <pc:sldLayoutMk cId="2072529199" sldId="2147483679"/>
              <ac:spMk id="3" creationId="{E0BB3D6C-BEF2-4E06-A9B0-9A309DB3444E}"/>
            </ac:spMkLst>
          </pc:spChg>
        </pc:sldLayoutChg>
        <pc:sldLayoutChg chg="modSp mod">
          <pc:chgData name="Viet." userId="8b74393f-d80c-47bd-a370-5373c0174c23" providerId="ADAL" clId="{7129ACEF-98C3-471F-8616-A9AA9239E1FF}" dt="2024-12-09T11:17:48.775" v="353" actId="1076"/>
          <pc:sldLayoutMkLst>
            <pc:docMk/>
            <pc:sldMasterMk cId="2016598143" sldId="2147483672"/>
            <pc:sldLayoutMk cId="2360645422" sldId="2147483680"/>
          </pc:sldLayoutMkLst>
        </pc:sldLayoutChg>
        <pc:sldLayoutChg chg="modSp mod">
          <pc:chgData name="Viet." userId="8b74393f-d80c-47bd-a370-5373c0174c23" providerId="ADAL" clId="{7129ACEF-98C3-471F-8616-A9AA9239E1FF}" dt="2024-12-09T11:17:51.606" v="354" actId="1076"/>
          <pc:sldLayoutMkLst>
            <pc:docMk/>
            <pc:sldMasterMk cId="2016598143" sldId="2147483672"/>
            <pc:sldLayoutMk cId="2226324170" sldId="2147483681"/>
          </pc:sldLayoutMkLst>
        </pc:sldLayoutChg>
        <pc:sldLayoutChg chg="modSp mod">
          <pc:chgData name="Viet." userId="8b74393f-d80c-47bd-a370-5373c0174c23" providerId="ADAL" clId="{7129ACEF-98C3-471F-8616-A9AA9239E1FF}" dt="2024-12-09T11:17:55.630" v="355" actId="1076"/>
          <pc:sldLayoutMkLst>
            <pc:docMk/>
            <pc:sldMasterMk cId="2016598143" sldId="2147483672"/>
            <pc:sldLayoutMk cId="3378322837" sldId="2147483682"/>
          </pc:sldLayoutMkLst>
        </pc:sldLayoutChg>
      </pc:sldMasterChg>
    </pc:docChg>
  </pc:docChgLst>
  <pc:docChgLst>
    <pc:chgData name="Viet." userId="8b74393f-d80c-47bd-a370-5373c0174c23" providerId="ADAL" clId="{AB1934D1-3D99-4D8E-A41A-79B8BA6C8FAD}"/>
    <pc:docChg chg="undo redo custSel addSld delSld modSld sldOrd modMainMaster addSection delSection modSection">
      <pc:chgData name="Viet." userId="8b74393f-d80c-47bd-a370-5373c0174c23" providerId="ADAL" clId="{AB1934D1-3D99-4D8E-A41A-79B8BA6C8FAD}" dt="2024-12-30T04:51:26.822" v="1796"/>
      <pc:docMkLst>
        <pc:docMk/>
      </pc:docMkLst>
      <pc:sldChg chg="modSp mod ord">
        <pc:chgData name="Viet." userId="8b74393f-d80c-47bd-a370-5373c0174c23" providerId="ADAL" clId="{AB1934D1-3D99-4D8E-A41A-79B8BA6C8FAD}" dt="2024-12-30T02:55:13.061" v="196"/>
        <pc:sldMkLst>
          <pc:docMk/>
          <pc:sldMk cId="1253848682" sldId="267"/>
        </pc:sldMkLst>
        <pc:spChg chg="mod">
          <ac:chgData name="Viet." userId="8b74393f-d80c-47bd-a370-5373c0174c23" providerId="ADAL" clId="{AB1934D1-3D99-4D8E-A41A-79B8BA6C8FAD}" dt="2024-12-30T02:54:49.758" v="192"/>
          <ac:spMkLst>
            <pc:docMk/>
            <pc:sldMk cId="1253848682" sldId="267"/>
            <ac:spMk id="2" creationId="{78EACC5C-4747-42C2-9BF5-D1B4A984743F}"/>
          </ac:spMkLst>
        </pc:spChg>
      </pc:sldChg>
      <pc:sldChg chg="modSp new mod">
        <pc:chgData name="Viet." userId="8b74393f-d80c-47bd-a370-5373c0174c23" providerId="ADAL" clId="{AB1934D1-3D99-4D8E-A41A-79B8BA6C8FAD}" dt="2024-12-24T17:34:15.427" v="72" actId="20577"/>
        <pc:sldMkLst>
          <pc:docMk/>
          <pc:sldMk cId="1128137042" sldId="270"/>
        </pc:sldMkLst>
      </pc:sldChg>
      <pc:sldChg chg="del">
        <pc:chgData name="Viet." userId="8b74393f-d80c-47bd-a370-5373c0174c23" providerId="ADAL" clId="{AB1934D1-3D99-4D8E-A41A-79B8BA6C8FAD}" dt="2024-12-24T16:55:06.124" v="25" actId="47"/>
        <pc:sldMkLst>
          <pc:docMk/>
          <pc:sldMk cId="933841201" sldId="271"/>
        </pc:sldMkLst>
      </pc:sldChg>
      <pc:sldChg chg="addSp delSp modSp new mod modNotesTx">
        <pc:chgData name="Viet." userId="8b74393f-d80c-47bd-a370-5373c0174c23" providerId="ADAL" clId="{AB1934D1-3D99-4D8E-A41A-79B8BA6C8FAD}" dt="2024-12-30T02:53:13.017" v="173" actId="313"/>
        <pc:sldMkLst>
          <pc:docMk/>
          <pc:sldMk cId="2315308487" sldId="271"/>
        </pc:sldMkLst>
      </pc:sldChg>
      <pc:sldChg chg="del">
        <pc:chgData name="Viet." userId="8b74393f-d80c-47bd-a370-5373c0174c23" providerId="ADAL" clId="{AB1934D1-3D99-4D8E-A41A-79B8BA6C8FAD}" dt="2024-12-24T16:55:06.124" v="25" actId="47"/>
        <pc:sldMkLst>
          <pc:docMk/>
          <pc:sldMk cId="2133594070" sldId="272"/>
        </pc:sldMkLst>
      </pc:sldChg>
      <pc:sldChg chg="addSp delSp modSp new mod">
        <pc:chgData name="Viet." userId="8b74393f-d80c-47bd-a370-5373c0174c23" providerId="ADAL" clId="{AB1934D1-3D99-4D8E-A41A-79B8BA6C8FAD}" dt="2024-12-30T04:24:42.793" v="1629" actId="1076"/>
        <pc:sldMkLst>
          <pc:docMk/>
          <pc:sldMk cId="3533115284" sldId="272"/>
        </pc:sldMkLst>
      </pc:sldChg>
      <pc:sldChg chg="addSp delSp modSp new mod">
        <pc:chgData name="Viet." userId="8b74393f-d80c-47bd-a370-5373c0174c23" providerId="ADAL" clId="{AB1934D1-3D99-4D8E-A41A-79B8BA6C8FAD}" dt="2024-12-30T03:11:57.308" v="347" actId="20577"/>
        <pc:sldMkLst>
          <pc:docMk/>
          <pc:sldMk cId="2654672157" sldId="273"/>
        </pc:sldMkLst>
      </pc:sldChg>
      <pc:sldChg chg="modSp new mod">
        <pc:chgData name="Viet." userId="8b74393f-d80c-47bd-a370-5373c0174c23" providerId="ADAL" clId="{AB1934D1-3D99-4D8E-A41A-79B8BA6C8FAD}" dt="2024-12-30T03:06:09.176" v="212" actId="113"/>
        <pc:sldMkLst>
          <pc:docMk/>
          <pc:sldMk cId="1181968764" sldId="274"/>
        </pc:sldMkLst>
      </pc:sldChg>
      <pc:sldChg chg="addSp delSp modSp new del mod">
        <pc:chgData name="Viet." userId="8b74393f-d80c-47bd-a370-5373c0174c23" providerId="ADAL" clId="{AB1934D1-3D99-4D8E-A41A-79B8BA6C8FAD}" dt="2024-12-30T03:09:24.876" v="280" actId="47"/>
        <pc:sldMkLst>
          <pc:docMk/>
          <pc:sldMk cId="2752581281" sldId="275"/>
        </pc:sldMkLst>
      </pc:sldChg>
      <pc:sldChg chg="addSp delSp modSp new mod">
        <pc:chgData name="Viet." userId="8b74393f-d80c-47bd-a370-5373c0174c23" providerId="ADAL" clId="{AB1934D1-3D99-4D8E-A41A-79B8BA6C8FAD}" dt="2024-12-30T04:41:38.601" v="1734" actId="20577"/>
        <pc:sldMkLst>
          <pc:docMk/>
          <pc:sldMk cId="603947028" sldId="276"/>
        </pc:sldMkLst>
      </pc:sldChg>
      <pc:sldChg chg="addSp delSp modSp new mod">
        <pc:chgData name="Viet." userId="8b74393f-d80c-47bd-a370-5373c0174c23" providerId="ADAL" clId="{AB1934D1-3D99-4D8E-A41A-79B8BA6C8FAD}" dt="2024-12-30T04:00:51.611" v="1193" actId="20577"/>
        <pc:sldMkLst>
          <pc:docMk/>
          <pc:sldMk cId="3273083857" sldId="277"/>
        </pc:sldMkLst>
      </pc:sldChg>
      <pc:sldChg chg="new del">
        <pc:chgData name="Viet." userId="8b74393f-d80c-47bd-a370-5373c0174c23" providerId="ADAL" clId="{AB1934D1-3D99-4D8E-A41A-79B8BA6C8FAD}" dt="2024-12-30T03:10:57.035" v="285" actId="680"/>
        <pc:sldMkLst>
          <pc:docMk/>
          <pc:sldMk cId="1018927763" sldId="278"/>
        </pc:sldMkLst>
      </pc:sldChg>
      <pc:sldChg chg="addSp delSp modSp new mod">
        <pc:chgData name="Viet." userId="8b74393f-d80c-47bd-a370-5373c0174c23" providerId="ADAL" clId="{AB1934D1-3D99-4D8E-A41A-79B8BA6C8FAD}" dt="2024-12-30T03:35:04.247" v="780" actId="1076"/>
        <pc:sldMkLst>
          <pc:docMk/>
          <pc:sldMk cId="2626817488" sldId="278"/>
        </pc:sldMkLst>
      </pc:sldChg>
      <pc:sldChg chg="modSp new del mod ord">
        <pc:chgData name="Viet." userId="8b74393f-d80c-47bd-a370-5373c0174c23" providerId="ADAL" clId="{AB1934D1-3D99-4D8E-A41A-79B8BA6C8FAD}" dt="2024-12-30T03:11:13.040" v="314" actId="47"/>
        <pc:sldMkLst>
          <pc:docMk/>
          <pc:sldMk cId="3119722951" sldId="278"/>
        </pc:sldMkLst>
      </pc:sldChg>
      <pc:sldChg chg="addSp delSp modSp new mod ord">
        <pc:chgData name="Viet." userId="8b74393f-d80c-47bd-a370-5373c0174c23" providerId="ADAL" clId="{AB1934D1-3D99-4D8E-A41A-79B8BA6C8FAD}" dt="2024-12-30T03:57:02.170" v="1047" actId="113"/>
        <pc:sldMkLst>
          <pc:docMk/>
          <pc:sldMk cId="2374884668" sldId="279"/>
        </pc:sldMkLst>
      </pc:sldChg>
      <pc:sldChg chg="modSp new mod">
        <pc:chgData name="Viet." userId="8b74393f-d80c-47bd-a370-5373c0174c23" providerId="ADAL" clId="{AB1934D1-3D99-4D8E-A41A-79B8BA6C8FAD}" dt="2024-12-30T03:29:33.985" v="563" actId="20577"/>
        <pc:sldMkLst>
          <pc:docMk/>
          <pc:sldMk cId="128518637" sldId="280"/>
        </pc:sldMkLst>
      </pc:sldChg>
      <pc:sldChg chg="addSp delSp modSp new mod">
        <pc:chgData name="Viet." userId="8b74393f-d80c-47bd-a370-5373c0174c23" providerId="ADAL" clId="{AB1934D1-3D99-4D8E-A41A-79B8BA6C8FAD}" dt="2024-12-30T03:34:15.004" v="769" actId="313"/>
        <pc:sldMkLst>
          <pc:docMk/>
          <pc:sldMk cId="2782240792" sldId="281"/>
        </pc:sldMkLst>
      </pc:sldChg>
      <pc:sldChg chg="addSp delSp modSp new del">
        <pc:chgData name="Viet." userId="8b74393f-d80c-47bd-a370-5373c0174c23" providerId="ADAL" clId="{AB1934D1-3D99-4D8E-A41A-79B8BA6C8FAD}" dt="2024-12-30T03:29:32.052" v="562" actId="680"/>
        <pc:sldMkLst>
          <pc:docMk/>
          <pc:sldMk cId="4269181752" sldId="281"/>
        </pc:sldMkLst>
      </pc:sldChg>
      <pc:sldChg chg="addSp delSp modSp new mod">
        <pc:chgData name="Viet." userId="8b74393f-d80c-47bd-a370-5373c0174c23" providerId="ADAL" clId="{AB1934D1-3D99-4D8E-A41A-79B8BA6C8FAD}" dt="2024-12-30T03:55:20.445" v="1019" actId="113"/>
        <pc:sldMkLst>
          <pc:docMk/>
          <pc:sldMk cId="2366127243" sldId="282"/>
        </pc:sldMkLst>
      </pc:sldChg>
      <pc:sldChg chg="addSp delSp modSp new mod ord">
        <pc:chgData name="Viet." userId="8b74393f-d80c-47bd-a370-5373c0174c23" providerId="ADAL" clId="{AB1934D1-3D99-4D8E-A41A-79B8BA6C8FAD}" dt="2024-12-30T03:53:18.145" v="989" actId="113"/>
        <pc:sldMkLst>
          <pc:docMk/>
          <pc:sldMk cId="3994218760" sldId="283"/>
        </pc:sldMkLst>
      </pc:sldChg>
      <pc:sldChg chg="addSp delSp modSp new mod">
        <pc:chgData name="Viet." userId="8b74393f-d80c-47bd-a370-5373c0174c23" providerId="ADAL" clId="{AB1934D1-3D99-4D8E-A41A-79B8BA6C8FAD}" dt="2024-12-30T03:59:12.992" v="1107" actId="113"/>
        <pc:sldMkLst>
          <pc:docMk/>
          <pc:sldMk cId="1067905408" sldId="284"/>
        </pc:sldMkLst>
      </pc:sldChg>
      <pc:sldChg chg="addSp delSp modSp new mod">
        <pc:chgData name="Viet." userId="8b74393f-d80c-47bd-a370-5373c0174c23" providerId="ADAL" clId="{AB1934D1-3D99-4D8E-A41A-79B8BA6C8FAD}" dt="2024-12-30T03:48:10.185" v="848" actId="1076"/>
        <pc:sldMkLst>
          <pc:docMk/>
          <pc:sldMk cId="59019072" sldId="285"/>
        </pc:sldMkLst>
      </pc:sldChg>
      <pc:sldChg chg="addSp delSp modSp new mod">
        <pc:chgData name="Viet." userId="8b74393f-d80c-47bd-a370-5373c0174c23" providerId="ADAL" clId="{AB1934D1-3D99-4D8E-A41A-79B8BA6C8FAD}" dt="2024-12-30T03:51:57.395" v="950"/>
        <pc:sldMkLst>
          <pc:docMk/>
          <pc:sldMk cId="2693173114" sldId="286"/>
        </pc:sldMkLst>
      </pc:sldChg>
      <pc:sldChg chg="addSp delSp modSp new mod">
        <pc:chgData name="Viet." userId="8b74393f-d80c-47bd-a370-5373c0174c23" providerId="ADAL" clId="{AB1934D1-3D99-4D8E-A41A-79B8BA6C8FAD}" dt="2024-12-30T03:52:51.307" v="985" actId="1076"/>
        <pc:sldMkLst>
          <pc:docMk/>
          <pc:sldMk cId="2078357127" sldId="287"/>
        </pc:sldMkLst>
      </pc:sldChg>
      <pc:sldChg chg="addSp delSp modSp new mod">
        <pc:chgData name="Viet." userId="8b74393f-d80c-47bd-a370-5373c0174c23" providerId="ADAL" clId="{AB1934D1-3D99-4D8E-A41A-79B8BA6C8FAD}" dt="2024-12-30T03:56:21.395" v="1036" actId="20577"/>
        <pc:sldMkLst>
          <pc:docMk/>
          <pc:sldMk cId="744675035" sldId="288"/>
        </pc:sldMkLst>
      </pc:sldChg>
      <pc:sldChg chg="addSp delSp modSp new mod">
        <pc:chgData name="Viet." userId="8b74393f-d80c-47bd-a370-5373c0174c23" providerId="ADAL" clId="{AB1934D1-3D99-4D8E-A41A-79B8BA6C8FAD}" dt="2024-12-30T03:58:23.497" v="1080" actId="732"/>
        <pc:sldMkLst>
          <pc:docMk/>
          <pc:sldMk cId="3162710657" sldId="289"/>
        </pc:sldMkLst>
      </pc:sldChg>
      <pc:sldChg chg="addSp delSp modSp new mod">
        <pc:chgData name="Viet." userId="8b74393f-d80c-47bd-a370-5373c0174c23" providerId="ADAL" clId="{AB1934D1-3D99-4D8E-A41A-79B8BA6C8FAD}" dt="2024-12-30T03:59:58.807" v="1147" actId="1076"/>
        <pc:sldMkLst>
          <pc:docMk/>
          <pc:sldMk cId="3321389754" sldId="290"/>
        </pc:sldMkLst>
      </pc:sldChg>
      <pc:sldChg chg="del">
        <pc:chgData name="Viet." userId="8b74393f-d80c-47bd-a370-5373c0174c23" providerId="ADAL" clId="{AB1934D1-3D99-4D8E-A41A-79B8BA6C8FAD}" dt="2024-12-24T16:55:06.124" v="25" actId="47"/>
        <pc:sldMkLst>
          <pc:docMk/>
          <pc:sldMk cId="3645335510" sldId="291"/>
        </pc:sldMkLst>
      </pc:sldChg>
      <pc:sldChg chg="addSp delSp modSp new mod">
        <pc:chgData name="Viet." userId="8b74393f-d80c-47bd-a370-5373c0174c23" providerId="ADAL" clId="{AB1934D1-3D99-4D8E-A41A-79B8BA6C8FAD}" dt="2024-12-30T04:08:48.026" v="1519" actId="20577"/>
        <pc:sldMkLst>
          <pc:docMk/>
          <pc:sldMk cId="3927253660" sldId="291"/>
        </pc:sldMkLst>
      </pc:sldChg>
      <pc:sldChg chg="addSp delSp modSp new mod">
        <pc:chgData name="Viet." userId="8b74393f-d80c-47bd-a370-5373c0174c23" providerId="ADAL" clId="{AB1934D1-3D99-4D8E-A41A-79B8BA6C8FAD}" dt="2024-12-30T04:39:43.897" v="1731" actId="20577"/>
        <pc:sldMkLst>
          <pc:docMk/>
          <pc:sldMk cId="1390512495" sldId="292"/>
        </pc:sldMkLst>
      </pc:sldChg>
      <pc:sldChg chg="modSp new mod">
        <pc:chgData name="Viet." userId="8b74393f-d80c-47bd-a370-5373c0174c23" providerId="ADAL" clId="{AB1934D1-3D99-4D8E-A41A-79B8BA6C8FAD}" dt="2024-12-30T04:20:44.726" v="1564" actId="20577"/>
        <pc:sldMkLst>
          <pc:docMk/>
          <pc:sldMk cId="1894612539" sldId="293"/>
        </pc:sldMkLst>
      </pc:sldChg>
      <pc:sldChg chg="del">
        <pc:chgData name="Viet." userId="8b74393f-d80c-47bd-a370-5373c0174c23" providerId="ADAL" clId="{AB1934D1-3D99-4D8E-A41A-79B8BA6C8FAD}" dt="2024-12-24T16:55:06.124" v="25" actId="47"/>
        <pc:sldMkLst>
          <pc:docMk/>
          <pc:sldMk cId="1904943400" sldId="293"/>
        </pc:sldMkLst>
      </pc:sldChg>
      <pc:sldChg chg="modSp new mod ord">
        <pc:chgData name="Viet." userId="8b74393f-d80c-47bd-a370-5373c0174c23" providerId="ADAL" clId="{AB1934D1-3D99-4D8E-A41A-79B8BA6C8FAD}" dt="2024-12-30T04:23:52.957" v="1620"/>
        <pc:sldMkLst>
          <pc:docMk/>
          <pc:sldMk cId="1661365793" sldId="294"/>
        </pc:sldMkLst>
      </pc:sldChg>
      <pc:sldChg chg="del">
        <pc:chgData name="Viet." userId="8b74393f-d80c-47bd-a370-5373c0174c23" providerId="ADAL" clId="{AB1934D1-3D99-4D8E-A41A-79B8BA6C8FAD}" dt="2024-12-24T16:55:06.124" v="25" actId="47"/>
        <pc:sldMkLst>
          <pc:docMk/>
          <pc:sldMk cId="1782691101" sldId="295"/>
        </pc:sldMkLst>
      </pc:sldChg>
      <pc:sldChg chg="addSp delSp modSp new mod ord">
        <pc:chgData name="Viet." userId="8b74393f-d80c-47bd-a370-5373c0174c23" providerId="ADAL" clId="{AB1934D1-3D99-4D8E-A41A-79B8BA6C8FAD}" dt="2024-12-30T04:25:50.883" v="1656"/>
        <pc:sldMkLst>
          <pc:docMk/>
          <pc:sldMk cId="2806911020" sldId="295"/>
        </pc:sldMkLst>
      </pc:sldChg>
      <pc:sldChg chg="addSp modSp new mod">
        <pc:chgData name="Viet." userId="8b74393f-d80c-47bd-a370-5373c0174c23" providerId="ADAL" clId="{AB1934D1-3D99-4D8E-A41A-79B8BA6C8FAD}" dt="2024-12-30T04:42:54.172" v="1780" actId="1076"/>
        <pc:sldMkLst>
          <pc:docMk/>
          <pc:sldMk cId="4030731150" sldId="296"/>
        </pc:sldMkLst>
      </pc:sldChg>
      <pc:sldChg chg="del">
        <pc:chgData name="Viet." userId="8b74393f-d80c-47bd-a370-5373c0174c23" providerId="ADAL" clId="{AB1934D1-3D99-4D8E-A41A-79B8BA6C8FAD}" dt="2024-12-24T16:55:06.124" v="25" actId="47"/>
        <pc:sldMkLst>
          <pc:docMk/>
          <pc:sldMk cId="261326312" sldId="297"/>
        </pc:sldMkLst>
      </pc:sldChg>
      <pc:sldChg chg="modSp new mod">
        <pc:chgData name="Viet." userId="8b74393f-d80c-47bd-a370-5373c0174c23" providerId="ADAL" clId="{AB1934D1-3D99-4D8E-A41A-79B8BA6C8FAD}" dt="2024-12-30T04:51:26.822" v="1796"/>
        <pc:sldMkLst>
          <pc:docMk/>
          <pc:sldMk cId="1206203000" sldId="297"/>
        </pc:sldMkLst>
      </pc:sldChg>
      <pc:sldChg chg="del">
        <pc:chgData name="Viet." userId="8b74393f-d80c-47bd-a370-5373c0174c23" providerId="ADAL" clId="{AB1934D1-3D99-4D8E-A41A-79B8BA6C8FAD}" dt="2024-12-24T16:55:06.124" v="25" actId="47"/>
        <pc:sldMkLst>
          <pc:docMk/>
          <pc:sldMk cId="4161277920" sldId="298"/>
        </pc:sldMkLst>
      </pc:sldChg>
      <pc:sldChg chg="del">
        <pc:chgData name="Viet." userId="8b74393f-d80c-47bd-a370-5373c0174c23" providerId="ADAL" clId="{AB1934D1-3D99-4D8E-A41A-79B8BA6C8FAD}" dt="2024-12-24T16:55:06.124" v="25" actId="47"/>
        <pc:sldMkLst>
          <pc:docMk/>
          <pc:sldMk cId="627850246" sldId="299"/>
        </pc:sldMkLst>
      </pc:sldChg>
      <pc:sldChg chg="del">
        <pc:chgData name="Viet." userId="8b74393f-d80c-47bd-a370-5373c0174c23" providerId="ADAL" clId="{AB1934D1-3D99-4D8E-A41A-79B8BA6C8FAD}" dt="2024-12-24T16:55:06.124" v="25" actId="47"/>
        <pc:sldMkLst>
          <pc:docMk/>
          <pc:sldMk cId="3846496342" sldId="300"/>
        </pc:sldMkLst>
      </pc:sldChg>
      <pc:sldChg chg="del">
        <pc:chgData name="Viet." userId="8b74393f-d80c-47bd-a370-5373c0174c23" providerId="ADAL" clId="{AB1934D1-3D99-4D8E-A41A-79B8BA6C8FAD}" dt="2024-12-24T16:55:06.124" v="25" actId="47"/>
        <pc:sldMkLst>
          <pc:docMk/>
          <pc:sldMk cId="1196503882" sldId="301"/>
        </pc:sldMkLst>
      </pc:sldChg>
      <pc:sldChg chg="del">
        <pc:chgData name="Viet." userId="8b74393f-d80c-47bd-a370-5373c0174c23" providerId="ADAL" clId="{AB1934D1-3D99-4D8E-A41A-79B8BA6C8FAD}" dt="2024-12-24T16:55:06.124" v="25" actId="47"/>
        <pc:sldMkLst>
          <pc:docMk/>
          <pc:sldMk cId="2363464642" sldId="302"/>
        </pc:sldMkLst>
      </pc:sldChg>
      <pc:sldChg chg="del">
        <pc:chgData name="Viet." userId="8b74393f-d80c-47bd-a370-5373c0174c23" providerId="ADAL" clId="{AB1934D1-3D99-4D8E-A41A-79B8BA6C8FAD}" dt="2024-12-24T16:55:06.124" v="25" actId="47"/>
        <pc:sldMkLst>
          <pc:docMk/>
          <pc:sldMk cId="2180807293" sldId="303"/>
        </pc:sldMkLst>
      </pc:sldChg>
      <pc:sldChg chg="del">
        <pc:chgData name="Viet." userId="8b74393f-d80c-47bd-a370-5373c0174c23" providerId="ADAL" clId="{AB1934D1-3D99-4D8E-A41A-79B8BA6C8FAD}" dt="2024-12-24T16:55:06.124" v="25" actId="47"/>
        <pc:sldMkLst>
          <pc:docMk/>
          <pc:sldMk cId="995685273" sldId="304"/>
        </pc:sldMkLst>
      </pc:sldChg>
      <pc:sldChg chg="del">
        <pc:chgData name="Viet." userId="8b74393f-d80c-47bd-a370-5373c0174c23" providerId="ADAL" clId="{AB1934D1-3D99-4D8E-A41A-79B8BA6C8FAD}" dt="2024-12-24T16:55:06.124" v="25" actId="47"/>
        <pc:sldMkLst>
          <pc:docMk/>
          <pc:sldMk cId="938503402" sldId="305"/>
        </pc:sldMkLst>
      </pc:sldChg>
      <pc:sldChg chg="del">
        <pc:chgData name="Viet." userId="8b74393f-d80c-47bd-a370-5373c0174c23" providerId="ADAL" clId="{AB1934D1-3D99-4D8E-A41A-79B8BA6C8FAD}" dt="2024-12-24T16:55:06.124" v="25" actId="47"/>
        <pc:sldMkLst>
          <pc:docMk/>
          <pc:sldMk cId="2497540809" sldId="306"/>
        </pc:sldMkLst>
      </pc:sldChg>
      <pc:sldChg chg="del">
        <pc:chgData name="Viet." userId="8b74393f-d80c-47bd-a370-5373c0174c23" providerId="ADAL" clId="{AB1934D1-3D99-4D8E-A41A-79B8BA6C8FAD}" dt="2024-12-24T16:55:06.124" v="25" actId="47"/>
        <pc:sldMkLst>
          <pc:docMk/>
          <pc:sldMk cId="2348122299" sldId="307"/>
        </pc:sldMkLst>
      </pc:sldChg>
      <pc:sldChg chg="del">
        <pc:chgData name="Viet." userId="8b74393f-d80c-47bd-a370-5373c0174c23" providerId="ADAL" clId="{AB1934D1-3D99-4D8E-A41A-79B8BA6C8FAD}" dt="2024-12-24T16:55:06.124" v="25" actId="47"/>
        <pc:sldMkLst>
          <pc:docMk/>
          <pc:sldMk cId="2725462218" sldId="308"/>
        </pc:sldMkLst>
      </pc:sldChg>
      <pc:sldChg chg="del">
        <pc:chgData name="Viet." userId="8b74393f-d80c-47bd-a370-5373c0174c23" providerId="ADAL" clId="{AB1934D1-3D99-4D8E-A41A-79B8BA6C8FAD}" dt="2024-12-24T16:55:06.124" v="25" actId="47"/>
        <pc:sldMkLst>
          <pc:docMk/>
          <pc:sldMk cId="325939935" sldId="309"/>
        </pc:sldMkLst>
      </pc:sldChg>
      <pc:sldChg chg="del">
        <pc:chgData name="Viet." userId="8b74393f-d80c-47bd-a370-5373c0174c23" providerId="ADAL" clId="{AB1934D1-3D99-4D8E-A41A-79B8BA6C8FAD}" dt="2024-12-24T16:55:06.124" v="25" actId="47"/>
        <pc:sldMkLst>
          <pc:docMk/>
          <pc:sldMk cId="2848946386" sldId="310"/>
        </pc:sldMkLst>
      </pc:sldChg>
      <pc:sldChg chg="del">
        <pc:chgData name="Viet." userId="8b74393f-d80c-47bd-a370-5373c0174c23" providerId="ADAL" clId="{AB1934D1-3D99-4D8E-A41A-79B8BA6C8FAD}" dt="2024-12-24T16:55:06.124" v="25" actId="47"/>
        <pc:sldMkLst>
          <pc:docMk/>
          <pc:sldMk cId="2004606849" sldId="311"/>
        </pc:sldMkLst>
      </pc:sldChg>
      <pc:sldChg chg="del">
        <pc:chgData name="Viet." userId="8b74393f-d80c-47bd-a370-5373c0174c23" providerId="ADAL" clId="{AB1934D1-3D99-4D8E-A41A-79B8BA6C8FAD}" dt="2024-12-24T16:55:07.735" v="26" actId="47"/>
        <pc:sldMkLst>
          <pc:docMk/>
          <pc:sldMk cId="909265755" sldId="313"/>
        </pc:sldMkLst>
      </pc:sldChg>
      <pc:sldChg chg="del">
        <pc:chgData name="Viet." userId="8b74393f-d80c-47bd-a370-5373c0174c23" providerId="ADAL" clId="{AB1934D1-3D99-4D8E-A41A-79B8BA6C8FAD}" dt="2024-12-24T16:55:08.518" v="27" actId="47"/>
        <pc:sldMkLst>
          <pc:docMk/>
          <pc:sldMk cId="3004681399" sldId="314"/>
        </pc:sldMkLst>
      </pc:sldChg>
      <pc:sldChg chg="del">
        <pc:chgData name="Viet." userId="8b74393f-d80c-47bd-a370-5373c0174c23" providerId="ADAL" clId="{AB1934D1-3D99-4D8E-A41A-79B8BA6C8FAD}" dt="2024-12-24T16:55:06.124" v="25" actId="47"/>
        <pc:sldMkLst>
          <pc:docMk/>
          <pc:sldMk cId="3951736494" sldId="316"/>
        </pc:sldMkLst>
      </pc:sldChg>
      <pc:sldChg chg="del">
        <pc:chgData name="Viet." userId="8b74393f-d80c-47bd-a370-5373c0174c23" providerId="ADAL" clId="{AB1934D1-3D99-4D8E-A41A-79B8BA6C8FAD}" dt="2024-12-24T16:55:06.124" v="25" actId="47"/>
        <pc:sldMkLst>
          <pc:docMk/>
          <pc:sldMk cId="2079067374" sldId="317"/>
        </pc:sldMkLst>
      </pc:sldChg>
      <pc:sldChg chg="del">
        <pc:chgData name="Viet." userId="8b74393f-d80c-47bd-a370-5373c0174c23" providerId="ADAL" clId="{AB1934D1-3D99-4D8E-A41A-79B8BA6C8FAD}" dt="2024-12-24T16:55:06.124" v="25" actId="47"/>
        <pc:sldMkLst>
          <pc:docMk/>
          <pc:sldMk cId="3708176231" sldId="318"/>
        </pc:sldMkLst>
      </pc:sldChg>
      <pc:sldChg chg="del">
        <pc:chgData name="Viet." userId="8b74393f-d80c-47bd-a370-5373c0174c23" providerId="ADAL" clId="{AB1934D1-3D99-4D8E-A41A-79B8BA6C8FAD}" dt="2024-12-24T16:55:06.124" v="25" actId="47"/>
        <pc:sldMkLst>
          <pc:docMk/>
          <pc:sldMk cId="1532523571" sldId="319"/>
        </pc:sldMkLst>
      </pc:sldChg>
      <pc:sldChg chg="del">
        <pc:chgData name="Viet." userId="8b74393f-d80c-47bd-a370-5373c0174c23" providerId="ADAL" clId="{AB1934D1-3D99-4D8E-A41A-79B8BA6C8FAD}" dt="2024-12-24T16:55:06.124" v="25" actId="47"/>
        <pc:sldMkLst>
          <pc:docMk/>
          <pc:sldMk cId="2346931727" sldId="320"/>
        </pc:sldMkLst>
      </pc:sldChg>
      <pc:sldChg chg="del">
        <pc:chgData name="Viet." userId="8b74393f-d80c-47bd-a370-5373c0174c23" providerId="ADAL" clId="{AB1934D1-3D99-4D8E-A41A-79B8BA6C8FAD}" dt="2024-12-24T16:55:06.124" v="25" actId="47"/>
        <pc:sldMkLst>
          <pc:docMk/>
          <pc:sldMk cId="1106988954" sldId="321"/>
        </pc:sldMkLst>
      </pc:sldChg>
      <pc:sldChg chg="del">
        <pc:chgData name="Viet." userId="8b74393f-d80c-47bd-a370-5373c0174c23" providerId="ADAL" clId="{AB1934D1-3D99-4D8E-A41A-79B8BA6C8FAD}" dt="2024-12-24T16:55:06.124" v="25" actId="47"/>
        <pc:sldMkLst>
          <pc:docMk/>
          <pc:sldMk cId="1425908042" sldId="322"/>
        </pc:sldMkLst>
      </pc:sldChg>
      <pc:sldChg chg="del">
        <pc:chgData name="Viet." userId="8b74393f-d80c-47bd-a370-5373c0174c23" providerId="ADAL" clId="{AB1934D1-3D99-4D8E-A41A-79B8BA6C8FAD}" dt="2024-12-24T16:55:06.124" v="25" actId="47"/>
        <pc:sldMkLst>
          <pc:docMk/>
          <pc:sldMk cId="3057776307" sldId="325"/>
        </pc:sldMkLst>
      </pc:sldChg>
      <pc:sldChg chg="del">
        <pc:chgData name="Viet." userId="8b74393f-d80c-47bd-a370-5373c0174c23" providerId="ADAL" clId="{AB1934D1-3D99-4D8E-A41A-79B8BA6C8FAD}" dt="2024-12-24T16:55:06.124" v="25" actId="47"/>
        <pc:sldMkLst>
          <pc:docMk/>
          <pc:sldMk cId="3504665661" sldId="326"/>
        </pc:sldMkLst>
      </pc:sldChg>
      <pc:sldChg chg="del">
        <pc:chgData name="Viet." userId="8b74393f-d80c-47bd-a370-5373c0174c23" providerId="ADAL" clId="{AB1934D1-3D99-4D8E-A41A-79B8BA6C8FAD}" dt="2024-12-24T16:55:06.124" v="25" actId="47"/>
        <pc:sldMkLst>
          <pc:docMk/>
          <pc:sldMk cId="2490131503" sldId="327"/>
        </pc:sldMkLst>
      </pc:sldChg>
      <pc:sldChg chg="del">
        <pc:chgData name="Viet." userId="8b74393f-d80c-47bd-a370-5373c0174c23" providerId="ADAL" clId="{AB1934D1-3D99-4D8E-A41A-79B8BA6C8FAD}" dt="2024-12-24T16:55:06.124" v="25" actId="47"/>
        <pc:sldMkLst>
          <pc:docMk/>
          <pc:sldMk cId="3979017945" sldId="329"/>
        </pc:sldMkLst>
      </pc:sldChg>
      <pc:sldChg chg="del">
        <pc:chgData name="Viet." userId="8b74393f-d80c-47bd-a370-5373c0174c23" providerId="ADAL" clId="{AB1934D1-3D99-4D8E-A41A-79B8BA6C8FAD}" dt="2024-12-24T16:55:06.124" v="25" actId="47"/>
        <pc:sldMkLst>
          <pc:docMk/>
          <pc:sldMk cId="3530672837" sldId="330"/>
        </pc:sldMkLst>
      </pc:sldChg>
      <pc:sldChg chg="del">
        <pc:chgData name="Viet." userId="8b74393f-d80c-47bd-a370-5373c0174c23" providerId="ADAL" clId="{AB1934D1-3D99-4D8E-A41A-79B8BA6C8FAD}" dt="2024-12-24T16:55:06.124" v="25" actId="47"/>
        <pc:sldMkLst>
          <pc:docMk/>
          <pc:sldMk cId="598819525" sldId="332"/>
        </pc:sldMkLst>
      </pc:sldChg>
      <pc:sldMasterChg chg="modSldLayout">
        <pc:chgData name="Viet." userId="8b74393f-d80c-47bd-a370-5373c0174c23" providerId="ADAL" clId="{AB1934D1-3D99-4D8E-A41A-79B8BA6C8FAD}" dt="2024-12-24T17:33:45.179" v="69" actId="2710"/>
        <pc:sldMasterMkLst>
          <pc:docMk/>
          <pc:sldMasterMk cId="2016598143" sldId="2147483672"/>
        </pc:sldMasterMkLst>
        <pc:sldLayoutChg chg="modSp">
          <pc:chgData name="Viet." userId="8b74393f-d80c-47bd-a370-5373c0174c23" providerId="ADAL" clId="{AB1934D1-3D99-4D8E-A41A-79B8BA6C8FAD}" dt="2024-12-24T17:33:09.172" v="62" actId="2710"/>
          <pc:sldLayoutMkLst>
            <pc:docMk/>
            <pc:sldMasterMk cId="2016598143" sldId="2147483672"/>
            <pc:sldLayoutMk cId="1451884" sldId="2147483673"/>
          </pc:sldLayoutMkLst>
          <pc:spChg chg="mod">
            <ac:chgData name="Viet." userId="8b74393f-d80c-47bd-a370-5373c0174c23" providerId="ADAL" clId="{AB1934D1-3D99-4D8E-A41A-79B8BA6C8FAD}" dt="2024-12-24T17:33:09.172" v="62" actId="2710"/>
            <ac:spMkLst>
              <pc:docMk/>
              <pc:sldMasterMk cId="2016598143" sldId="2147483672"/>
              <pc:sldLayoutMk cId="1451884" sldId="2147483673"/>
              <ac:spMk id="3" creationId="{4A957C91-5AD0-4461-941C-245F034364DB}"/>
            </ac:spMkLst>
          </pc:spChg>
        </pc:sldLayoutChg>
        <pc:sldLayoutChg chg="modSp">
          <pc:chgData name="Viet." userId="8b74393f-d80c-47bd-a370-5373c0174c23" providerId="ADAL" clId="{AB1934D1-3D99-4D8E-A41A-79B8BA6C8FAD}" dt="2024-12-24T17:33:00.410" v="60" actId="2710"/>
          <pc:sldLayoutMkLst>
            <pc:docMk/>
            <pc:sldMasterMk cId="2016598143" sldId="2147483672"/>
            <pc:sldLayoutMk cId="1405949028" sldId="2147483674"/>
          </pc:sldLayoutMkLst>
          <pc:spChg chg="mod">
            <ac:chgData name="Viet." userId="8b74393f-d80c-47bd-a370-5373c0174c23" providerId="ADAL" clId="{AB1934D1-3D99-4D8E-A41A-79B8BA6C8FAD}" dt="2024-12-24T17:33:00.410" v="60" actId="2710"/>
            <ac:spMkLst>
              <pc:docMk/>
              <pc:sldMasterMk cId="2016598143" sldId="2147483672"/>
              <pc:sldLayoutMk cId="1405949028" sldId="2147483674"/>
              <ac:spMk id="3" creationId="{601F51A7-6B22-4874-8FC5-ED388E5D187B}"/>
            </ac:spMkLst>
          </pc:spChg>
        </pc:sldLayoutChg>
        <pc:sldLayoutChg chg="modSp">
          <pc:chgData name="Viet." userId="8b74393f-d80c-47bd-a370-5373c0174c23" providerId="ADAL" clId="{AB1934D1-3D99-4D8E-A41A-79B8BA6C8FAD}" dt="2024-12-24T17:33:18.554" v="63" actId="2710"/>
          <pc:sldLayoutMkLst>
            <pc:docMk/>
            <pc:sldMasterMk cId="2016598143" sldId="2147483672"/>
            <pc:sldLayoutMk cId="2107828609" sldId="2147483675"/>
          </pc:sldLayoutMkLst>
          <pc:spChg chg="mod">
            <ac:chgData name="Viet." userId="8b74393f-d80c-47bd-a370-5373c0174c23" providerId="ADAL" clId="{AB1934D1-3D99-4D8E-A41A-79B8BA6C8FAD}" dt="2024-12-24T17:33:18.554" v="63" actId="2710"/>
            <ac:spMkLst>
              <pc:docMk/>
              <pc:sldMasterMk cId="2016598143" sldId="2147483672"/>
              <pc:sldLayoutMk cId="2107828609" sldId="2147483675"/>
              <ac:spMk id="3" creationId="{FAA6E213-C056-49F2-8A77-C3C4C25F42D3}"/>
            </ac:spMkLst>
          </pc:spChg>
        </pc:sldLayoutChg>
        <pc:sldLayoutChg chg="modSp">
          <pc:chgData name="Viet." userId="8b74393f-d80c-47bd-a370-5373c0174c23" providerId="ADAL" clId="{AB1934D1-3D99-4D8E-A41A-79B8BA6C8FAD}" dt="2024-12-24T17:33:28.311" v="65" actId="2710"/>
          <pc:sldLayoutMkLst>
            <pc:docMk/>
            <pc:sldMasterMk cId="2016598143" sldId="2147483672"/>
            <pc:sldLayoutMk cId="1041146034" sldId="2147483676"/>
          </pc:sldLayoutMkLst>
          <pc:spChg chg="mod">
            <ac:chgData name="Viet." userId="8b74393f-d80c-47bd-a370-5373c0174c23" providerId="ADAL" clId="{AB1934D1-3D99-4D8E-A41A-79B8BA6C8FAD}" dt="2024-12-24T17:33:24.215" v="64" actId="2710"/>
            <ac:spMkLst>
              <pc:docMk/>
              <pc:sldMasterMk cId="2016598143" sldId="2147483672"/>
              <pc:sldLayoutMk cId="1041146034" sldId="2147483676"/>
              <ac:spMk id="3" creationId="{575F5726-7887-4ED4-A172-AF9307881508}"/>
            </ac:spMkLst>
          </pc:spChg>
          <pc:spChg chg="mod">
            <ac:chgData name="Viet." userId="8b74393f-d80c-47bd-a370-5373c0174c23" providerId="ADAL" clId="{AB1934D1-3D99-4D8E-A41A-79B8BA6C8FAD}" dt="2024-12-24T17:33:28.311" v="65" actId="2710"/>
            <ac:spMkLst>
              <pc:docMk/>
              <pc:sldMasterMk cId="2016598143" sldId="2147483672"/>
              <pc:sldLayoutMk cId="1041146034" sldId="2147483676"/>
              <ac:spMk id="4" creationId="{7CA0F843-3E9A-4C49-A1AC-A3FA71EF7350}"/>
            </ac:spMkLst>
          </pc:spChg>
        </pc:sldLayoutChg>
        <pc:sldLayoutChg chg="modSp">
          <pc:chgData name="Viet." userId="8b74393f-d80c-47bd-a370-5373c0174c23" providerId="ADAL" clId="{AB1934D1-3D99-4D8E-A41A-79B8BA6C8FAD}" dt="2024-12-24T17:33:45.179" v="69" actId="2710"/>
          <pc:sldLayoutMkLst>
            <pc:docMk/>
            <pc:sldMasterMk cId="2016598143" sldId="2147483672"/>
            <pc:sldLayoutMk cId="3072891960" sldId="2147483677"/>
          </pc:sldLayoutMkLst>
          <pc:spChg chg="mod">
            <ac:chgData name="Viet." userId="8b74393f-d80c-47bd-a370-5373c0174c23" providerId="ADAL" clId="{AB1934D1-3D99-4D8E-A41A-79B8BA6C8FAD}" dt="2024-12-24T17:33:42.125" v="68" actId="2710"/>
            <ac:spMkLst>
              <pc:docMk/>
              <pc:sldMasterMk cId="2016598143" sldId="2147483672"/>
              <pc:sldLayoutMk cId="3072891960" sldId="2147483677"/>
              <ac:spMk id="3" creationId="{8241CF06-6B06-4E7F-82EA-7C5047EA60A1}"/>
            </ac:spMkLst>
          </pc:spChg>
          <pc:spChg chg="mod">
            <ac:chgData name="Viet." userId="8b74393f-d80c-47bd-a370-5373c0174c23" providerId="ADAL" clId="{AB1934D1-3D99-4D8E-A41A-79B8BA6C8FAD}" dt="2024-12-24T17:33:34.720" v="66" actId="2710"/>
            <ac:spMkLst>
              <pc:docMk/>
              <pc:sldMasterMk cId="2016598143" sldId="2147483672"/>
              <pc:sldLayoutMk cId="3072891960" sldId="2147483677"/>
              <ac:spMk id="4" creationId="{4FD9E841-81B0-403F-B4A9-7ACB7AAF8E75}"/>
            </ac:spMkLst>
          </pc:spChg>
          <pc:spChg chg="mod">
            <ac:chgData name="Viet." userId="8b74393f-d80c-47bd-a370-5373c0174c23" providerId="ADAL" clId="{AB1934D1-3D99-4D8E-A41A-79B8BA6C8FAD}" dt="2024-12-24T17:33:45.179" v="69" actId="2710"/>
            <ac:spMkLst>
              <pc:docMk/>
              <pc:sldMasterMk cId="2016598143" sldId="2147483672"/>
              <pc:sldLayoutMk cId="3072891960" sldId="2147483677"/>
              <ac:spMk id="5" creationId="{10BB9AEE-2F75-43DB-921D-43380FB8C592}"/>
            </ac:spMkLst>
          </pc:spChg>
          <pc:spChg chg="mod">
            <ac:chgData name="Viet." userId="8b74393f-d80c-47bd-a370-5373c0174c23" providerId="ADAL" clId="{AB1934D1-3D99-4D8E-A41A-79B8BA6C8FAD}" dt="2024-12-24T17:33:38.134" v="67" actId="2710"/>
            <ac:spMkLst>
              <pc:docMk/>
              <pc:sldMasterMk cId="2016598143" sldId="2147483672"/>
              <pc:sldLayoutMk cId="3072891960" sldId="2147483677"/>
              <ac:spMk id="6" creationId="{34F1E4C2-CBB6-4430-BE56-3BF9E9AA8B7D}"/>
            </ac:spMkLst>
          </pc:spChg>
        </pc:sldLayoutChg>
      </pc:sldMasterChg>
    </pc:docChg>
  </pc:docChgLst>
  <pc:docChgLst>
    <pc:chgData name="Viet. Nguyen Hoang - CMC ATI" userId="S::nhviet1@cmc.com.vn::8b74393f-d80c-47bd-a370-5373c0174c23" providerId="AD" clId="Web-{AD775653-9DE9-F626-2093-9465D45E727E}"/>
    <pc:docChg chg="addSld delSld modSld sldOrd addSection delSection modSection">
      <pc:chgData name="Viet. Nguyen Hoang - CMC ATI" userId="S::nhviet1@cmc.com.vn::8b74393f-d80c-47bd-a370-5373c0174c23" providerId="AD" clId="Web-{AD775653-9DE9-F626-2093-9465D45E727E}" dt="2024-12-30T07:31:57.520" v="1163"/>
      <pc:docMkLst>
        <pc:docMk/>
      </pc:docMkLst>
      <pc:sldChg chg="modSp">
        <pc:chgData name="Viet. Nguyen Hoang - CMC ATI" userId="S::nhviet1@cmc.com.vn::8b74393f-d80c-47bd-a370-5373c0174c23" providerId="AD" clId="Web-{AD775653-9DE9-F626-2093-9465D45E727E}" dt="2024-12-30T04:58:00.822" v="15" actId="20577"/>
        <pc:sldMkLst>
          <pc:docMk/>
          <pc:sldMk cId="1253848682" sldId="267"/>
        </pc:sldMkLst>
        <pc:spChg chg="mod">
          <ac:chgData name="Viet. Nguyen Hoang - CMC ATI" userId="S::nhviet1@cmc.com.vn::8b74393f-d80c-47bd-a370-5373c0174c23" providerId="AD" clId="Web-{AD775653-9DE9-F626-2093-9465D45E727E}" dt="2024-12-30T04:58:00.822" v="15" actId="20577"/>
          <ac:spMkLst>
            <pc:docMk/>
            <pc:sldMk cId="1253848682" sldId="267"/>
            <ac:spMk id="2" creationId="{78EACC5C-4747-42C2-9BF5-D1B4A984743F}"/>
          </ac:spMkLst>
        </pc:spChg>
      </pc:sldChg>
      <pc:sldChg chg="del">
        <pc:chgData name="Viet. Nguyen Hoang - CMC ATI" userId="S::nhviet1@cmc.com.vn::8b74393f-d80c-47bd-a370-5373c0174c23" providerId="AD" clId="Web-{AD775653-9DE9-F626-2093-9465D45E727E}" dt="2024-12-30T04:58:07.212" v="42"/>
        <pc:sldMkLst>
          <pc:docMk/>
          <pc:sldMk cId="1128137042" sldId="270"/>
        </pc:sldMkLst>
      </pc:sldChg>
      <pc:sldChg chg="addSp delSp modSp new">
        <pc:chgData name="Viet. Nguyen Hoang - CMC ATI" userId="S::nhviet1@cmc.com.vn::8b74393f-d80c-47bd-a370-5373c0174c23" providerId="AD" clId="Web-{AD775653-9DE9-F626-2093-9465D45E727E}" dt="2024-12-30T07:05:02.211" v="662" actId="1076"/>
        <pc:sldMkLst>
          <pc:docMk/>
          <pc:sldMk cId="4294721424" sldId="270"/>
        </pc:sldMkLst>
      </pc:sldChg>
      <pc:sldChg chg="modSp new ord">
        <pc:chgData name="Viet. Nguyen Hoang - CMC ATI" userId="S::nhviet1@cmc.com.vn::8b74393f-d80c-47bd-a370-5373c0174c23" providerId="AD" clId="Web-{AD775653-9DE9-F626-2093-9465D45E727E}" dt="2024-12-30T05:01:40.294" v="73" actId="20577"/>
        <pc:sldMkLst>
          <pc:docMk/>
          <pc:sldMk cId="2245949523" sldId="271"/>
        </pc:sldMkLst>
      </pc:sldChg>
      <pc:sldChg chg="del">
        <pc:chgData name="Viet. Nguyen Hoang - CMC ATI" userId="S::nhviet1@cmc.com.vn::8b74393f-d80c-47bd-a370-5373c0174c23" providerId="AD" clId="Web-{AD775653-9DE9-F626-2093-9465D45E727E}" dt="2024-12-30T04:58:07.212" v="41"/>
        <pc:sldMkLst>
          <pc:docMk/>
          <pc:sldMk cId="2315308487" sldId="271"/>
        </pc:sldMkLst>
      </pc:sldChg>
      <pc:sldChg chg="modSp new ord">
        <pc:chgData name="Viet. Nguyen Hoang - CMC ATI" userId="S::nhviet1@cmc.com.vn::8b74393f-d80c-47bd-a370-5373c0174c23" providerId="AD" clId="Web-{AD775653-9DE9-F626-2093-9465D45E727E}" dt="2024-12-30T07:04:36.382" v="653"/>
        <pc:sldMkLst>
          <pc:docMk/>
          <pc:sldMk cId="615857666" sldId="272"/>
        </pc:sldMkLst>
      </pc:sldChg>
      <pc:sldChg chg="del">
        <pc:chgData name="Viet. Nguyen Hoang - CMC ATI" userId="S::nhviet1@cmc.com.vn::8b74393f-d80c-47bd-a370-5373c0174c23" providerId="AD" clId="Web-{AD775653-9DE9-F626-2093-9465D45E727E}" dt="2024-12-30T04:58:07.212" v="40"/>
        <pc:sldMkLst>
          <pc:docMk/>
          <pc:sldMk cId="3533115284" sldId="272"/>
        </pc:sldMkLst>
      </pc:sldChg>
      <pc:sldChg chg="del">
        <pc:chgData name="Viet. Nguyen Hoang - CMC ATI" userId="S::nhviet1@cmc.com.vn::8b74393f-d80c-47bd-a370-5373c0174c23" providerId="AD" clId="Web-{AD775653-9DE9-F626-2093-9465D45E727E}" dt="2024-12-30T04:58:07.197" v="36"/>
        <pc:sldMkLst>
          <pc:docMk/>
          <pc:sldMk cId="2654672157" sldId="273"/>
        </pc:sldMkLst>
      </pc:sldChg>
      <pc:sldChg chg="modSp new">
        <pc:chgData name="Viet. Nguyen Hoang - CMC ATI" userId="S::nhviet1@cmc.com.vn::8b74393f-d80c-47bd-a370-5373c0174c23" providerId="AD" clId="Web-{AD775653-9DE9-F626-2093-9465D45E727E}" dt="2024-12-30T05:03:48.155" v="138" actId="20577"/>
        <pc:sldMkLst>
          <pc:docMk/>
          <pc:sldMk cId="4249492277" sldId="273"/>
        </pc:sldMkLst>
      </pc:sldChg>
      <pc:sldChg chg="modSp new">
        <pc:chgData name="Viet. Nguyen Hoang - CMC ATI" userId="S::nhviet1@cmc.com.vn::8b74393f-d80c-47bd-a370-5373c0174c23" providerId="AD" clId="Web-{AD775653-9DE9-F626-2093-9465D45E727E}" dt="2024-12-30T06:35:56.868" v="157" actId="20577"/>
        <pc:sldMkLst>
          <pc:docMk/>
          <pc:sldMk cId="1150469067" sldId="274"/>
        </pc:sldMkLst>
      </pc:sldChg>
      <pc:sldChg chg="del">
        <pc:chgData name="Viet. Nguyen Hoang - CMC ATI" userId="S::nhviet1@cmc.com.vn::8b74393f-d80c-47bd-a370-5373c0174c23" providerId="AD" clId="Web-{AD775653-9DE9-F626-2093-9465D45E727E}" dt="2024-12-30T04:58:07.212" v="39"/>
        <pc:sldMkLst>
          <pc:docMk/>
          <pc:sldMk cId="1181968764" sldId="274"/>
        </pc:sldMkLst>
      </pc:sldChg>
      <pc:sldChg chg="modSp new">
        <pc:chgData name="Viet. Nguyen Hoang - CMC ATI" userId="S::nhviet1@cmc.com.vn::8b74393f-d80c-47bd-a370-5373c0174c23" providerId="AD" clId="Web-{AD775653-9DE9-F626-2093-9465D45E727E}" dt="2024-12-30T06:39:26.498" v="176" actId="20577"/>
        <pc:sldMkLst>
          <pc:docMk/>
          <pc:sldMk cId="979989709" sldId="275"/>
        </pc:sldMkLst>
      </pc:sldChg>
      <pc:sldChg chg="del">
        <pc:chgData name="Viet. Nguyen Hoang - CMC ATI" userId="S::nhviet1@cmc.com.vn::8b74393f-d80c-47bd-a370-5373c0174c23" providerId="AD" clId="Web-{AD775653-9DE9-F626-2093-9465D45E727E}" dt="2024-12-30T04:58:07.197" v="38"/>
        <pc:sldMkLst>
          <pc:docMk/>
          <pc:sldMk cId="603947028" sldId="276"/>
        </pc:sldMkLst>
      </pc:sldChg>
      <pc:sldChg chg="addSp delSp modSp new ord">
        <pc:chgData name="Viet. Nguyen Hoang - CMC ATI" userId="S::nhviet1@cmc.com.vn::8b74393f-d80c-47bd-a370-5373c0174c23" providerId="AD" clId="Web-{AD775653-9DE9-F626-2093-9465D45E727E}" dt="2024-12-30T07:07:19.277" v="667"/>
        <pc:sldMkLst>
          <pc:docMk/>
          <pc:sldMk cId="3523622613" sldId="276"/>
        </pc:sldMkLst>
      </pc:sldChg>
      <pc:sldChg chg="modSp new ord">
        <pc:chgData name="Viet. Nguyen Hoang - CMC ATI" userId="S::nhviet1@cmc.com.vn::8b74393f-d80c-47bd-a370-5373c0174c23" providerId="AD" clId="Web-{AD775653-9DE9-F626-2093-9465D45E727E}" dt="2024-12-30T06:43:34.817" v="367"/>
        <pc:sldMkLst>
          <pc:docMk/>
          <pc:sldMk cId="1465469874" sldId="277"/>
        </pc:sldMkLst>
      </pc:sldChg>
      <pc:sldChg chg="del">
        <pc:chgData name="Viet. Nguyen Hoang - CMC ATI" userId="S::nhviet1@cmc.com.vn::8b74393f-d80c-47bd-a370-5373c0174c23" providerId="AD" clId="Web-{AD775653-9DE9-F626-2093-9465D45E727E}" dt="2024-12-30T04:58:07.181" v="21"/>
        <pc:sldMkLst>
          <pc:docMk/>
          <pc:sldMk cId="3273083857" sldId="277"/>
        </pc:sldMkLst>
      </pc:sldChg>
      <pc:sldChg chg="del">
        <pc:chgData name="Viet. Nguyen Hoang - CMC ATI" userId="S::nhviet1@cmc.com.vn::8b74393f-d80c-47bd-a370-5373c0174c23" providerId="AD" clId="Web-{AD775653-9DE9-F626-2093-9465D45E727E}" dt="2024-12-30T04:58:07.197" v="33"/>
        <pc:sldMkLst>
          <pc:docMk/>
          <pc:sldMk cId="2626817488" sldId="278"/>
        </pc:sldMkLst>
      </pc:sldChg>
      <pc:sldChg chg="addSp delSp modSp new">
        <pc:chgData name="Viet. Nguyen Hoang - CMC ATI" userId="S::nhviet1@cmc.com.vn::8b74393f-d80c-47bd-a370-5373c0174c23" providerId="AD" clId="Web-{AD775653-9DE9-F626-2093-9465D45E727E}" dt="2024-12-30T06:51:32.721" v="521" actId="20577"/>
        <pc:sldMkLst>
          <pc:docMk/>
          <pc:sldMk cId="4004207574" sldId="278"/>
        </pc:sldMkLst>
      </pc:sldChg>
      <pc:sldChg chg="del">
        <pc:chgData name="Viet. Nguyen Hoang - CMC ATI" userId="S::nhviet1@cmc.com.vn::8b74393f-d80c-47bd-a370-5373c0174c23" providerId="AD" clId="Web-{AD775653-9DE9-F626-2093-9465D45E727E}" dt="2024-12-30T04:58:07.197" v="25"/>
        <pc:sldMkLst>
          <pc:docMk/>
          <pc:sldMk cId="2374884668" sldId="279"/>
        </pc:sldMkLst>
      </pc:sldChg>
      <pc:sldChg chg="modSp new">
        <pc:chgData name="Viet. Nguyen Hoang - CMC ATI" userId="S::nhviet1@cmc.com.vn::8b74393f-d80c-47bd-a370-5373c0174c23" providerId="AD" clId="Web-{AD775653-9DE9-F626-2093-9465D45E727E}" dt="2024-12-30T06:48:09.075" v="467" actId="20577"/>
        <pc:sldMkLst>
          <pc:docMk/>
          <pc:sldMk cId="3612276279" sldId="279"/>
        </pc:sldMkLst>
      </pc:sldChg>
      <pc:sldChg chg="del">
        <pc:chgData name="Viet. Nguyen Hoang - CMC ATI" userId="S::nhviet1@cmc.com.vn::8b74393f-d80c-47bd-a370-5373c0174c23" providerId="AD" clId="Web-{AD775653-9DE9-F626-2093-9465D45E727E}" dt="2024-12-30T04:58:07.197" v="35"/>
        <pc:sldMkLst>
          <pc:docMk/>
          <pc:sldMk cId="128518637" sldId="280"/>
        </pc:sldMkLst>
      </pc:sldChg>
      <pc:sldChg chg="modSp new">
        <pc:chgData name="Viet. Nguyen Hoang - CMC ATI" userId="S::nhviet1@cmc.com.vn::8b74393f-d80c-47bd-a370-5373c0174c23" providerId="AD" clId="Web-{AD775653-9DE9-F626-2093-9465D45E727E}" dt="2024-12-30T06:48:47.998" v="491" actId="20577"/>
        <pc:sldMkLst>
          <pc:docMk/>
          <pc:sldMk cId="312002104" sldId="280"/>
        </pc:sldMkLst>
      </pc:sldChg>
      <pc:sldChg chg="modSp new">
        <pc:chgData name="Viet. Nguyen Hoang - CMC ATI" userId="S::nhviet1@cmc.com.vn::8b74393f-d80c-47bd-a370-5373c0174c23" providerId="AD" clId="Web-{AD775653-9DE9-F626-2093-9465D45E727E}" dt="2024-12-30T06:52:37.301" v="529" actId="20577"/>
        <pc:sldMkLst>
          <pc:docMk/>
          <pc:sldMk cId="1859146847" sldId="281"/>
        </pc:sldMkLst>
      </pc:sldChg>
      <pc:sldChg chg="new del">
        <pc:chgData name="Viet. Nguyen Hoang - CMC ATI" userId="S::nhviet1@cmc.com.vn::8b74393f-d80c-47bd-a370-5373c0174c23" providerId="AD" clId="Web-{AD775653-9DE9-F626-2093-9465D45E727E}" dt="2024-12-30T06:49:17.498" v="493"/>
        <pc:sldMkLst>
          <pc:docMk/>
          <pc:sldMk cId="2288667359" sldId="281"/>
        </pc:sldMkLst>
      </pc:sldChg>
      <pc:sldChg chg="del">
        <pc:chgData name="Viet. Nguyen Hoang - CMC ATI" userId="S::nhviet1@cmc.com.vn::8b74393f-d80c-47bd-a370-5373c0174c23" providerId="AD" clId="Web-{AD775653-9DE9-F626-2093-9465D45E727E}" dt="2024-12-30T04:58:07.197" v="34"/>
        <pc:sldMkLst>
          <pc:docMk/>
          <pc:sldMk cId="2782240792" sldId="281"/>
        </pc:sldMkLst>
      </pc:sldChg>
      <pc:sldChg chg="addSp delSp modSp new">
        <pc:chgData name="Viet. Nguyen Hoang - CMC ATI" userId="S::nhviet1@cmc.com.vn::8b74393f-d80c-47bd-a370-5373c0174c23" providerId="AD" clId="Web-{AD775653-9DE9-F626-2093-9465D45E727E}" dt="2024-12-30T06:53:25.708" v="543" actId="1076"/>
        <pc:sldMkLst>
          <pc:docMk/>
          <pc:sldMk cId="1435354575" sldId="282"/>
        </pc:sldMkLst>
      </pc:sldChg>
      <pc:sldChg chg="del">
        <pc:chgData name="Viet. Nguyen Hoang - CMC ATI" userId="S::nhviet1@cmc.com.vn::8b74393f-d80c-47bd-a370-5373c0174c23" providerId="AD" clId="Web-{AD775653-9DE9-F626-2093-9465D45E727E}" dt="2024-12-30T04:58:07.197" v="27"/>
        <pc:sldMkLst>
          <pc:docMk/>
          <pc:sldMk cId="2366127243" sldId="282"/>
        </pc:sldMkLst>
      </pc:sldChg>
      <pc:sldChg chg="addSp delSp modSp new">
        <pc:chgData name="Viet. Nguyen Hoang - CMC ATI" userId="S::nhviet1@cmc.com.vn::8b74393f-d80c-47bd-a370-5373c0174c23" providerId="AD" clId="Web-{AD775653-9DE9-F626-2093-9465D45E727E}" dt="2024-12-30T06:54:31.085" v="559" actId="14100"/>
        <pc:sldMkLst>
          <pc:docMk/>
          <pc:sldMk cId="2521102043" sldId="283"/>
        </pc:sldMkLst>
      </pc:sldChg>
      <pc:sldChg chg="del">
        <pc:chgData name="Viet. Nguyen Hoang - CMC ATI" userId="S::nhviet1@cmc.com.vn::8b74393f-d80c-47bd-a370-5373c0174c23" providerId="AD" clId="Web-{AD775653-9DE9-F626-2093-9465D45E727E}" dt="2024-12-30T04:58:07.197" v="32"/>
        <pc:sldMkLst>
          <pc:docMk/>
          <pc:sldMk cId="3994218760" sldId="283"/>
        </pc:sldMkLst>
      </pc:sldChg>
      <pc:sldChg chg="del">
        <pc:chgData name="Viet. Nguyen Hoang - CMC ATI" userId="S::nhviet1@cmc.com.vn::8b74393f-d80c-47bd-a370-5373c0174c23" providerId="AD" clId="Web-{AD775653-9DE9-F626-2093-9465D45E727E}" dt="2024-12-30T04:58:07.181" v="23"/>
        <pc:sldMkLst>
          <pc:docMk/>
          <pc:sldMk cId="1067905408" sldId="284"/>
        </pc:sldMkLst>
      </pc:sldChg>
      <pc:sldChg chg="modSp new ord">
        <pc:chgData name="Viet. Nguyen Hoang - CMC ATI" userId="S::nhviet1@cmc.com.vn::8b74393f-d80c-47bd-a370-5373c0174c23" providerId="AD" clId="Web-{AD775653-9DE9-F626-2093-9465D45E727E}" dt="2024-12-30T07:12:10.019" v="788" actId="20577"/>
        <pc:sldMkLst>
          <pc:docMk/>
          <pc:sldMk cId="2917708693" sldId="284"/>
        </pc:sldMkLst>
      </pc:sldChg>
      <pc:sldChg chg="del">
        <pc:chgData name="Viet. Nguyen Hoang - CMC ATI" userId="S::nhviet1@cmc.com.vn::8b74393f-d80c-47bd-a370-5373c0174c23" providerId="AD" clId="Web-{AD775653-9DE9-F626-2093-9465D45E727E}" dt="2024-12-30T04:58:07.197" v="31"/>
        <pc:sldMkLst>
          <pc:docMk/>
          <pc:sldMk cId="59019072" sldId="285"/>
        </pc:sldMkLst>
      </pc:sldChg>
      <pc:sldChg chg="modSp new del ord">
        <pc:chgData name="Viet. Nguyen Hoang - CMC ATI" userId="S::nhviet1@cmc.com.vn::8b74393f-d80c-47bd-a370-5373c0174c23" providerId="AD" clId="Web-{AD775653-9DE9-F626-2093-9465D45E727E}" dt="2024-12-30T07:29:57.876" v="1118"/>
        <pc:sldMkLst>
          <pc:docMk/>
          <pc:sldMk cId="587048581" sldId="285"/>
        </pc:sldMkLst>
      </pc:sldChg>
      <pc:sldChg chg="modSp new del ord">
        <pc:chgData name="Viet. Nguyen Hoang - CMC ATI" userId="S::nhviet1@cmc.com.vn::8b74393f-d80c-47bd-a370-5373c0174c23" providerId="AD" clId="Web-{AD775653-9DE9-F626-2093-9465D45E727E}" dt="2024-12-30T07:07:07.902" v="665"/>
        <pc:sldMkLst>
          <pc:docMk/>
          <pc:sldMk cId="1979532427" sldId="286"/>
        </pc:sldMkLst>
      </pc:sldChg>
      <pc:sldChg chg="del">
        <pc:chgData name="Viet. Nguyen Hoang - CMC ATI" userId="S::nhviet1@cmc.com.vn::8b74393f-d80c-47bd-a370-5373c0174c23" providerId="AD" clId="Web-{AD775653-9DE9-F626-2093-9465D45E727E}" dt="2024-12-30T04:58:07.197" v="29"/>
        <pc:sldMkLst>
          <pc:docMk/>
          <pc:sldMk cId="2693173114" sldId="286"/>
        </pc:sldMkLst>
      </pc:sldChg>
      <pc:sldChg chg="addSp delSp modSp new ord">
        <pc:chgData name="Viet. Nguyen Hoang - CMC ATI" userId="S::nhviet1@cmc.com.vn::8b74393f-d80c-47bd-a370-5373c0174c23" providerId="AD" clId="Web-{AD775653-9DE9-F626-2093-9465D45E727E}" dt="2024-12-30T07:12:22.348" v="791" actId="1076"/>
        <pc:sldMkLst>
          <pc:docMk/>
          <pc:sldMk cId="4276209075" sldId="286"/>
        </pc:sldMkLst>
      </pc:sldChg>
      <pc:sldChg chg="del">
        <pc:chgData name="Viet. Nguyen Hoang - CMC ATI" userId="S::nhviet1@cmc.com.vn::8b74393f-d80c-47bd-a370-5373c0174c23" providerId="AD" clId="Web-{AD775653-9DE9-F626-2093-9465D45E727E}" dt="2024-12-30T04:58:07.197" v="28"/>
        <pc:sldMkLst>
          <pc:docMk/>
          <pc:sldMk cId="2078357127" sldId="287"/>
        </pc:sldMkLst>
      </pc:sldChg>
      <pc:sldChg chg="addSp delSp modSp new ord">
        <pc:chgData name="Viet. Nguyen Hoang - CMC ATI" userId="S::nhviet1@cmc.com.vn::8b74393f-d80c-47bd-a370-5373c0174c23" providerId="AD" clId="Web-{AD775653-9DE9-F626-2093-9465D45E727E}" dt="2024-12-30T07:13:53.647" v="811"/>
        <pc:sldMkLst>
          <pc:docMk/>
          <pc:sldMk cId="2807768493" sldId="287"/>
        </pc:sldMkLst>
      </pc:sldChg>
      <pc:sldChg chg="del">
        <pc:chgData name="Viet. Nguyen Hoang - CMC ATI" userId="S::nhviet1@cmc.com.vn::8b74393f-d80c-47bd-a370-5373c0174c23" providerId="AD" clId="Web-{AD775653-9DE9-F626-2093-9465D45E727E}" dt="2024-12-30T04:58:07.197" v="26"/>
        <pc:sldMkLst>
          <pc:docMk/>
          <pc:sldMk cId="744675035" sldId="288"/>
        </pc:sldMkLst>
      </pc:sldChg>
      <pc:sldChg chg="addSp delSp modSp new del">
        <pc:chgData name="Viet. Nguyen Hoang - CMC ATI" userId="S::nhviet1@cmc.com.vn::8b74393f-d80c-47bd-a370-5373c0174c23" providerId="AD" clId="Web-{AD775653-9DE9-F626-2093-9465D45E727E}" dt="2024-12-30T07:14:47.946" v="830"/>
        <pc:sldMkLst>
          <pc:docMk/>
          <pc:sldMk cId="1585919751" sldId="288"/>
        </pc:sldMkLst>
      </pc:sldChg>
      <pc:sldChg chg="addSp delSp modSp new del ord">
        <pc:chgData name="Viet. Nguyen Hoang - CMC ATI" userId="S::nhviet1@cmc.com.vn::8b74393f-d80c-47bd-a370-5373c0174c23" providerId="AD" clId="Web-{AD775653-9DE9-F626-2093-9465D45E727E}" dt="2024-12-30T07:13:58.100" v="812"/>
        <pc:sldMkLst>
          <pc:docMk/>
          <pc:sldMk cId="170301171" sldId="289"/>
        </pc:sldMkLst>
      </pc:sldChg>
      <pc:sldChg chg="del">
        <pc:chgData name="Viet. Nguyen Hoang - CMC ATI" userId="S::nhviet1@cmc.com.vn::8b74393f-d80c-47bd-a370-5373c0174c23" providerId="AD" clId="Web-{AD775653-9DE9-F626-2093-9465D45E727E}" dt="2024-12-30T04:58:07.181" v="24"/>
        <pc:sldMkLst>
          <pc:docMk/>
          <pc:sldMk cId="3162710657" sldId="289"/>
        </pc:sldMkLst>
      </pc:sldChg>
      <pc:sldChg chg="modSp new">
        <pc:chgData name="Viet. Nguyen Hoang - CMC ATI" userId="S::nhviet1@cmc.com.vn::8b74393f-d80c-47bd-a370-5373c0174c23" providerId="AD" clId="Web-{AD775653-9DE9-F626-2093-9465D45E727E}" dt="2024-12-30T07:19:00.280" v="903" actId="20577"/>
        <pc:sldMkLst>
          <pc:docMk/>
          <pc:sldMk cId="3169703984" sldId="289"/>
        </pc:sldMkLst>
      </pc:sldChg>
      <pc:sldChg chg="del">
        <pc:chgData name="Viet. Nguyen Hoang - CMC ATI" userId="S::nhviet1@cmc.com.vn::8b74393f-d80c-47bd-a370-5373c0174c23" providerId="AD" clId="Web-{AD775653-9DE9-F626-2093-9465D45E727E}" dt="2024-12-30T04:58:07.181" v="22"/>
        <pc:sldMkLst>
          <pc:docMk/>
          <pc:sldMk cId="3321389754" sldId="290"/>
        </pc:sldMkLst>
      </pc:sldChg>
      <pc:sldChg chg="addSp modSp new ord">
        <pc:chgData name="Viet. Nguyen Hoang - CMC ATI" userId="S::nhviet1@cmc.com.vn::8b74393f-d80c-47bd-a370-5373c0174c23" providerId="AD" clId="Web-{AD775653-9DE9-F626-2093-9465D45E727E}" dt="2024-12-30T07:16:33.292" v="854"/>
        <pc:sldMkLst>
          <pc:docMk/>
          <pc:sldMk cId="4049434132" sldId="290"/>
        </pc:sldMkLst>
      </pc:sldChg>
      <pc:sldChg chg="addSp delSp modSp new">
        <pc:chgData name="Viet. Nguyen Hoang - CMC ATI" userId="S::nhviet1@cmc.com.vn::8b74393f-d80c-47bd-a370-5373c0174c23" providerId="AD" clId="Web-{AD775653-9DE9-F626-2093-9465D45E727E}" dt="2024-12-30T07:21:06.252" v="944" actId="1076"/>
        <pc:sldMkLst>
          <pc:docMk/>
          <pc:sldMk cId="3631871876" sldId="291"/>
        </pc:sldMkLst>
      </pc:sldChg>
      <pc:sldChg chg="del">
        <pc:chgData name="Viet. Nguyen Hoang - CMC ATI" userId="S::nhviet1@cmc.com.vn::8b74393f-d80c-47bd-a370-5373c0174c23" providerId="AD" clId="Web-{AD775653-9DE9-F626-2093-9465D45E727E}" dt="2024-12-30T04:58:07.181" v="20"/>
        <pc:sldMkLst>
          <pc:docMk/>
          <pc:sldMk cId="3927253660" sldId="291"/>
        </pc:sldMkLst>
      </pc:sldChg>
      <pc:sldChg chg="del">
        <pc:chgData name="Viet. Nguyen Hoang - CMC ATI" userId="S::nhviet1@cmc.com.vn::8b74393f-d80c-47bd-a370-5373c0174c23" providerId="AD" clId="Web-{AD775653-9DE9-F626-2093-9465D45E727E}" dt="2024-12-30T04:58:07.181" v="17"/>
        <pc:sldMkLst>
          <pc:docMk/>
          <pc:sldMk cId="1390512495" sldId="292"/>
        </pc:sldMkLst>
      </pc:sldChg>
      <pc:sldChg chg="addSp delSp modSp new">
        <pc:chgData name="Viet. Nguyen Hoang - CMC ATI" userId="S::nhviet1@cmc.com.vn::8b74393f-d80c-47bd-a370-5373c0174c23" providerId="AD" clId="Web-{AD775653-9DE9-F626-2093-9465D45E727E}" dt="2024-12-30T07:29:40.954" v="1117" actId="1076"/>
        <pc:sldMkLst>
          <pc:docMk/>
          <pc:sldMk cId="3010864554" sldId="292"/>
        </pc:sldMkLst>
      </pc:sldChg>
      <pc:sldChg chg="del">
        <pc:chgData name="Viet. Nguyen Hoang - CMC ATI" userId="S::nhviet1@cmc.com.vn::8b74393f-d80c-47bd-a370-5373c0174c23" providerId="AD" clId="Web-{AD775653-9DE9-F626-2093-9465D45E727E}" dt="2024-12-30T04:58:07.197" v="30"/>
        <pc:sldMkLst>
          <pc:docMk/>
          <pc:sldMk cId="1894612539" sldId="293"/>
        </pc:sldMkLst>
      </pc:sldChg>
      <pc:sldChg chg="addSp delSp modSp new">
        <pc:chgData name="Viet. Nguyen Hoang - CMC ATI" userId="S::nhviet1@cmc.com.vn::8b74393f-d80c-47bd-a370-5373c0174c23" providerId="AD" clId="Web-{AD775653-9DE9-F626-2093-9465D45E727E}" dt="2024-12-30T07:26:08.261" v="1049" actId="20577"/>
        <pc:sldMkLst>
          <pc:docMk/>
          <pc:sldMk cId="3164554146" sldId="293"/>
        </pc:sldMkLst>
      </pc:sldChg>
      <pc:sldChg chg="addSp modSp new">
        <pc:chgData name="Viet. Nguyen Hoang - CMC ATI" userId="S::nhviet1@cmc.com.vn::8b74393f-d80c-47bd-a370-5373c0174c23" providerId="AD" clId="Web-{AD775653-9DE9-F626-2093-9465D45E727E}" dt="2024-12-30T07:27:52.232" v="1100" actId="20577"/>
        <pc:sldMkLst>
          <pc:docMk/>
          <pc:sldMk cId="1180945900" sldId="294"/>
        </pc:sldMkLst>
      </pc:sldChg>
      <pc:sldChg chg="del">
        <pc:chgData name="Viet. Nguyen Hoang - CMC ATI" userId="S::nhviet1@cmc.com.vn::8b74393f-d80c-47bd-a370-5373c0174c23" providerId="AD" clId="Web-{AD775653-9DE9-F626-2093-9465D45E727E}" dt="2024-12-30T04:58:07.181" v="18"/>
        <pc:sldMkLst>
          <pc:docMk/>
          <pc:sldMk cId="1661365793" sldId="294"/>
        </pc:sldMkLst>
      </pc:sldChg>
      <pc:sldChg chg="del">
        <pc:chgData name="Viet. Nguyen Hoang - CMC ATI" userId="S::nhviet1@cmc.com.vn::8b74393f-d80c-47bd-a370-5373c0174c23" providerId="AD" clId="Web-{AD775653-9DE9-F626-2093-9465D45E727E}" dt="2024-12-30T04:58:07.181" v="19"/>
        <pc:sldMkLst>
          <pc:docMk/>
          <pc:sldMk cId="2806911020" sldId="295"/>
        </pc:sldMkLst>
      </pc:sldChg>
      <pc:sldChg chg="modSp new ord">
        <pc:chgData name="Viet. Nguyen Hoang - CMC ATI" userId="S::nhviet1@cmc.com.vn::8b74393f-d80c-47bd-a370-5373c0174c23" providerId="AD" clId="Web-{AD775653-9DE9-F626-2093-9465D45E727E}" dt="2024-12-30T07:31:27.300" v="1139"/>
        <pc:sldMkLst>
          <pc:docMk/>
          <pc:sldMk cId="3584413626" sldId="295"/>
        </pc:sldMkLst>
      </pc:sldChg>
      <pc:sldChg chg="modSp new">
        <pc:chgData name="Viet. Nguyen Hoang - CMC ATI" userId="S::nhviet1@cmc.com.vn::8b74393f-d80c-47bd-a370-5373c0174c23" providerId="AD" clId="Web-{AD775653-9DE9-F626-2093-9465D45E727E}" dt="2024-12-30T07:31:51.879" v="1162" actId="14100"/>
        <pc:sldMkLst>
          <pc:docMk/>
          <pc:sldMk cId="1926007102" sldId="296"/>
        </pc:sldMkLst>
      </pc:sldChg>
      <pc:sldChg chg="del">
        <pc:chgData name="Viet. Nguyen Hoang - CMC ATI" userId="S::nhviet1@cmc.com.vn::8b74393f-d80c-47bd-a370-5373c0174c23" providerId="AD" clId="Web-{AD775653-9DE9-F626-2093-9465D45E727E}" dt="2024-12-30T04:58:07.197" v="37"/>
        <pc:sldMkLst>
          <pc:docMk/>
          <pc:sldMk cId="4030731150" sldId="296"/>
        </pc:sldMkLst>
      </pc:sldChg>
      <pc:sldChg chg="del">
        <pc:chgData name="Viet. Nguyen Hoang - CMC ATI" userId="S::nhviet1@cmc.com.vn::8b74393f-d80c-47bd-a370-5373c0174c23" providerId="AD" clId="Web-{AD775653-9DE9-F626-2093-9465D45E727E}" dt="2024-12-30T04:58:07.181" v="16"/>
        <pc:sldMkLst>
          <pc:docMk/>
          <pc:sldMk cId="1206203000" sldId="297"/>
        </pc:sldMkLst>
      </pc:sldChg>
    </pc:docChg>
  </pc:docChgLst>
  <pc:docChgLst>
    <pc:chgData name="Viet. Nguyen Hoang - CMC ATI" userId="S::nhviet1@cmc.com.vn::8b74393f-d80c-47bd-a370-5373c0174c23" providerId="AD" clId="Web-{96E08E8D-4703-FB1E-8C27-78785E401113}"/>
    <pc:docChg chg="addSld delSld modSld sldOrd modSection">
      <pc:chgData name="Viet. Nguyen Hoang - CMC ATI" userId="S::nhviet1@cmc.com.vn::8b74393f-d80c-47bd-a370-5373c0174c23" providerId="AD" clId="Web-{96E08E8D-4703-FB1E-8C27-78785E401113}" dt="2024-12-30T16:05:31.785" v="762" actId="20577"/>
      <pc:docMkLst>
        <pc:docMk/>
      </pc:docMkLst>
      <pc:sldChg chg="modSp">
        <pc:chgData name="Viet. Nguyen Hoang - CMC ATI" userId="S::nhviet1@cmc.com.vn::8b74393f-d80c-47bd-a370-5373c0174c23" providerId="AD" clId="Web-{96E08E8D-4703-FB1E-8C27-78785E401113}" dt="2024-12-30T08:40:22.990" v="11" actId="20577"/>
        <pc:sldMkLst>
          <pc:docMk/>
          <pc:sldMk cId="1253848682" sldId="267"/>
        </pc:sldMkLst>
        <pc:spChg chg="mod">
          <ac:chgData name="Viet. Nguyen Hoang - CMC ATI" userId="S::nhviet1@cmc.com.vn::8b74393f-d80c-47bd-a370-5373c0174c23" providerId="AD" clId="Web-{96E08E8D-4703-FB1E-8C27-78785E401113}" dt="2024-12-30T08:40:22.990" v="11" actId="20577"/>
          <ac:spMkLst>
            <pc:docMk/>
            <pc:sldMk cId="1253848682" sldId="267"/>
            <ac:spMk id="2" creationId="{78EACC5C-4747-42C2-9BF5-D1B4A984743F}"/>
          </ac:spMkLst>
        </pc:spChg>
      </pc:sldChg>
      <pc:sldChg chg="ord">
        <pc:chgData name="Viet. Nguyen Hoang - CMC ATI" userId="S::nhviet1@cmc.com.vn::8b74393f-d80c-47bd-a370-5373c0174c23" providerId="AD" clId="Web-{96E08E8D-4703-FB1E-8C27-78785E401113}" dt="2024-12-30T09:12:52.825" v="238"/>
        <pc:sldMkLst>
          <pc:docMk/>
          <pc:sldMk cId="1711510086" sldId="269"/>
        </pc:sldMkLst>
      </pc:sldChg>
      <pc:sldChg chg="del ord">
        <pc:chgData name="Viet. Nguyen Hoang - CMC ATI" userId="S::nhviet1@cmc.com.vn::8b74393f-d80c-47bd-a370-5373c0174c23" providerId="AD" clId="Web-{96E08E8D-4703-FB1E-8C27-78785E401113}" dt="2024-12-30T08:40:58.881" v="27"/>
        <pc:sldMkLst>
          <pc:docMk/>
          <pc:sldMk cId="2245949523" sldId="271"/>
        </pc:sldMkLst>
      </pc:sldChg>
      <pc:sldChg chg="del">
        <pc:chgData name="Viet. Nguyen Hoang - CMC ATI" userId="S::nhviet1@cmc.com.vn::8b74393f-d80c-47bd-a370-5373c0174c23" providerId="AD" clId="Web-{96E08E8D-4703-FB1E-8C27-78785E401113}" dt="2024-12-30T08:40:58.881" v="26"/>
        <pc:sldMkLst>
          <pc:docMk/>
          <pc:sldMk cId="2266700441" sldId="272"/>
        </pc:sldMkLst>
      </pc:sldChg>
      <pc:sldChg chg="del">
        <pc:chgData name="Viet. Nguyen Hoang - CMC ATI" userId="S::nhviet1@cmc.com.vn::8b74393f-d80c-47bd-a370-5373c0174c23" providerId="AD" clId="Web-{96E08E8D-4703-FB1E-8C27-78785E401113}" dt="2024-12-30T08:40:58.881" v="25"/>
        <pc:sldMkLst>
          <pc:docMk/>
          <pc:sldMk cId="3454709962" sldId="273"/>
        </pc:sldMkLst>
      </pc:sldChg>
      <pc:sldChg chg="del">
        <pc:chgData name="Viet. Nguyen Hoang - CMC ATI" userId="S::nhviet1@cmc.com.vn::8b74393f-d80c-47bd-a370-5373c0174c23" providerId="AD" clId="Web-{96E08E8D-4703-FB1E-8C27-78785E401113}" dt="2024-12-30T08:40:58.881" v="24"/>
        <pc:sldMkLst>
          <pc:docMk/>
          <pc:sldMk cId="50451737" sldId="274"/>
        </pc:sldMkLst>
      </pc:sldChg>
      <pc:sldChg chg="del">
        <pc:chgData name="Viet. Nguyen Hoang - CMC ATI" userId="S::nhviet1@cmc.com.vn::8b74393f-d80c-47bd-a370-5373c0174c23" providerId="AD" clId="Web-{96E08E8D-4703-FB1E-8C27-78785E401113}" dt="2024-12-30T08:40:58.866" v="23"/>
        <pc:sldMkLst>
          <pc:docMk/>
          <pc:sldMk cId="1288931591" sldId="275"/>
        </pc:sldMkLst>
      </pc:sldChg>
      <pc:sldChg chg="del">
        <pc:chgData name="Viet. Nguyen Hoang - CMC ATI" userId="S::nhviet1@cmc.com.vn::8b74393f-d80c-47bd-a370-5373c0174c23" providerId="AD" clId="Web-{96E08E8D-4703-FB1E-8C27-78785E401113}" dt="2024-12-30T08:40:58.866" v="20"/>
        <pc:sldMkLst>
          <pc:docMk/>
          <pc:sldMk cId="3220908297" sldId="276"/>
        </pc:sldMkLst>
      </pc:sldChg>
      <pc:sldChg chg="del">
        <pc:chgData name="Viet. Nguyen Hoang - CMC ATI" userId="S::nhviet1@cmc.com.vn::8b74393f-d80c-47bd-a370-5373c0174c23" providerId="AD" clId="Web-{96E08E8D-4703-FB1E-8C27-78785E401113}" dt="2024-12-30T08:40:58.866" v="22"/>
        <pc:sldMkLst>
          <pc:docMk/>
          <pc:sldMk cId="1635793507" sldId="278"/>
        </pc:sldMkLst>
      </pc:sldChg>
      <pc:sldChg chg="del">
        <pc:chgData name="Viet. Nguyen Hoang - CMC ATI" userId="S::nhviet1@cmc.com.vn::8b74393f-d80c-47bd-a370-5373c0174c23" providerId="AD" clId="Web-{96E08E8D-4703-FB1E-8C27-78785E401113}" dt="2024-12-30T08:40:58.866" v="21"/>
        <pc:sldMkLst>
          <pc:docMk/>
          <pc:sldMk cId="79650228" sldId="279"/>
        </pc:sldMkLst>
      </pc:sldChg>
      <pc:sldChg chg="del">
        <pc:chgData name="Viet. Nguyen Hoang - CMC ATI" userId="S::nhviet1@cmc.com.vn::8b74393f-d80c-47bd-a370-5373c0174c23" providerId="AD" clId="Web-{96E08E8D-4703-FB1E-8C27-78785E401113}" dt="2024-12-30T08:40:58.866" v="19"/>
        <pc:sldMkLst>
          <pc:docMk/>
          <pc:sldMk cId="111984158" sldId="280"/>
        </pc:sldMkLst>
      </pc:sldChg>
      <pc:sldChg chg="del">
        <pc:chgData name="Viet. Nguyen Hoang - CMC ATI" userId="S::nhviet1@cmc.com.vn::8b74393f-d80c-47bd-a370-5373c0174c23" providerId="AD" clId="Web-{96E08E8D-4703-FB1E-8C27-78785E401113}" dt="2024-12-30T08:40:58.866" v="18"/>
        <pc:sldMkLst>
          <pc:docMk/>
          <pc:sldMk cId="4247077265" sldId="281"/>
        </pc:sldMkLst>
      </pc:sldChg>
      <pc:sldChg chg="del">
        <pc:chgData name="Viet. Nguyen Hoang - CMC ATI" userId="S::nhviet1@cmc.com.vn::8b74393f-d80c-47bd-a370-5373c0174c23" providerId="AD" clId="Web-{96E08E8D-4703-FB1E-8C27-78785E401113}" dt="2024-12-30T08:40:58.866" v="17"/>
        <pc:sldMkLst>
          <pc:docMk/>
          <pc:sldMk cId="2740235181" sldId="282"/>
        </pc:sldMkLst>
      </pc:sldChg>
      <pc:sldChg chg="del">
        <pc:chgData name="Viet. Nguyen Hoang - CMC ATI" userId="S::nhviet1@cmc.com.vn::8b74393f-d80c-47bd-a370-5373c0174c23" providerId="AD" clId="Web-{96E08E8D-4703-FB1E-8C27-78785E401113}" dt="2024-12-30T08:40:58.866" v="16"/>
        <pc:sldMkLst>
          <pc:docMk/>
          <pc:sldMk cId="3712960141" sldId="283"/>
        </pc:sldMkLst>
      </pc:sldChg>
      <pc:sldChg chg="modSp del">
        <pc:chgData name="Viet. Nguyen Hoang - CMC ATI" userId="S::nhviet1@cmc.com.vn::8b74393f-d80c-47bd-a370-5373c0174c23" providerId="AD" clId="Web-{96E08E8D-4703-FB1E-8C27-78785E401113}" dt="2024-12-30T08:43:43.855" v="41"/>
        <pc:sldMkLst>
          <pc:docMk/>
          <pc:sldMk cId="4174268144" sldId="284"/>
        </pc:sldMkLst>
      </pc:sldChg>
      <pc:sldChg chg="modSp new ord">
        <pc:chgData name="Viet. Nguyen Hoang - CMC ATI" userId="S::nhviet1@cmc.com.vn::8b74393f-d80c-47bd-a370-5373c0174c23" providerId="AD" clId="Web-{96E08E8D-4703-FB1E-8C27-78785E401113}" dt="2024-12-30T08:43:37.855" v="40"/>
        <pc:sldMkLst>
          <pc:docMk/>
          <pc:sldMk cId="2673573245" sldId="285"/>
        </pc:sldMkLst>
        <pc:spChg chg="mod">
          <ac:chgData name="Viet. Nguyen Hoang - CMC ATI" userId="S::nhviet1@cmc.com.vn::8b74393f-d80c-47bd-a370-5373c0174c23" providerId="AD" clId="Web-{96E08E8D-4703-FB1E-8C27-78785E401113}" dt="2024-12-30T08:43:33.214" v="39" actId="20577"/>
          <ac:spMkLst>
            <pc:docMk/>
            <pc:sldMk cId="2673573245" sldId="285"/>
            <ac:spMk id="2" creationId="{C0515296-4E23-95C1-06E7-DC09C8A89122}"/>
          </ac:spMkLst>
        </pc:spChg>
        <pc:spChg chg="mod">
          <ac:chgData name="Viet. Nguyen Hoang - CMC ATI" userId="S::nhviet1@cmc.com.vn::8b74393f-d80c-47bd-a370-5373c0174c23" providerId="AD" clId="Web-{96E08E8D-4703-FB1E-8C27-78785E401113}" dt="2024-12-30T08:43:10.651" v="32" actId="20577"/>
          <ac:spMkLst>
            <pc:docMk/>
            <pc:sldMk cId="2673573245" sldId="285"/>
            <ac:spMk id="4" creationId="{8F92C91B-0293-105A-6A91-B06F6FBBD81E}"/>
          </ac:spMkLst>
        </pc:spChg>
      </pc:sldChg>
      <pc:sldChg chg="modSp new">
        <pc:chgData name="Viet. Nguyen Hoang - CMC ATI" userId="S::nhviet1@cmc.com.vn::8b74393f-d80c-47bd-a370-5373c0174c23" providerId="AD" clId="Web-{96E08E8D-4703-FB1E-8C27-78785E401113}" dt="2024-12-30T08:44:43.419" v="83" actId="20577"/>
        <pc:sldMkLst>
          <pc:docMk/>
          <pc:sldMk cId="575613580" sldId="286"/>
        </pc:sldMkLst>
      </pc:sldChg>
      <pc:sldChg chg="modSp new">
        <pc:chgData name="Viet. Nguyen Hoang - CMC ATI" userId="S::nhviet1@cmc.com.vn::8b74393f-d80c-47bd-a370-5373c0174c23" providerId="AD" clId="Web-{96E08E8D-4703-FB1E-8C27-78785E401113}" dt="2024-12-30T08:45:26.092" v="129" actId="20577"/>
        <pc:sldMkLst>
          <pc:docMk/>
          <pc:sldMk cId="1671746921" sldId="287"/>
        </pc:sldMkLst>
      </pc:sldChg>
      <pc:sldChg chg="modSp new">
        <pc:chgData name="Viet. Nguyen Hoang - CMC ATI" userId="S::nhviet1@cmc.com.vn::8b74393f-d80c-47bd-a370-5373c0174c23" providerId="AD" clId="Web-{96E08E8D-4703-FB1E-8C27-78785E401113}" dt="2024-12-30T08:55:39.734" v="171" actId="20577"/>
        <pc:sldMkLst>
          <pc:docMk/>
          <pc:sldMk cId="3414444954" sldId="288"/>
        </pc:sldMkLst>
      </pc:sldChg>
      <pc:sldChg chg="addSp modSp add ord replId">
        <pc:chgData name="Viet. Nguyen Hoang - CMC ATI" userId="S::nhviet1@cmc.com.vn::8b74393f-d80c-47bd-a370-5373c0174c23" providerId="AD" clId="Web-{96E08E8D-4703-FB1E-8C27-78785E401113}" dt="2024-12-30T08:56:17.923" v="181"/>
        <pc:sldMkLst>
          <pc:docMk/>
          <pc:sldMk cId="907479149" sldId="289"/>
        </pc:sldMkLst>
      </pc:sldChg>
      <pc:sldChg chg="new del">
        <pc:chgData name="Viet. Nguyen Hoang - CMC ATI" userId="S::nhviet1@cmc.com.vn::8b74393f-d80c-47bd-a370-5373c0174c23" providerId="AD" clId="Web-{96E08E8D-4703-FB1E-8C27-78785E401113}" dt="2024-12-30T08:56:24.860" v="184"/>
        <pc:sldMkLst>
          <pc:docMk/>
          <pc:sldMk cId="1507644754" sldId="290"/>
        </pc:sldMkLst>
      </pc:sldChg>
      <pc:sldChg chg="delSp modSp add replId">
        <pc:chgData name="Viet. Nguyen Hoang - CMC ATI" userId="S::nhviet1@cmc.com.vn::8b74393f-d80c-47bd-a370-5373c0174c23" providerId="AD" clId="Web-{96E08E8D-4703-FB1E-8C27-78785E401113}" dt="2024-12-30T08:56:52.642" v="199" actId="20577"/>
        <pc:sldMkLst>
          <pc:docMk/>
          <pc:sldMk cId="2248088158" sldId="291"/>
        </pc:sldMkLst>
      </pc:sldChg>
      <pc:sldChg chg="new del">
        <pc:chgData name="Viet. Nguyen Hoang - CMC ATI" userId="S::nhviet1@cmc.com.vn::8b74393f-d80c-47bd-a370-5373c0174c23" providerId="AD" clId="Web-{96E08E8D-4703-FB1E-8C27-78785E401113}" dt="2024-12-30T08:57:04.627" v="201"/>
        <pc:sldMkLst>
          <pc:docMk/>
          <pc:sldMk cId="475853674" sldId="292"/>
        </pc:sldMkLst>
      </pc:sldChg>
      <pc:sldChg chg="addSp modSp add replId">
        <pc:chgData name="Viet. Nguyen Hoang - CMC ATI" userId="S::nhviet1@cmc.com.vn::8b74393f-d80c-47bd-a370-5373c0174c23" providerId="AD" clId="Web-{96E08E8D-4703-FB1E-8C27-78785E401113}" dt="2024-12-30T08:58:18.942" v="231" actId="1076"/>
        <pc:sldMkLst>
          <pc:docMk/>
          <pc:sldMk cId="1567604564" sldId="292"/>
        </pc:sldMkLst>
      </pc:sldChg>
      <pc:sldChg chg="modSp new ord">
        <pc:chgData name="Viet. Nguyen Hoang - CMC ATI" userId="S::nhviet1@cmc.com.vn::8b74393f-d80c-47bd-a370-5373c0174c23" providerId="AD" clId="Web-{96E08E8D-4703-FB1E-8C27-78785E401113}" dt="2024-12-30T15:14:22.135" v="295" actId="20577"/>
        <pc:sldMkLst>
          <pc:docMk/>
          <pc:sldMk cId="1200768873" sldId="293"/>
        </pc:sldMkLst>
      </pc:sldChg>
      <pc:sldChg chg="new del">
        <pc:chgData name="Viet. Nguyen Hoang - CMC ATI" userId="S::nhviet1@cmc.com.vn::8b74393f-d80c-47bd-a370-5373c0174c23" providerId="AD" clId="Web-{96E08E8D-4703-FB1E-8C27-78785E401113}" dt="2024-12-30T09:12:39.747" v="234"/>
        <pc:sldMkLst>
          <pc:docMk/>
          <pc:sldMk cId="2811419039" sldId="293"/>
        </pc:sldMkLst>
      </pc:sldChg>
      <pc:sldChg chg="addSp delSp modSp new">
        <pc:chgData name="Viet. Nguyen Hoang - CMC ATI" userId="S::nhviet1@cmc.com.vn::8b74393f-d80c-47bd-a370-5373c0174c23" providerId="AD" clId="Web-{96E08E8D-4703-FB1E-8C27-78785E401113}" dt="2024-12-30T15:23:35.970" v="421" actId="20577"/>
        <pc:sldMkLst>
          <pc:docMk/>
          <pc:sldMk cId="53124907" sldId="294"/>
        </pc:sldMkLst>
      </pc:sldChg>
      <pc:sldChg chg="addSp modSp new">
        <pc:chgData name="Viet. Nguyen Hoang - CMC ATI" userId="S::nhviet1@cmc.com.vn::8b74393f-d80c-47bd-a370-5373c0174c23" providerId="AD" clId="Web-{96E08E8D-4703-FB1E-8C27-78785E401113}" dt="2024-12-30T15:27:02.788" v="448" actId="1076"/>
        <pc:sldMkLst>
          <pc:docMk/>
          <pc:sldMk cId="151057260" sldId="295"/>
        </pc:sldMkLst>
      </pc:sldChg>
      <pc:sldChg chg="addSp delSp modSp new ord">
        <pc:chgData name="Viet. Nguyen Hoang - CMC ATI" userId="S::nhviet1@cmc.com.vn::8b74393f-d80c-47bd-a370-5373c0174c23" providerId="AD" clId="Web-{96E08E8D-4703-FB1E-8C27-78785E401113}" dt="2024-12-30T15:51:19.509" v="656"/>
        <pc:sldMkLst>
          <pc:docMk/>
          <pc:sldMk cId="2535153410" sldId="296"/>
        </pc:sldMkLst>
      </pc:sldChg>
      <pc:sldChg chg="addSp delSp modSp new">
        <pc:chgData name="Viet. Nguyen Hoang - CMC ATI" userId="S::nhviet1@cmc.com.vn::8b74393f-d80c-47bd-a370-5373c0174c23" providerId="AD" clId="Web-{96E08E8D-4703-FB1E-8C27-78785E401113}" dt="2024-12-30T15:44:28.223" v="536"/>
        <pc:sldMkLst>
          <pc:docMk/>
          <pc:sldMk cId="2698336220" sldId="297"/>
        </pc:sldMkLst>
      </pc:sldChg>
      <pc:sldChg chg="addSp modSp new">
        <pc:chgData name="Viet. Nguyen Hoang - CMC ATI" userId="S::nhviet1@cmc.com.vn::8b74393f-d80c-47bd-a370-5373c0174c23" providerId="AD" clId="Web-{96E08E8D-4703-FB1E-8C27-78785E401113}" dt="2024-12-30T15:45:17.395" v="549" actId="1076"/>
        <pc:sldMkLst>
          <pc:docMk/>
          <pc:sldMk cId="1039155476" sldId="298"/>
        </pc:sldMkLst>
      </pc:sldChg>
      <pc:sldChg chg="addSp modSp new">
        <pc:chgData name="Viet. Nguyen Hoang - CMC ATI" userId="S::nhviet1@cmc.com.vn::8b74393f-d80c-47bd-a370-5373c0174c23" providerId="AD" clId="Web-{96E08E8D-4703-FB1E-8C27-78785E401113}" dt="2024-12-30T15:46:45.287" v="564" actId="1076"/>
        <pc:sldMkLst>
          <pc:docMk/>
          <pc:sldMk cId="488034683" sldId="299"/>
        </pc:sldMkLst>
      </pc:sldChg>
      <pc:sldChg chg="modSp new">
        <pc:chgData name="Viet. Nguyen Hoang - CMC ATI" userId="S::nhviet1@cmc.com.vn::8b74393f-d80c-47bd-a370-5373c0174c23" providerId="AD" clId="Web-{96E08E8D-4703-FB1E-8C27-78785E401113}" dt="2024-12-30T15:48:14.726" v="577" actId="20577"/>
        <pc:sldMkLst>
          <pc:docMk/>
          <pc:sldMk cId="3449327547" sldId="300"/>
        </pc:sldMkLst>
      </pc:sldChg>
      <pc:sldChg chg="addSp delSp modSp new">
        <pc:chgData name="Viet. Nguyen Hoang - CMC ATI" userId="S::nhviet1@cmc.com.vn::8b74393f-d80c-47bd-a370-5373c0174c23" providerId="AD" clId="Web-{96E08E8D-4703-FB1E-8C27-78785E401113}" dt="2024-12-30T15:49:41.477" v="593" actId="14100"/>
        <pc:sldMkLst>
          <pc:docMk/>
          <pc:sldMk cId="2786602325" sldId="301"/>
        </pc:sldMkLst>
      </pc:sldChg>
      <pc:sldChg chg="modSp new">
        <pc:chgData name="Viet. Nguyen Hoang - CMC ATI" userId="S::nhviet1@cmc.com.vn::8b74393f-d80c-47bd-a370-5373c0174c23" providerId="AD" clId="Web-{96E08E8D-4703-FB1E-8C27-78785E401113}" dt="2024-12-30T15:54:37.402" v="708" actId="20577"/>
        <pc:sldMkLst>
          <pc:docMk/>
          <pc:sldMk cId="2336356926" sldId="302"/>
        </pc:sldMkLst>
      </pc:sldChg>
      <pc:sldChg chg="addSp delSp modSp new">
        <pc:chgData name="Viet. Nguyen Hoang - CMC ATI" userId="S::nhviet1@cmc.com.vn::8b74393f-d80c-47bd-a370-5373c0174c23" providerId="AD" clId="Web-{96E08E8D-4703-FB1E-8C27-78785E401113}" dt="2024-12-30T15:57:51.655" v="732" actId="20577"/>
        <pc:sldMkLst>
          <pc:docMk/>
          <pc:sldMk cId="602099440" sldId="303"/>
        </pc:sldMkLst>
      </pc:sldChg>
      <pc:sldChg chg="addSp modSp new">
        <pc:chgData name="Viet. Nguyen Hoang - CMC ATI" userId="S::nhviet1@cmc.com.vn::8b74393f-d80c-47bd-a370-5373c0174c23" providerId="AD" clId="Web-{96E08E8D-4703-FB1E-8C27-78785E401113}" dt="2024-12-30T15:58:58.827" v="742" actId="1076"/>
        <pc:sldMkLst>
          <pc:docMk/>
          <pc:sldMk cId="637477966" sldId="304"/>
        </pc:sldMkLst>
      </pc:sldChg>
      <pc:sldChg chg="addSp modSp new">
        <pc:chgData name="Viet. Nguyen Hoang - CMC ATI" userId="S::nhviet1@cmc.com.vn::8b74393f-d80c-47bd-a370-5373c0174c23" providerId="AD" clId="Web-{96E08E8D-4703-FB1E-8C27-78785E401113}" dt="2024-12-30T16:04:14.300" v="756" actId="1076"/>
        <pc:sldMkLst>
          <pc:docMk/>
          <pc:sldMk cId="1342554103" sldId="305"/>
        </pc:sldMkLst>
      </pc:sldChg>
      <pc:sldChg chg="modSp new">
        <pc:chgData name="Viet. Nguyen Hoang - CMC ATI" userId="S::nhviet1@cmc.com.vn::8b74393f-d80c-47bd-a370-5373c0174c23" providerId="AD" clId="Web-{96E08E8D-4703-FB1E-8C27-78785E401113}" dt="2024-12-30T16:05:31.785" v="762" actId="20577"/>
        <pc:sldMkLst>
          <pc:docMk/>
          <pc:sldMk cId="3499827207" sldId="306"/>
        </pc:sldMkLst>
      </pc:sldChg>
    </pc:docChg>
  </pc:docChgLst>
  <pc:docChgLst>
    <pc:chgData name="Viet. Nguyen Hoang - CMC ATI" userId="S::nhviet1@cmc.com.vn::8b74393f-d80c-47bd-a370-5373c0174c23" providerId="AD" clId="Web-{5F9EC9E8-7C3B-55CF-EE15-C3AAAF2C6A2B}"/>
    <pc:docChg chg="addSld delSld modSld sldOrd delSection modSection">
      <pc:chgData name="Viet. Nguyen Hoang - CMC ATI" userId="S::nhviet1@cmc.com.vn::8b74393f-d80c-47bd-a370-5373c0174c23" providerId="AD" clId="Web-{5F9EC9E8-7C3B-55CF-EE15-C3AAAF2C6A2B}" dt="2024-12-30T08:31:15.110" v="491"/>
      <pc:docMkLst>
        <pc:docMk/>
      </pc:docMkLst>
      <pc:sldChg chg="modSp">
        <pc:chgData name="Viet. Nguyen Hoang - CMC ATI" userId="S::nhviet1@cmc.com.vn::8b74393f-d80c-47bd-a370-5373c0174c23" providerId="AD" clId="Web-{5F9EC9E8-7C3B-55CF-EE15-C3AAAF2C6A2B}" dt="2024-12-30T08:18:45.775" v="384" actId="20577"/>
        <pc:sldMkLst>
          <pc:docMk/>
          <pc:sldMk cId="1253848682" sldId="267"/>
        </pc:sldMkLst>
        <pc:spChg chg="mod">
          <ac:chgData name="Viet. Nguyen Hoang - CMC ATI" userId="S::nhviet1@cmc.com.vn::8b74393f-d80c-47bd-a370-5373c0174c23" providerId="AD" clId="Web-{5F9EC9E8-7C3B-55CF-EE15-C3AAAF2C6A2B}" dt="2024-12-30T08:18:45.775" v="384" actId="20577"/>
          <ac:spMkLst>
            <pc:docMk/>
            <pc:sldMk cId="1253848682" sldId="267"/>
            <ac:spMk id="2" creationId="{78EACC5C-4747-42C2-9BF5-D1B4A984743F}"/>
          </ac:spMkLst>
        </pc:spChg>
      </pc:sldChg>
      <pc:sldChg chg="del">
        <pc:chgData name="Viet. Nguyen Hoang - CMC ATI" userId="S::nhviet1@cmc.com.vn::8b74393f-d80c-47bd-a370-5373c0174c23" providerId="AD" clId="Web-{5F9EC9E8-7C3B-55CF-EE15-C3AAAF2C6A2B}" dt="2024-12-30T07:39:12.579" v="26"/>
        <pc:sldMkLst>
          <pc:docMk/>
          <pc:sldMk cId="4294721424" sldId="270"/>
        </pc:sldMkLst>
      </pc:sldChg>
      <pc:sldChg chg="addSp modSp ord">
        <pc:chgData name="Viet. Nguyen Hoang - CMC ATI" userId="S::nhviet1@cmc.com.vn::8b74393f-d80c-47bd-a370-5373c0174c23" providerId="AD" clId="Web-{5F9EC9E8-7C3B-55CF-EE15-C3AAAF2C6A2B}" dt="2024-12-30T08:27:31.541" v="475"/>
        <pc:sldMkLst>
          <pc:docMk/>
          <pc:sldMk cId="2245949523" sldId="271"/>
        </pc:sldMkLst>
      </pc:sldChg>
      <pc:sldChg chg="del">
        <pc:chgData name="Viet. Nguyen Hoang - CMC ATI" userId="S::nhviet1@cmc.com.vn::8b74393f-d80c-47bd-a370-5373c0174c23" providerId="AD" clId="Web-{5F9EC9E8-7C3B-55CF-EE15-C3AAAF2C6A2B}" dt="2024-12-30T07:39:12.595" v="29"/>
        <pc:sldMkLst>
          <pc:docMk/>
          <pc:sldMk cId="615857666" sldId="272"/>
        </pc:sldMkLst>
      </pc:sldChg>
      <pc:sldChg chg="modSp new ord">
        <pc:chgData name="Viet. Nguyen Hoang - CMC ATI" userId="S::nhviet1@cmc.com.vn::8b74393f-d80c-47bd-a370-5373c0174c23" providerId="AD" clId="Web-{5F9EC9E8-7C3B-55CF-EE15-C3AAAF2C6A2B}" dt="2024-12-30T08:27:44.041" v="478"/>
        <pc:sldMkLst>
          <pc:docMk/>
          <pc:sldMk cId="2266700441" sldId="272"/>
        </pc:sldMkLst>
      </pc:sldChg>
      <pc:sldChg chg="addSp delSp modSp new ord">
        <pc:chgData name="Viet. Nguyen Hoang - CMC ATI" userId="S::nhviet1@cmc.com.vn::8b74393f-d80c-47bd-a370-5373c0174c23" providerId="AD" clId="Web-{5F9EC9E8-7C3B-55CF-EE15-C3AAAF2C6A2B}" dt="2024-12-30T08:28:15.464" v="485"/>
        <pc:sldMkLst>
          <pc:docMk/>
          <pc:sldMk cId="3454709962" sldId="273"/>
        </pc:sldMkLst>
      </pc:sldChg>
      <pc:sldChg chg="del">
        <pc:chgData name="Viet. Nguyen Hoang - CMC ATI" userId="S::nhviet1@cmc.com.vn::8b74393f-d80c-47bd-a370-5373c0174c23" providerId="AD" clId="Web-{5F9EC9E8-7C3B-55CF-EE15-C3AAAF2C6A2B}" dt="2024-12-30T07:39:12.595" v="28"/>
        <pc:sldMkLst>
          <pc:docMk/>
          <pc:sldMk cId="4249492277" sldId="273"/>
        </pc:sldMkLst>
      </pc:sldChg>
      <pc:sldChg chg="modSp new">
        <pc:chgData name="Viet. Nguyen Hoang - CMC ATI" userId="S::nhviet1@cmc.com.vn::8b74393f-d80c-47bd-a370-5373c0174c23" providerId="AD" clId="Web-{5F9EC9E8-7C3B-55CF-EE15-C3AAAF2C6A2B}" dt="2024-12-30T08:28:45.215" v="489" actId="20577"/>
        <pc:sldMkLst>
          <pc:docMk/>
          <pc:sldMk cId="50451737" sldId="274"/>
        </pc:sldMkLst>
      </pc:sldChg>
      <pc:sldChg chg="del">
        <pc:chgData name="Viet. Nguyen Hoang - CMC ATI" userId="S::nhviet1@cmc.com.vn::8b74393f-d80c-47bd-a370-5373c0174c23" providerId="AD" clId="Web-{5F9EC9E8-7C3B-55CF-EE15-C3AAAF2C6A2B}" dt="2024-12-30T07:39:12.579" v="27"/>
        <pc:sldMkLst>
          <pc:docMk/>
          <pc:sldMk cId="1150469067" sldId="274"/>
        </pc:sldMkLst>
      </pc:sldChg>
      <pc:sldChg chg="del">
        <pc:chgData name="Viet. Nguyen Hoang - CMC ATI" userId="S::nhviet1@cmc.com.vn::8b74393f-d80c-47bd-a370-5373c0174c23" providerId="AD" clId="Web-{5F9EC9E8-7C3B-55CF-EE15-C3AAAF2C6A2B}" dt="2024-12-30T07:39:12.579" v="25"/>
        <pc:sldMkLst>
          <pc:docMk/>
          <pc:sldMk cId="979989709" sldId="275"/>
        </pc:sldMkLst>
      </pc:sldChg>
      <pc:sldChg chg="modSp new ord">
        <pc:chgData name="Viet. Nguyen Hoang - CMC ATI" userId="S::nhviet1@cmc.com.vn::8b74393f-d80c-47bd-a370-5373c0174c23" providerId="AD" clId="Web-{5F9EC9E8-7C3B-55CF-EE15-C3AAAF2C6A2B}" dt="2024-12-30T08:06:59.535" v="244"/>
        <pc:sldMkLst>
          <pc:docMk/>
          <pc:sldMk cId="1288931591" sldId="275"/>
        </pc:sldMkLst>
      </pc:sldChg>
      <pc:sldChg chg="addSp delSp modSp new ord">
        <pc:chgData name="Viet. Nguyen Hoang - CMC ATI" userId="S::nhviet1@cmc.com.vn::8b74393f-d80c-47bd-a370-5373c0174c23" providerId="AD" clId="Web-{5F9EC9E8-7C3B-55CF-EE15-C3AAAF2C6A2B}" dt="2024-12-30T08:07:56.803" v="258" actId="20577"/>
        <pc:sldMkLst>
          <pc:docMk/>
          <pc:sldMk cId="3220908297" sldId="276"/>
        </pc:sldMkLst>
      </pc:sldChg>
      <pc:sldChg chg="del">
        <pc:chgData name="Viet. Nguyen Hoang - CMC ATI" userId="S::nhviet1@cmc.com.vn::8b74393f-d80c-47bd-a370-5373c0174c23" providerId="AD" clId="Web-{5F9EC9E8-7C3B-55CF-EE15-C3AAAF2C6A2B}" dt="2024-12-30T07:39:12.579" v="17"/>
        <pc:sldMkLst>
          <pc:docMk/>
          <pc:sldMk cId="3523622613" sldId="276"/>
        </pc:sldMkLst>
      </pc:sldChg>
      <pc:sldChg chg="addSp delSp modSp new del ord">
        <pc:chgData name="Viet. Nguyen Hoang - CMC ATI" userId="S::nhviet1@cmc.com.vn::8b74393f-d80c-47bd-a370-5373c0174c23" providerId="AD" clId="Web-{5F9EC9E8-7C3B-55CF-EE15-C3AAAF2C6A2B}" dt="2024-12-30T08:14:22.455" v="334"/>
        <pc:sldMkLst>
          <pc:docMk/>
          <pc:sldMk cId="978297972" sldId="277"/>
        </pc:sldMkLst>
      </pc:sldChg>
      <pc:sldChg chg="del">
        <pc:chgData name="Viet. Nguyen Hoang - CMC ATI" userId="S::nhviet1@cmc.com.vn::8b74393f-d80c-47bd-a370-5373c0174c23" providerId="AD" clId="Web-{5F9EC9E8-7C3B-55CF-EE15-C3AAAF2C6A2B}" dt="2024-12-30T07:39:12.579" v="24"/>
        <pc:sldMkLst>
          <pc:docMk/>
          <pc:sldMk cId="1465469874" sldId="277"/>
        </pc:sldMkLst>
      </pc:sldChg>
      <pc:sldChg chg="modSp new ord">
        <pc:chgData name="Viet. Nguyen Hoang - CMC ATI" userId="S::nhviet1@cmc.com.vn::8b74393f-d80c-47bd-a370-5373c0174c23" providerId="AD" clId="Web-{5F9EC9E8-7C3B-55CF-EE15-C3AAAF2C6A2B}" dt="2024-12-30T08:14:28.971" v="335"/>
        <pc:sldMkLst>
          <pc:docMk/>
          <pc:sldMk cId="1635793507" sldId="278"/>
        </pc:sldMkLst>
      </pc:sldChg>
      <pc:sldChg chg="del">
        <pc:chgData name="Viet. Nguyen Hoang - CMC ATI" userId="S::nhviet1@cmc.com.vn::8b74393f-d80c-47bd-a370-5373c0174c23" providerId="AD" clId="Web-{5F9EC9E8-7C3B-55CF-EE15-C3AAAF2C6A2B}" dt="2024-12-30T07:39:12.579" v="21"/>
        <pc:sldMkLst>
          <pc:docMk/>
          <pc:sldMk cId="4004207574" sldId="278"/>
        </pc:sldMkLst>
      </pc:sldChg>
      <pc:sldChg chg="addSp modSp new">
        <pc:chgData name="Viet. Nguyen Hoang - CMC ATI" userId="S::nhviet1@cmc.com.vn::8b74393f-d80c-47bd-a370-5373c0174c23" providerId="AD" clId="Web-{5F9EC9E8-7C3B-55CF-EE15-C3AAAF2C6A2B}" dt="2024-12-30T08:09:49.165" v="277" actId="1076"/>
        <pc:sldMkLst>
          <pc:docMk/>
          <pc:sldMk cId="79650228" sldId="279"/>
        </pc:sldMkLst>
      </pc:sldChg>
      <pc:sldChg chg="addSp delSp modSp new del">
        <pc:chgData name="Viet. Nguyen Hoang - CMC ATI" userId="S::nhviet1@cmc.com.vn::8b74393f-d80c-47bd-a370-5373c0174c23" providerId="AD" clId="Web-{5F9EC9E8-7C3B-55CF-EE15-C3AAAF2C6A2B}" dt="2024-12-30T08:07:58.209" v="259"/>
        <pc:sldMkLst>
          <pc:docMk/>
          <pc:sldMk cId="651982490" sldId="279"/>
        </pc:sldMkLst>
      </pc:sldChg>
      <pc:sldChg chg="del">
        <pc:chgData name="Viet. Nguyen Hoang - CMC ATI" userId="S::nhviet1@cmc.com.vn::8b74393f-d80c-47bd-a370-5373c0174c23" providerId="AD" clId="Web-{5F9EC9E8-7C3B-55CF-EE15-C3AAAF2C6A2B}" dt="2024-12-30T07:39:12.579" v="23"/>
        <pc:sldMkLst>
          <pc:docMk/>
          <pc:sldMk cId="3612276279" sldId="279"/>
        </pc:sldMkLst>
      </pc:sldChg>
      <pc:sldChg chg="addSp modSp new ord">
        <pc:chgData name="Viet. Nguyen Hoang - CMC ATI" userId="S::nhviet1@cmc.com.vn::8b74393f-d80c-47bd-a370-5373c0174c23" providerId="AD" clId="Web-{5F9EC9E8-7C3B-55CF-EE15-C3AAAF2C6A2B}" dt="2024-12-30T08:31:15.110" v="491"/>
        <pc:sldMkLst>
          <pc:docMk/>
          <pc:sldMk cId="111984158" sldId="280"/>
        </pc:sldMkLst>
      </pc:sldChg>
      <pc:sldChg chg="del">
        <pc:chgData name="Viet. Nguyen Hoang - CMC ATI" userId="S::nhviet1@cmc.com.vn::8b74393f-d80c-47bd-a370-5373c0174c23" providerId="AD" clId="Web-{5F9EC9E8-7C3B-55CF-EE15-C3AAAF2C6A2B}" dt="2024-12-30T07:39:12.579" v="22"/>
        <pc:sldMkLst>
          <pc:docMk/>
          <pc:sldMk cId="312002104" sldId="280"/>
        </pc:sldMkLst>
      </pc:sldChg>
      <pc:sldChg chg="del">
        <pc:chgData name="Viet. Nguyen Hoang - CMC ATI" userId="S::nhviet1@cmc.com.vn::8b74393f-d80c-47bd-a370-5373c0174c23" providerId="AD" clId="Web-{5F9EC9E8-7C3B-55CF-EE15-C3AAAF2C6A2B}" dt="2024-12-30T07:39:12.579" v="20"/>
        <pc:sldMkLst>
          <pc:docMk/>
          <pc:sldMk cId="1859146847" sldId="281"/>
        </pc:sldMkLst>
      </pc:sldChg>
      <pc:sldChg chg="addSp modSp new ord">
        <pc:chgData name="Viet. Nguyen Hoang - CMC ATI" userId="S::nhviet1@cmc.com.vn::8b74393f-d80c-47bd-a370-5373c0174c23" providerId="AD" clId="Web-{5F9EC9E8-7C3B-55CF-EE15-C3AAAF2C6A2B}" dt="2024-12-30T08:14:17.814" v="333"/>
        <pc:sldMkLst>
          <pc:docMk/>
          <pc:sldMk cId="4247077265" sldId="281"/>
        </pc:sldMkLst>
      </pc:sldChg>
      <pc:sldChg chg="del">
        <pc:chgData name="Viet. Nguyen Hoang - CMC ATI" userId="S::nhviet1@cmc.com.vn::8b74393f-d80c-47bd-a370-5373c0174c23" providerId="AD" clId="Web-{5F9EC9E8-7C3B-55CF-EE15-C3AAAF2C6A2B}" dt="2024-12-30T07:39:12.579" v="19"/>
        <pc:sldMkLst>
          <pc:docMk/>
          <pc:sldMk cId="1435354575" sldId="282"/>
        </pc:sldMkLst>
      </pc:sldChg>
      <pc:sldChg chg="modSp new ord">
        <pc:chgData name="Viet. Nguyen Hoang - CMC ATI" userId="S::nhviet1@cmc.com.vn::8b74393f-d80c-47bd-a370-5373c0174c23" providerId="AD" clId="Web-{5F9EC9E8-7C3B-55CF-EE15-C3AAAF2C6A2B}" dt="2024-12-30T08:29:43.029" v="490"/>
        <pc:sldMkLst>
          <pc:docMk/>
          <pc:sldMk cId="2740235181" sldId="282"/>
        </pc:sldMkLst>
      </pc:sldChg>
      <pc:sldChg chg="del">
        <pc:chgData name="Viet. Nguyen Hoang - CMC ATI" userId="S::nhviet1@cmc.com.vn::8b74393f-d80c-47bd-a370-5373c0174c23" providerId="AD" clId="Web-{5F9EC9E8-7C3B-55CF-EE15-C3AAAF2C6A2B}" dt="2024-12-30T07:39:12.579" v="18"/>
        <pc:sldMkLst>
          <pc:docMk/>
          <pc:sldMk cId="2521102043" sldId="283"/>
        </pc:sldMkLst>
      </pc:sldChg>
      <pc:sldChg chg="addSp modSp new">
        <pc:chgData name="Viet. Nguyen Hoang - CMC ATI" userId="S::nhviet1@cmc.com.vn::8b74393f-d80c-47bd-a370-5373c0174c23" providerId="AD" clId="Web-{5F9EC9E8-7C3B-55CF-EE15-C3AAAF2C6A2B}" dt="2024-12-30T08:16:01.333" v="361" actId="1076"/>
        <pc:sldMkLst>
          <pc:docMk/>
          <pc:sldMk cId="3712960141" sldId="283"/>
        </pc:sldMkLst>
      </pc:sldChg>
      <pc:sldChg chg="new del">
        <pc:chgData name="Viet. Nguyen Hoang - CMC ATI" userId="S::nhviet1@cmc.com.vn::8b74393f-d80c-47bd-a370-5373c0174c23" providerId="AD" clId="Web-{5F9EC9E8-7C3B-55CF-EE15-C3AAAF2C6A2B}" dt="2024-12-30T08:19:56.152" v="389"/>
        <pc:sldMkLst>
          <pc:docMk/>
          <pc:sldMk cId="372994326" sldId="284"/>
        </pc:sldMkLst>
      </pc:sldChg>
      <pc:sldChg chg="modSp new del ord">
        <pc:chgData name="Viet. Nguyen Hoang - CMC ATI" userId="S::nhviet1@cmc.com.vn::8b74393f-d80c-47bd-a370-5373c0174c23" providerId="AD" clId="Web-{5F9EC9E8-7C3B-55CF-EE15-C3AAAF2C6A2B}" dt="2024-12-30T08:19:24.932" v="386"/>
        <pc:sldMkLst>
          <pc:docMk/>
          <pc:sldMk cId="1147509450" sldId="284"/>
        </pc:sldMkLst>
      </pc:sldChg>
      <pc:sldChg chg="del">
        <pc:chgData name="Viet. Nguyen Hoang - CMC ATI" userId="S::nhviet1@cmc.com.vn::8b74393f-d80c-47bd-a370-5373c0174c23" providerId="AD" clId="Web-{5F9EC9E8-7C3B-55CF-EE15-C3AAAF2C6A2B}" dt="2024-12-30T07:39:12.579" v="16"/>
        <pc:sldMkLst>
          <pc:docMk/>
          <pc:sldMk cId="2917708693" sldId="284"/>
        </pc:sldMkLst>
      </pc:sldChg>
      <pc:sldChg chg="addSp delSp modSp new ord">
        <pc:chgData name="Viet. Nguyen Hoang - CMC ATI" userId="S::nhviet1@cmc.com.vn::8b74393f-d80c-47bd-a370-5373c0174c23" providerId="AD" clId="Web-{5F9EC9E8-7C3B-55CF-EE15-C3AAAF2C6A2B}" dt="2024-12-30T08:27:29.650" v="474"/>
        <pc:sldMkLst>
          <pc:docMk/>
          <pc:sldMk cId="4174268144" sldId="284"/>
        </pc:sldMkLst>
      </pc:sldChg>
      <pc:sldChg chg="modSp new del">
        <pc:chgData name="Viet. Nguyen Hoang - CMC ATI" userId="S::nhviet1@cmc.com.vn::8b74393f-d80c-47bd-a370-5373c0174c23" providerId="AD" clId="Web-{5F9EC9E8-7C3B-55CF-EE15-C3AAAF2C6A2B}" dt="2024-12-30T08:19:26.323" v="387"/>
        <pc:sldMkLst>
          <pc:docMk/>
          <pc:sldMk cId="2683280483" sldId="285"/>
        </pc:sldMkLst>
      </pc:sldChg>
      <pc:sldChg chg="del">
        <pc:chgData name="Viet. Nguyen Hoang - CMC ATI" userId="S::nhviet1@cmc.com.vn::8b74393f-d80c-47bd-a370-5373c0174c23" providerId="AD" clId="Web-{5F9EC9E8-7C3B-55CF-EE15-C3AAAF2C6A2B}" dt="2024-12-30T07:39:12.579" v="15"/>
        <pc:sldMkLst>
          <pc:docMk/>
          <pc:sldMk cId="4276209075" sldId="286"/>
        </pc:sldMkLst>
      </pc:sldChg>
      <pc:sldChg chg="del">
        <pc:chgData name="Viet. Nguyen Hoang - CMC ATI" userId="S::nhviet1@cmc.com.vn::8b74393f-d80c-47bd-a370-5373c0174c23" providerId="AD" clId="Web-{5F9EC9E8-7C3B-55CF-EE15-C3AAAF2C6A2B}" dt="2024-12-30T07:39:12.564" v="14"/>
        <pc:sldMkLst>
          <pc:docMk/>
          <pc:sldMk cId="2807768493" sldId="287"/>
        </pc:sldMkLst>
      </pc:sldChg>
      <pc:sldChg chg="del">
        <pc:chgData name="Viet. Nguyen Hoang - CMC ATI" userId="S::nhviet1@cmc.com.vn::8b74393f-d80c-47bd-a370-5373c0174c23" providerId="AD" clId="Web-{5F9EC9E8-7C3B-55CF-EE15-C3AAAF2C6A2B}" dt="2024-12-30T07:39:12.564" v="9"/>
        <pc:sldMkLst>
          <pc:docMk/>
          <pc:sldMk cId="3169703984" sldId="289"/>
        </pc:sldMkLst>
      </pc:sldChg>
      <pc:sldChg chg="del">
        <pc:chgData name="Viet. Nguyen Hoang - CMC ATI" userId="S::nhviet1@cmc.com.vn::8b74393f-d80c-47bd-a370-5373c0174c23" providerId="AD" clId="Web-{5F9EC9E8-7C3B-55CF-EE15-C3AAAF2C6A2B}" dt="2024-12-30T07:39:12.564" v="13"/>
        <pc:sldMkLst>
          <pc:docMk/>
          <pc:sldMk cId="4049434132" sldId="290"/>
        </pc:sldMkLst>
      </pc:sldChg>
      <pc:sldChg chg="del">
        <pc:chgData name="Viet. Nguyen Hoang - CMC ATI" userId="S::nhviet1@cmc.com.vn::8b74393f-d80c-47bd-a370-5373c0174c23" providerId="AD" clId="Web-{5F9EC9E8-7C3B-55CF-EE15-C3AAAF2C6A2B}" dt="2024-12-30T07:39:12.564" v="11"/>
        <pc:sldMkLst>
          <pc:docMk/>
          <pc:sldMk cId="3631871876" sldId="291"/>
        </pc:sldMkLst>
      </pc:sldChg>
      <pc:sldChg chg="del">
        <pc:chgData name="Viet. Nguyen Hoang - CMC ATI" userId="S::nhviet1@cmc.com.vn::8b74393f-d80c-47bd-a370-5373c0174c23" providerId="AD" clId="Web-{5F9EC9E8-7C3B-55CF-EE15-C3AAAF2C6A2B}" dt="2024-12-30T07:39:12.564" v="8"/>
        <pc:sldMkLst>
          <pc:docMk/>
          <pc:sldMk cId="3010864554" sldId="292"/>
        </pc:sldMkLst>
      </pc:sldChg>
      <pc:sldChg chg="del">
        <pc:chgData name="Viet. Nguyen Hoang - CMC ATI" userId="S::nhviet1@cmc.com.vn::8b74393f-d80c-47bd-a370-5373c0174c23" providerId="AD" clId="Web-{5F9EC9E8-7C3B-55CF-EE15-C3AAAF2C6A2B}" dt="2024-12-30T07:39:12.564" v="12"/>
        <pc:sldMkLst>
          <pc:docMk/>
          <pc:sldMk cId="3164554146" sldId="293"/>
        </pc:sldMkLst>
      </pc:sldChg>
      <pc:sldChg chg="del">
        <pc:chgData name="Viet. Nguyen Hoang - CMC ATI" userId="S::nhviet1@cmc.com.vn::8b74393f-d80c-47bd-a370-5373c0174c23" providerId="AD" clId="Web-{5F9EC9E8-7C3B-55CF-EE15-C3AAAF2C6A2B}" dt="2024-12-30T07:39:12.564" v="10"/>
        <pc:sldMkLst>
          <pc:docMk/>
          <pc:sldMk cId="1180945900" sldId="294"/>
        </pc:sldMkLst>
      </pc:sldChg>
      <pc:sldChg chg="del">
        <pc:chgData name="Viet. Nguyen Hoang - CMC ATI" userId="S::nhviet1@cmc.com.vn::8b74393f-d80c-47bd-a370-5373c0174c23" providerId="AD" clId="Web-{5F9EC9E8-7C3B-55CF-EE15-C3AAAF2C6A2B}" dt="2024-12-30T07:39:12.564" v="7"/>
        <pc:sldMkLst>
          <pc:docMk/>
          <pc:sldMk cId="3584413626" sldId="295"/>
        </pc:sldMkLst>
      </pc:sldChg>
      <pc:sldChg chg="del">
        <pc:chgData name="Viet. Nguyen Hoang - CMC ATI" userId="S::nhviet1@cmc.com.vn::8b74393f-d80c-47bd-a370-5373c0174c23" providerId="AD" clId="Web-{5F9EC9E8-7C3B-55CF-EE15-C3AAAF2C6A2B}" dt="2024-12-30T07:39:12.564" v="6"/>
        <pc:sldMkLst>
          <pc:docMk/>
          <pc:sldMk cId="1926007102" sldId="296"/>
        </pc:sldMkLst>
      </pc:sldChg>
    </pc:docChg>
  </pc:docChgLst>
  <pc:docChgLst>
    <pc:chgData name="Viet." userId="8b74393f-d80c-47bd-a370-5373c0174c23" providerId="ADAL" clId="{EFEC3215-73A2-4DE4-A277-7EF0E9B5CC4E}"/>
    <pc:docChg chg="undo redo custSel addSld delSld modSld sldOrd addSection delSection modSection">
      <pc:chgData name="Viet." userId="8b74393f-d80c-47bd-a370-5373c0174c23" providerId="ADAL" clId="{EFEC3215-73A2-4DE4-A277-7EF0E9B5CC4E}" dt="2024-12-17T09:23:26.276" v="3154" actId="20578"/>
      <pc:docMkLst>
        <pc:docMk/>
      </pc:docMkLst>
      <pc:sldChg chg="modSp mod">
        <pc:chgData name="Viet." userId="8b74393f-d80c-47bd-a370-5373c0174c23" providerId="ADAL" clId="{EFEC3215-73A2-4DE4-A277-7EF0E9B5CC4E}" dt="2024-12-16T10:09:05.114" v="963" actId="20577"/>
        <pc:sldMkLst>
          <pc:docMk/>
          <pc:sldMk cId="1253848682" sldId="267"/>
        </pc:sldMkLst>
        <pc:spChg chg="mod">
          <ac:chgData name="Viet." userId="8b74393f-d80c-47bd-a370-5373c0174c23" providerId="ADAL" clId="{EFEC3215-73A2-4DE4-A277-7EF0E9B5CC4E}" dt="2024-12-16T10:09:05.114" v="963" actId="20577"/>
          <ac:spMkLst>
            <pc:docMk/>
            <pc:sldMk cId="1253848682" sldId="267"/>
            <ac:spMk id="2" creationId="{78EACC5C-4747-42C2-9BF5-D1B4A984743F}"/>
          </ac:spMkLst>
        </pc:spChg>
      </pc:sldChg>
      <pc:sldChg chg="new del">
        <pc:chgData name="Viet." userId="8b74393f-d80c-47bd-a370-5373c0174c23" providerId="ADAL" clId="{EFEC3215-73A2-4DE4-A277-7EF0E9B5CC4E}" dt="2024-12-16T09:16:08.043" v="84" actId="680"/>
        <pc:sldMkLst>
          <pc:docMk/>
          <pc:sldMk cId="1736076361" sldId="270"/>
        </pc:sldMkLst>
      </pc:sldChg>
      <pc:sldChg chg="addSp modSp new del mod">
        <pc:chgData name="Viet." userId="8b74393f-d80c-47bd-a370-5373c0174c23" providerId="ADAL" clId="{EFEC3215-73A2-4DE4-A277-7EF0E9B5CC4E}" dt="2024-12-16T10:08:57.139" v="945" actId="47"/>
        <pc:sldMkLst>
          <pc:docMk/>
          <pc:sldMk cId="2279245842" sldId="270"/>
        </pc:sldMkLst>
      </pc:sldChg>
      <pc:sldChg chg="addSp delSp modSp new del mod modNotesTx">
        <pc:chgData name="Viet." userId="8b74393f-d80c-47bd-a370-5373c0174c23" providerId="ADAL" clId="{EFEC3215-73A2-4DE4-A277-7EF0E9B5CC4E}" dt="2024-12-17T06:53:41.375" v="1889" actId="47"/>
        <pc:sldMkLst>
          <pc:docMk/>
          <pc:sldMk cId="310553564" sldId="271"/>
        </pc:sldMkLst>
      </pc:sldChg>
      <pc:sldChg chg="del">
        <pc:chgData name="Viet." userId="8b74393f-d80c-47bd-a370-5373c0174c23" providerId="ADAL" clId="{EFEC3215-73A2-4DE4-A277-7EF0E9B5CC4E}" dt="2024-12-16T09:15:41.738" v="74" actId="47"/>
        <pc:sldMkLst>
          <pc:docMk/>
          <pc:sldMk cId="376706786" sldId="271"/>
        </pc:sldMkLst>
      </pc:sldChg>
      <pc:sldChg chg="addSp delSp modSp new del mod ord">
        <pc:chgData name="Viet." userId="8b74393f-d80c-47bd-a370-5373c0174c23" providerId="ADAL" clId="{EFEC3215-73A2-4DE4-A277-7EF0E9B5CC4E}" dt="2024-12-16T09:43:41.511" v="450" actId="47"/>
        <pc:sldMkLst>
          <pc:docMk/>
          <pc:sldMk cId="1195014352" sldId="272"/>
        </pc:sldMkLst>
      </pc:sldChg>
      <pc:sldChg chg="modSp new del mod">
        <pc:chgData name="Viet." userId="8b74393f-d80c-47bd-a370-5373c0174c23" providerId="ADAL" clId="{EFEC3215-73A2-4DE4-A277-7EF0E9B5CC4E}" dt="2024-12-16T09:53:17.997" v="693" actId="47"/>
        <pc:sldMkLst>
          <pc:docMk/>
          <pc:sldMk cId="1936305192" sldId="272"/>
        </pc:sldMkLst>
      </pc:sldChg>
      <pc:sldChg chg="del">
        <pc:chgData name="Viet." userId="8b74393f-d80c-47bd-a370-5373c0174c23" providerId="ADAL" clId="{EFEC3215-73A2-4DE4-A277-7EF0E9B5CC4E}" dt="2024-12-16T09:15:41.738" v="74" actId="47"/>
        <pc:sldMkLst>
          <pc:docMk/>
          <pc:sldMk cId="2094170688" sldId="272"/>
        </pc:sldMkLst>
      </pc:sldChg>
      <pc:sldChg chg="new del">
        <pc:chgData name="Viet." userId="8b74393f-d80c-47bd-a370-5373c0174c23" providerId="ADAL" clId="{EFEC3215-73A2-4DE4-A277-7EF0E9B5CC4E}" dt="2024-12-17T06:54:07.956" v="1890" actId="47"/>
        <pc:sldMkLst>
          <pc:docMk/>
          <pc:sldMk cId="2747709930" sldId="272"/>
        </pc:sldMkLst>
      </pc:sldChg>
      <pc:sldChg chg="modSp new del mod">
        <pc:chgData name="Viet." userId="8b74393f-d80c-47bd-a370-5373c0174c23" providerId="ADAL" clId="{EFEC3215-73A2-4DE4-A277-7EF0E9B5CC4E}" dt="2024-12-16T10:08:57.139" v="945" actId="47"/>
        <pc:sldMkLst>
          <pc:docMk/>
          <pc:sldMk cId="454007926" sldId="273"/>
        </pc:sldMkLst>
      </pc:sldChg>
      <pc:sldChg chg="modSp new mod modNotesTx">
        <pc:chgData name="Viet." userId="8b74393f-d80c-47bd-a370-5373c0174c23" providerId="ADAL" clId="{EFEC3215-73A2-4DE4-A277-7EF0E9B5CC4E}" dt="2024-12-17T07:23:31.722" v="2134" actId="20577"/>
        <pc:sldMkLst>
          <pc:docMk/>
          <pc:sldMk cId="711413094" sldId="273"/>
        </pc:sldMkLst>
      </pc:sldChg>
      <pc:sldChg chg="del">
        <pc:chgData name="Viet." userId="8b74393f-d80c-47bd-a370-5373c0174c23" providerId="ADAL" clId="{EFEC3215-73A2-4DE4-A277-7EF0E9B5CC4E}" dt="2024-12-16T09:15:41.738" v="74" actId="47"/>
        <pc:sldMkLst>
          <pc:docMk/>
          <pc:sldMk cId="1315415549" sldId="273"/>
        </pc:sldMkLst>
      </pc:sldChg>
      <pc:sldChg chg="new del">
        <pc:chgData name="Viet." userId="8b74393f-d80c-47bd-a370-5373c0174c23" providerId="ADAL" clId="{EFEC3215-73A2-4DE4-A277-7EF0E9B5CC4E}" dt="2024-12-16T10:20:05.330" v="968" actId="680"/>
        <pc:sldMkLst>
          <pc:docMk/>
          <pc:sldMk cId="2465776623" sldId="273"/>
        </pc:sldMkLst>
      </pc:sldChg>
      <pc:sldChg chg="new del">
        <pc:chgData name="Viet." userId="8b74393f-d80c-47bd-a370-5373c0174c23" providerId="ADAL" clId="{EFEC3215-73A2-4DE4-A277-7EF0E9B5CC4E}" dt="2024-12-16T09:51:50.404" v="671" actId="680"/>
        <pc:sldMkLst>
          <pc:docMk/>
          <pc:sldMk cId="472163072" sldId="274"/>
        </pc:sldMkLst>
      </pc:sldChg>
      <pc:sldChg chg="addSp delSp modSp new del mod">
        <pc:chgData name="Viet." userId="8b74393f-d80c-47bd-a370-5373c0174c23" providerId="ADAL" clId="{EFEC3215-73A2-4DE4-A277-7EF0E9B5CC4E}" dt="2024-12-17T07:14:54.684" v="2007" actId="47"/>
        <pc:sldMkLst>
          <pc:docMk/>
          <pc:sldMk cId="2317294318" sldId="274"/>
        </pc:sldMkLst>
      </pc:sldChg>
      <pc:sldChg chg="addSp modSp new del mod">
        <pc:chgData name="Viet." userId="8b74393f-d80c-47bd-a370-5373c0174c23" providerId="ADAL" clId="{EFEC3215-73A2-4DE4-A277-7EF0E9B5CC4E}" dt="2024-12-16T10:08:57.139" v="945" actId="47"/>
        <pc:sldMkLst>
          <pc:docMk/>
          <pc:sldMk cId="3627677066" sldId="274"/>
        </pc:sldMkLst>
      </pc:sldChg>
      <pc:sldChg chg="addSp delSp modSp new del mod">
        <pc:chgData name="Viet." userId="8b74393f-d80c-47bd-a370-5373c0174c23" providerId="ADAL" clId="{EFEC3215-73A2-4DE4-A277-7EF0E9B5CC4E}" dt="2024-12-17T07:16:02.013" v="2021" actId="47"/>
        <pc:sldMkLst>
          <pc:docMk/>
          <pc:sldMk cId="3503007613" sldId="275"/>
        </pc:sldMkLst>
      </pc:sldChg>
      <pc:sldChg chg="addSp delSp modSp new del mod">
        <pc:chgData name="Viet." userId="8b74393f-d80c-47bd-a370-5373c0174c23" providerId="ADAL" clId="{EFEC3215-73A2-4DE4-A277-7EF0E9B5CC4E}" dt="2024-12-16T10:08:57.139" v="945" actId="47"/>
        <pc:sldMkLst>
          <pc:docMk/>
          <pc:sldMk cId="4284038370" sldId="275"/>
        </pc:sldMkLst>
      </pc:sldChg>
      <pc:sldChg chg="modSp new del mod">
        <pc:chgData name="Viet." userId="8b74393f-d80c-47bd-a370-5373c0174c23" providerId="ADAL" clId="{EFEC3215-73A2-4DE4-A277-7EF0E9B5CC4E}" dt="2024-12-16T10:08:57.139" v="945" actId="47"/>
        <pc:sldMkLst>
          <pc:docMk/>
          <pc:sldMk cId="257095652" sldId="276"/>
        </pc:sldMkLst>
      </pc:sldChg>
      <pc:sldChg chg="addSp delSp modSp new del mod">
        <pc:chgData name="Viet." userId="8b74393f-d80c-47bd-a370-5373c0174c23" providerId="ADAL" clId="{EFEC3215-73A2-4DE4-A277-7EF0E9B5CC4E}" dt="2024-12-17T07:21:17.696" v="2129" actId="47"/>
        <pc:sldMkLst>
          <pc:docMk/>
          <pc:sldMk cId="1181231356" sldId="276"/>
        </pc:sldMkLst>
      </pc:sldChg>
      <pc:sldChg chg="modSp new del mod">
        <pc:chgData name="Viet." userId="8b74393f-d80c-47bd-a370-5373c0174c23" providerId="ADAL" clId="{EFEC3215-73A2-4DE4-A277-7EF0E9B5CC4E}" dt="2024-12-16T10:08:57.139" v="945" actId="47"/>
        <pc:sldMkLst>
          <pc:docMk/>
          <pc:sldMk cId="1669992593" sldId="277"/>
        </pc:sldMkLst>
      </pc:sldChg>
      <pc:sldChg chg="modSp new del mod">
        <pc:chgData name="Viet." userId="8b74393f-d80c-47bd-a370-5373c0174c23" providerId="ADAL" clId="{EFEC3215-73A2-4DE4-A277-7EF0E9B5CC4E}" dt="2024-12-17T07:21:12.936" v="2128" actId="47"/>
        <pc:sldMkLst>
          <pc:docMk/>
          <pc:sldMk cId="2225171832" sldId="277"/>
        </pc:sldMkLst>
      </pc:sldChg>
      <pc:sldChg chg="del">
        <pc:chgData name="Viet." userId="8b74393f-d80c-47bd-a370-5373c0174c23" providerId="ADAL" clId="{EFEC3215-73A2-4DE4-A277-7EF0E9B5CC4E}" dt="2024-12-16T09:15:41.738" v="74" actId="47"/>
        <pc:sldMkLst>
          <pc:docMk/>
          <pc:sldMk cId="3765456993" sldId="277"/>
        </pc:sldMkLst>
      </pc:sldChg>
      <pc:sldChg chg="addSp modSp new del mod">
        <pc:chgData name="Viet." userId="8b74393f-d80c-47bd-a370-5373c0174c23" providerId="ADAL" clId="{EFEC3215-73A2-4DE4-A277-7EF0E9B5CC4E}" dt="2024-12-16T10:08:57.139" v="945" actId="47"/>
        <pc:sldMkLst>
          <pc:docMk/>
          <pc:sldMk cId="18222036" sldId="278"/>
        </pc:sldMkLst>
      </pc:sldChg>
      <pc:sldChg chg="del">
        <pc:chgData name="Viet." userId="8b74393f-d80c-47bd-a370-5373c0174c23" providerId="ADAL" clId="{EFEC3215-73A2-4DE4-A277-7EF0E9B5CC4E}" dt="2024-12-16T09:15:41.738" v="74" actId="47"/>
        <pc:sldMkLst>
          <pc:docMk/>
          <pc:sldMk cId="1487775499" sldId="278"/>
        </pc:sldMkLst>
      </pc:sldChg>
      <pc:sldChg chg="addSp delSp modSp new del mod">
        <pc:chgData name="Viet." userId="8b74393f-d80c-47bd-a370-5373c0174c23" providerId="ADAL" clId="{EFEC3215-73A2-4DE4-A277-7EF0E9B5CC4E}" dt="2024-12-17T07:21:12.936" v="2128" actId="47"/>
        <pc:sldMkLst>
          <pc:docMk/>
          <pc:sldMk cId="3586693770" sldId="278"/>
        </pc:sldMkLst>
      </pc:sldChg>
      <pc:sldChg chg="del">
        <pc:chgData name="Viet." userId="8b74393f-d80c-47bd-a370-5373c0174c23" providerId="ADAL" clId="{EFEC3215-73A2-4DE4-A277-7EF0E9B5CC4E}" dt="2024-12-16T09:15:41.738" v="74" actId="47"/>
        <pc:sldMkLst>
          <pc:docMk/>
          <pc:sldMk cId="585384535" sldId="279"/>
        </pc:sldMkLst>
      </pc:sldChg>
      <pc:sldChg chg="addSp delSp modSp new del mod">
        <pc:chgData name="Viet." userId="8b74393f-d80c-47bd-a370-5373c0174c23" providerId="ADAL" clId="{EFEC3215-73A2-4DE4-A277-7EF0E9B5CC4E}" dt="2024-12-17T07:21:12.936" v="2128" actId="47"/>
        <pc:sldMkLst>
          <pc:docMk/>
          <pc:sldMk cId="1744827134" sldId="279"/>
        </pc:sldMkLst>
      </pc:sldChg>
      <pc:sldChg chg="modSp new del mod">
        <pc:chgData name="Viet." userId="8b74393f-d80c-47bd-a370-5373c0174c23" providerId="ADAL" clId="{EFEC3215-73A2-4DE4-A277-7EF0E9B5CC4E}" dt="2024-12-16T10:08:57.139" v="945" actId="47"/>
        <pc:sldMkLst>
          <pc:docMk/>
          <pc:sldMk cId="2208119837" sldId="279"/>
        </pc:sldMkLst>
      </pc:sldChg>
      <pc:sldChg chg="addSp delSp modSp new del mod">
        <pc:chgData name="Viet." userId="8b74393f-d80c-47bd-a370-5373c0174c23" providerId="ADAL" clId="{EFEC3215-73A2-4DE4-A277-7EF0E9B5CC4E}" dt="2024-12-17T07:21:12.936" v="2128" actId="47"/>
        <pc:sldMkLst>
          <pc:docMk/>
          <pc:sldMk cId="740164300" sldId="280"/>
        </pc:sldMkLst>
      </pc:sldChg>
      <pc:sldChg chg="modSp new del mod ord">
        <pc:chgData name="Viet." userId="8b74393f-d80c-47bd-a370-5373c0174c23" providerId="ADAL" clId="{EFEC3215-73A2-4DE4-A277-7EF0E9B5CC4E}" dt="2024-12-16T10:08:57.139" v="945" actId="47"/>
        <pc:sldMkLst>
          <pc:docMk/>
          <pc:sldMk cId="1330809576" sldId="280"/>
        </pc:sldMkLst>
      </pc:sldChg>
      <pc:sldChg chg="new del">
        <pc:chgData name="Viet." userId="8b74393f-d80c-47bd-a370-5373c0174c23" providerId="ADAL" clId="{EFEC3215-73A2-4DE4-A277-7EF0E9B5CC4E}" dt="2024-12-16T10:03:10.359" v="898" actId="680"/>
        <pc:sldMkLst>
          <pc:docMk/>
          <pc:sldMk cId="3156014972" sldId="280"/>
        </pc:sldMkLst>
      </pc:sldChg>
      <pc:sldChg chg="modSp new del mod">
        <pc:chgData name="Viet." userId="8b74393f-d80c-47bd-a370-5373c0174c23" providerId="ADAL" clId="{EFEC3215-73A2-4DE4-A277-7EF0E9B5CC4E}" dt="2024-12-17T07:21:12.936" v="2128" actId="47"/>
        <pc:sldMkLst>
          <pc:docMk/>
          <pc:sldMk cId="831352022" sldId="281"/>
        </pc:sldMkLst>
      </pc:sldChg>
      <pc:sldChg chg="del">
        <pc:chgData name="Viet." userId="8b74393f-d80c-47bd-a370-5373c0174c23" providerId="ADAL" clId="{EFEC3215-73A2-4DE4-A277-7EF0E9B5CC4E}" dt="2024-12-16T09:15:41.738" v="74" actId="47"/>
        <pc:sldMkLst>
          <pc:docMk/>
          <pc:sldMk cId="1872650155" sldId="281"/>
        </pc:sldMkLst>
      </pc:sldChg>
      <pc:sldChg chg="new del">
        <pc:chgData name="Viet." userId="8b74393f-d80c-47bd-a370-5373c0174c23" providerId="ADAL" clId="{EFEC3215-73A2-4DE4-A277-7EF0E9B5CC4E}" dt="2024-12-17T03:41:32.156" v="1740" actId="680"/>
        <pc:sldMkLst>
          <pc:docMk/>
          <pc:sldMk cId="2033775635" sldId="282"/>
        </pc:sldMkLst>
      </pc:sldChg>
      <pc:sldChg chg="new del">
        <pc:chgData name="Viet." userId="8b74393f-d80c-47bd-a370-5373c0174c23" providerId="ADAL" clId="{EFEC3215-73A2-4DE4-A277-7EF0E9B5CC4E}" dt="2024-12-17T05:00:37.806" v="1744" actId="680"/>
        <pc:sldMkLst>
          <pc:docMk/>
          <pc:sldMk cId="2829075357" sldId="282"/>
        </pc:sldMkLst>
      </pc:sldChg>
      <pc:sldChg chg="modSp new mod ord">
        <pc:chgData name="Viet." userId="8b74393f-d80c-47bd-a370-5373c0174c23" providerId="ADAL" clId="{EFEC3215-73A2-4DE4-A277-7EF0E9B5CC4E}" dt="2024-12-17T07:08:37.873" v="1925"/>
        <pc:sldMkLst>
          <pc:docMk/>
          <pc:sldMk cId="3857908653" sldId="282"/>
        </pc:sldMkLst>
      </pc:sldChg>
      <pc:sldChg chg="del">
        <pc:chgData name="Viet." userId="8b74393f-d80c-47bd-a370-5373c0174c23" providerId="ADAL" clId="{EFEC3215-73A2-4DE4-A277-7EF0E9B5CC4E}" dt="2024-12-16T09:15:41.738" v="74" actId="47"/>
        <pc:sldMkLst>
          <pc:docMk/>
          <pc:sldMk cId="875947354" sldId="283"/>
        </pc:sldMkLst>
      </pc:sldChg>
      <pc:sldChg chg="modSp new del mod">
        <pc:chgData name="Viet." userId="8b74393f-d80c-47bd-a370-5373c0174c23" providerId="ADAL" clId="{EFEC3215-73A2-4DE4-A277-7EF0E9B5CC4E}" dt="2024-12-17T06:53:37.705" v="1888" actId="47"/>
        <pc:sldMkLst>
          <pc:docMk/>
          <pc:sldMk cId="2053058770" sldId="283"/>
        </pc:sldMkLst>
      </pc:sldChg>
      <pc:sldChg chg="del">
        <pc:chgData name="Viet." userId="8b74393f-d80c-47bd-a370-5373c0174c23" providerId="ADAL" clId="{EFEC3215-73A2-4DE4-A277-7EF0E9B5CC4E}" dt="2024-12-16T09:15:41.738" v="74" actId="47"/>
        <pc:sldMkLst>
          <pc:docMk/>
          <pc:sldMk cId="1582178500" sldId="284"/>
        </pc:sldMkLst>
      </pc:sldChg>
      <pc:sldChg chg="addSp delSp modSp new mod">
        <pc:chgData name="Viet." userId="8b74393f-d80c-47bd-a370-5373c0174c23" providerId="ADAL" clId="{EFEC3215-73A2-4DE4-A277-7EF0E9B5CC4E}" dt="2024-12-17T06:41:22.258" v="1795" actId="27636"/>
        <pc:sldMkLst>
          <pc:docMk/>
          <pc:sldMk cId="4128601278" sldId="284"/>
        </pc:sldMkLst>
      </pc:sldChg>
      <pc:sldChg chg="del">
        <pc:chgData name="Viet." userId="8b74393f-d80c-47bd-a370-5373c0174c23" providerId="ADAL" clId="{EFEC3215-73A2-4DE4-A277-7EF0E9B5CC4E}" dt="2024-12-16T09:15:41.738" v="74" actId="47"/>
        <pc:sldMkLst>
          <pc:docMk/>
          <pc:sldMk cId="1634580373" sldId="285"/>
        </pc:sldMkLst>
      </pc:sldChg>
      <pc:sldChg chg="modSp new mod">
        <pc:chgData name="Viet." userId="8b74393f-d80c-47bd-a370-5373c0174c23" providerId="ADAL" clId="{EFEC3215-73A2-4DE4-A277-7EF0E9B5CC4E}" dt="2024-12-17T06:48:30.983" v="1831" actId="20577"/>
        <pc:sldMkLst>
          <pc:docMk/>
          <pc:sldMk cId="2925532911" sldId="285"/>
        </pc:sldMkLst>
      </pc:sldChg>
      <pc:sldChg chg="del">
        <pc:chgData name="Viet." userId="8b74393f-d80c-47bd-a370-5373c0174c23" providerId="ADAL" clId="{EFEC3215-73A2-4DE4-A277-7EF0E9B5CC4E}" dt="2024-12-16T09:15:41.738" v="74" actId="47"/>
        <pc:sldMkLst>
          <pc:docMk/>
          <pc:sldMk cId="334040366" sldId="286"/>
        </pc:sldMkLst>
      </pc:sldChg>
      <pc:sldChg chg="modSp new mod">
        <pc:chgData name="Viet." userId="8b74393f-d80c-47bd-a370-5373c0174c23" providerId="ADAL" clId="{EFEC3215-73A2-4DE4-A277-7EF0E9B5CC4E}" dt="2024-12-17T06:49:56.771" v="1856" actId="27636"/>
        <pc:sldMkLst>
          <pc:docMk/>
          <pc:sldMk cId="1947254076" sldId="286"/>
        </pc:sldMkLst>
      </pc:sldChg>
      <pc:sldChg chg="del">
        <pc:chgData name="Viet." userId="8b74393f-d80c-47bd-a370-5373c0174c23" providerId="ADAL" clId="{EFEC3215-73A2-4DE4-A277-7EF0E9B5CC4E}" dt="2024-12-16T09:15:41.738" v="74" actId="47"/>
        <pc:sldMkLst>
          <pc:docMk/>
          <pc:sldMk cId="587489568" sldId="287"/>
        </pc:sldMkLst>
      </pc:sldChg>
      <pc:sldChg chg="modSp new mod">
        <pc:chgData name="Viet." userId="8b74393f-d80c-47bd-a370-5373c0174c23" providerId="ADAL" clId="{EFEC3215-73A2-4DE4-A277-7EF0E9B5CC4E}" dt="2024-12-17T06:50:29.773" v="1879" actId="27636"/>
        <pc:sldMkLst>
          <pc:docMk/>
          <pc:sldMk cId="3638254920" sldId="287"/>
        </pc:sldMkLst>
      </pc:sldChg>
      <pc:sldChg chg="del">
        <pc:chgData name="Viet." userId="8b74393f-d80c-47bd-a370-5373c0174c23" providerId="ADAL" clId="{EFEC3215-73A2-4DE4-A277-7EF0E9B5CC4E}" dt="2024-12-16T09:15:41.738" v="74" actId="47"/>
        <pc:sldMkLst>
          <pc:docMk/>
          <pc:sldMk cId="1966936269" sldId="288"/>
        </pc:sldMkLst>
      </pc:sldChg>
      <pc:sldChg chg="modSp new add del mod">
        <pc:chgData name="Viet." userId="8b74393f-d80c-47bd-a370-5373c0174c23" providerId="ADAL" clId="{EFEC3215-73A2-4DE4-A277-7EF0E9B5CC4E}" dt="2024-12-17T06:53:35.411" v="1887" actId="47"/>
        <pc:sldMkLst>
          <pc:docMk/>
          <pc:sldMk cId="4226850554" sldId="288"/>
        </pc:sldMkLst>
      </pc:sldChg>
      <pc:sldChg chg="addSp delSp modSp new mod modNotesTx">
        <pc:chgData name="Viet." userId="8b74393f-d80c-47bd-a370-5373c0174c23" providerId="ADAL" clId="{EFEC3215-73A2-4DE4-A277-7EF0E9B5CC4E}" dt="2024-12-17T07:03:35.385" v="1923"/>
        <pc:sldMkLst>
          <pc:docMk/>
          <pc:sldMk cId="706688020" sldId="289"/>
        </pc:sldMkLst>
      </pc:sldChg>
      <pc:sldChg chg="del">
        <pc:chgData name="Viet." userId="8b74393f-d80c-47bd-a370-5373c0174c23" providerId="ADAL" clId="{EFEC3215-73A2-4DE4-A277-7EF0E9B5CC4E}" dt="2024-12-16T09:15:41.738" v="74" actId="47"/>
        <pc:sldMkLst>
          <pc:docMk/>
          <pc:sldMk cId="1877105804" sldId="289"/>
        </pc:sldMkLst>
      </pc:sldChg>
      <pc:sldChg chg="del">
        <pc:chgData name="Viet." userId="8b74393f-d80c-47bd-a370-5373c0174c23" providerId="ADAL" clId="{EFEC3215-73A2-4DE4-A277-7EF0E9B5CC4E}" dt="2024-12-16T09:15:41.738" v="74" actId="47"/>
        <pc:sldMkLst>
          <pc:docMk/>
          <pc:sldMk cId="888022355" sldId="290"/>
        </pc:sldMkLst>
      </pc:sldChg>
      <pc:sldChg chg="modSp new mod">
        <pc:chgData name="Viet." userId="8b74393f-d80c-47bd-a370-5373c0174c23" providerId="ADAL" clId="{EFEC3215-73A2-4DE4-A277-7EF0E9B5CC4E}" dt="2024-12-17T08:01:59.576" v="2406" actId="20577"/>
        <pc:sldMkLst>
          <pc:docMk/>
          <pc:sldMk cId="3003119213" sldId="290"/>
        </pc:sldMkLst>
      </pc:sldChg>
      <pc:sldChg chg="modSp new mod">
        <pc:chgData name="Viet." userId="8b74393f-d80c-47bd-a370-5373c0174c23" providerId="ADAL" clId="{EFEC3215-73A2-4DE4-A277-7EF0E9B5CC4E}" dt="2024-12-17T07:17:44.149" v="2056" actId="20577"/>
        <pc:sldMkLst>
          <pc:docMk/>
          <pc:sldMk cId="828158414" sldId="291"/>
        </pc:sldMkLst>
      </pc:sldChg>
      <pc:sldChg chg="del">
        <pc:chgData name="Viet." userId="8b74393f-d80c-47bd-a370-5373c0174c23" providerId="ADAL" clId="{EFEC3215-73A2-4DE4-A277-7EF0E9B5CC4E}" dt="2024-12-16T09:15:41.738" v="74" actId="47"/>
        <pc:sldMkLst>
          <pc:docMk/>
          <pc:sldMk cId="2506865761" sldId="291"/>
        </pc:sldMkLst>
      </pc:sldChg>
      <pc:sldChg chg="modSp new mod">
        <pc:chgData name="Viet." userId="8b74393f-d80c-47bd-a370-5373c0174c23" providerId="ADAL" clId="{EFEC3215-73A2-4DE4-A277-7EF0E9B5CC4E}" dt="2024-12-17T07:15:44.625" v="2020" actId="27636"/>
        <pc:sldMkLst>
          <pc:docMk/>
          <pc:sldMk cId="2496479116" sldId="292"/>
        </pc:sldMkLst>
      </pc:sldChg>
      <pc:sldChg chg="del">
        <pc:chgData name="Viet." userId="8b74393f-d80c-47bd-a370-5373c0174c23" providerId="ADAL" clId="{EFEC3215-73A2-4DE4-A277-7EF0E9B5CC4E}" dt="2024-12-16T09:15:41.738" v="74" actId="47"/>
        <pc:sldMkLst>
          <pc:docMk/>
          <pc:sldMk cId="3583917961" sldId="292"/>
        </pc:sldMkLst>
      </pc:sldChg>
      <pc:sldChg chg="del">
        <pc:chgData name="Viet." userId="8b74393f-d80c-47bd-a370-5373c0174c23" providerId="ADAL" clId="{EFEC3215-73A2-4DE4-A277-7EF0E9B5CC4E}" dt="2024-12-16T09:15:41.738" v="74" actId="47"/>
        <pc:sldMkLst>
          <pc:docMk/>
          <pc:sldMk cId="1265701753" sldId="293"/>
        </pc:sldMkLst>
      </pc:sldChg>
      <pc:sldChg chg="modSp new mod">
        <pc:chgData name="Viet." userId="8b74393f-d80c-47bd-a370-5373c0174c23" providerId="ADAL" clId="{EFEC3215-73A2-4DE4-A277-7EF0E9B5CC4E}" dt="2024-12-17T07:17:02.030" v="2036" actId="1076"/>
        <pc:sldMkLst>
          <pc:docMk/>
          <pc:sldMk cId="1735533459" sldId="293"/>
        </pc:sldMkLst>
      </pc:sldChg>
      <pc:sldChg chg="modSp new mod">
        <pc:chgData name="Viet." userId="8b74393f-d80c-47bd-a370-5373c0174c23" providerId="ADAL" clId="{EFEC3215-73A2-4DE4-A277-7EF0E9B5CC4E}" dt="2024-12-17T07:17:36.172" v="2053" actId="27636"/>
        <pc:sldMkLst>
          <pc:docMk/>
          <pc:sldMk cId="2015432751" sldId="294"/>
        </pc:sldMkLst>
      </pc:sldChg>
      <pc:sldChg chg="del">
        <pc:chgData name="Viet." userId="8b74393f-d80c-47bd-a370-5373c0174c23" providerId="ADAL" clId="{EFEC3215-73A2-4DE4-A277-7EF0E9B5CC4E}" dt="2024-12-16T09:15:41.738" v="74" actId="47"/>
        <pc:sldMkLst>
          <pc:docMk/>
          <pc:sldMk cId="3992243246" sldId="294"/>
        </pc:sldMkLst>
      </pc:sldChg>
      <pc:sldChg chg="del">
        <pc:chgData name="Viet." userId="8b74393f-d80c-47bd-a370-5373c0174c23" providerId="ADAL" clId="{EFEC3215-73A2-4DE4-A277-7EF0E9B5CC4E}" dt="2024-12-16T09:15:41.738" v="74" actId="47"/>
        <pc:sldMkLst>
          <pc:docMk/>
          <pc:sldMk cId="3466296032" sldId="295"/>
        </pc:sldMkLst>
      </pc:sldChg>
      <pc:sldChg chg="modSp new mod">
        <pc:chgData name="Viet." userId="8b74393f-d80c-47bd-a370-5373c0174c23" providerId="ADAL" clId="{EFEC3215-73A2-4DE4-A277-7EF0E9B5CC4E}" dt="2024-12-17T07:18:34.858" v="2084" actId="20577"/>
        <pc:sldMkLst>
          <pc:docMk/>
          <pc:sldMk cId="3780647802" sldId="295"/>
        </pc:sldMkLst>
      </pc:sldChg>
      <pc:sldChg chg="modSp new mod">
        <pc:chgData name="Viet." userId="8b74393f-d80c-47bd-a370-5373c0174c23" providerId="ADAL" clId="{EFEC3215-73A2-4DE4-A277-7EF0E9B5CC4E}" dt="2024-12-17T09:09:55.182" v="2736" actId="20577"/>
        <pc:sldMkLst>
          <pc:docMk/>
          <pc:sldMk cId="2170392358" sldId="296"/>
        </pc:sldMkLst>
      </pc:sldChg>
      <pc:sldChg chg="del">
        <pc:chgData name="Viet." userId="8b74393f-d80c-47bd-a370-5373c0174c23" providerId="ADAL" clId="{EFEC3215-73A2-4DE4-A277-7EF0E9B5CC4E}" dt="2024-12-16T09:15:41.738" v="74" actId="47"/>
        <pc:sldMkLst>
          <pc:docMk/>
          <pc:sldMk cId="2486421377" sldId="297"/>
        </pc:sldMkLst>
      </pc:sldChg>
      <pc:sldChg chg="modSp new mod">
        <pc:chgData name="Viet." userId="8b74393f-d80c-47bd-a370-5373c0174c23" providerId="ADAL" clId="{EFEC3215-73A2-4DE4-A277-7EF0E9B5CC4E}" dt="2024-12-17T09:17:15.512" v="2866" actId="20577"/>
        <pc:sldMkLst>
          <pc:docMk/>
          <pc:sldMk cId="3872929129" sldId="297"/>
        </pc:sldMkLst>
      </pc:sldChg>
      <pc:sldChg chg="del">
        <pc:chgData name="Viet." userId="8b74393f-d80c-47bd-a370-5373c0174c23" providerId="ADAL" clId="{EFEC3215-73A2-4DE4-A277-7EF0E9B5CC4E}" dt="2024-12-16T09:15:41.738" v="74" actId="47"/>
        <pc:sldMkLst>
          <pc:docMk/>
          <pc:sldMk cId="266466429" sldId="298"/>
        </pc:sldMkLst>
      </pc:sldChg>
      <pc:sldChg chg="modSp new mod">
        <pc:chgData name="Viet." userId="8b74393f-d80c-47bd-a370-5373c0174c23" providerId="ADAL" clId="{EFEC3215-73A2-4DE4-A277-7EF0E9B5CC4E}" dt="2024-12-17T09:18:23.829" v="2889" actId="1076"/>
        <pc:sldMkLst>
          <pc:docMk/>
          <pc:sldMk cId="1063808263" sldId="298"/>
        </pc:sldMkLst>
      </pc:sldChg>
      <pc:sldChg chg="del">
        <pc:chgData name="Viet." userId="8b74393f-d80c-47bd-a370-5373c0174c23" providerId="ADAL" clId="{EFEC3215-73A2-4DE4-A277-7EF0E9B5CC4E}" dt="2024-12-16T09:15:41.738" v="74" actId="47"/>
        <pc:sldMkLst>
          <pc:docMk/>
          <pc:sldMk cId="441416761" sldId="299"/>
        </pc:sldMkLst>
      </pc:sldChg>
      <pc:sldChg chg="addSp delSp modSp new mod ord">
        <pc:chgData name="Viet." userId="8b74393f-d80c-47bd-a370-5373c0174c23" providerId="ADAL" clId="{EFEC3215-73A2-4DE4-A277-7EF0E9B5CC4E}" dt="2024-12-17T09:23:26.276" v="3154" actId="20578"/>
        <pc:sldMkLst>
          <pc:docMk/>
          <pc:sldMk cId="2586431677" sldId="299"/>
        </pc:sldMkLst>
      </pc:sldChg>
      <pc:sldChg chg="modSp new mod ord">
        <pc:chgData name="Viet." userId="8b74393f-d80c-47bd-a370-5373c0174c23" providerId="ADAL" clId="{EFEC3215-73A2-4DE4-A277-7EF0E9B5CC4E}" dt="2024-12-17T08:01:08.386" v="2395" actId="2710"/>
        <pc:sldMkLst>
          <pc:docMk/>
          <pc:sldMk cId="2261838932" sldId="300"/>
        </pc:sldMkLst>
      </pc:sldChg>
      <pc:sldChg chg="del">
        <pc:chgData name="Viet." userId="8b74393f-d80c-47bd-a370-5373c0174c23" providerId="ADAL" clId="{EFEC3215-73A2-4DE4-A277-7EF0E9B5CC4E}" dt="2024-12-16T09:15:41.738" v="74" actId="47"/>
        <pc:sldMkLst>
          <pc:docMk/>
          <pc:sldMk cId="3278453615" sldId="300"/>
        </pc:sldMkLst>
      </pc:sldChg>
      <pc:sldChg chg="modSp new del mod">
        <pc:chgData name="Viet." userId="8b74393f-d80c-47bd-a370-5373c0174c23" providerId="ADAL" clId="{EFEC3215-73A2-4DE4-A277-7EF0E9B5CC4E}" dt="2024-12-17T09:23:04.575" v="3153" actId="47"/>
        <pc:sldMkLst>
          <pc:docMk/>
          <pc:sldMk cId="2269527435" sldId="301"/>
        </pc:sldMkLst>
      </pc:sldChg>
      <pc:sldChg chg="del">
        <pc:chgData name="Viet." userId="8b74393f-d80c-47bd-a370-5373c0174c23" providerId="ADAL" clId="{EFEC3215-73A2-4DE4-A277-7EF0E9B5CC4E}" dt="2024-12-16T09:15:41.738" v="74" actId="47"/>
        <pc:sldMkLst>
          <pc:docMk/>
          <pc:sldMk cId="2642598195" sldId="301"/>
        </pc:sldMkLst>
      </pc:sldChg>
      <pc:sldChg chg="del">
        <pc:chgData name="Viet." userId="8b74393f-d80c-47bd-a370-5373c0174c23" providerId="ADAL" clId="{EFEC3215-73A2-4DE4-A277-7EF0E9B5CC4E}" dt="2024-12-16T09:15:41.738" v="74" actId="47"/>
        <pc:sldMkLst>
          <pc:docMk/>
          <pc:sldMk cId="244231631" sldId="302"/>
        </pc:sldMkLst>
      </pc:sldChg>
      <pc:sldChg chg="modSp new mod">
        <pc:chgData name="Viet." userId="8b74393f-d80c-47bd-a370-5373c0174c23" providerId="ADAL" clId="{EFEC3215-73A2-4DE4-A277-7EF0E9B5CC4E}" dt="2024-12-17T08:06:54.789" v="2516" actId="27636"/>
        <pc:sldMkLst>
          <pc:docMk/>
          <pc:sldMk cId="2332596143" sldId="302"/>
        </pc:sldMkLst>
      </pc:sldChg>
      <pc:sldChg chg="del">
        <pc:chgData name="Viet." userId="8b74393f-d80c-47bd-a370-5373c0174c23" providerId="ADAL" clId="{EFEC3215-73A2-4DE4-A277-7EF0E9B5CC4E}" dt="2024-12-16T09:15:41.738" v="74" actId="47"/>
        <pc:sldMkLst>
          <pc:docMk/>
          <pc:sldMk cId="1873726765" sldId="303"/>
        </pc:sldMkLst>
      </pc:sldChg>
      <pc:sldChg chg="modSp new mod">
        <pc:chgData name="Viet." userId="8b74393f-d80c-47bd-a370-5373c0174c23" providerId="ADAL" clId="{EFEC3215-73A2-4DE4-A277-7EF0E9B5CC4E}" dt="2024-12-17T08:07:41.820" v="2575" actId="5793"/>
        <pc:sldMkLst>
          <pc:docMk/>
          <pc:sldMk cId="2584342512" sldId="303"/>
        </pc:sldMkLst>
      </pc:sldChg>
      <pc:sldChg chg="addSp delSp modSp add mod ord">
        <pc:chgData name="Viet." userId="8b74393f-d80c-47bd-a370-5373c0174c23" providerId="ADAL" clId="{EFEC3215-73A2-4DE4-A277-7EF0E9B5CC4E}" dt="2024-12-17T09:06:09.213" v="2700" actId="27636"/>
        <pc:sldMkLst>
          <pc:docMk/>
          <pc:sldMk cId="374901149" sldId="304"/>
        </pc:sldMkLst>
      </pc:sldChg>
      <pc:sldChg chg="del">
        <pc:chgData name="Viet." userId="8b74393f-d80c-47bd-a370-5373c0174c23" providerId="ADAL" clId="{EFEC3215-73A2-4DE4-A277-7EF0E9B5CC4E}" dt="2024-12-16T09:15:41.738" v="74" actId="47"/>
        <pc:sldMkLst>
          <pc:docMk/>
          <pc:sldMk cId="2846015175" sldId="305"/>
        </pc:sldMkLst>
      </pc:sldChg>
      <pc:sldChg chg="addSp delSp modSp new mod">
        <pc:chgData name="Viet." userId="8b74393f-d80c-47bd-a370-5373c0174c23" providerId="ADAL" clId="{EFEC3215-73A2-4DE4-A277-7EF0E9B5CC4E}" dt="2024-12-17T08:48:20.603" v="2676" actId="1076"/>
        <pc:sldMkLst>
          <pc:docMk/>
          <pc:sldMk cId="3081904753" sldId="305"/>
        </pc:sldMkLst>
      </pc:sldChg>
      <pc:sldChg chg="del">
        <pc:chgData name="Viet." userId="8b74393f-d80c-47bd-a370-5373c0174c23" providerId="ADAL" clId="{EFEC3215-73A2-4DE4-A277-7EF0E9B5CC4E}" dt="2024-12-16T09:15:41.738" v="74" actId="47"/>
        <pc:sldMkLst>
          <pc:docMk/>
          <pc:sldMk cId="542786232" sldId="306"/>
        </pc:sldMkLst>
      </pc:sldChg>
      <pc:sldChg chg="addSp delSp modSp new mod">
        <pc:chgData name="Viet." userId="8b74393f-d80c-47bd-a370-5373c0174c23" providerId="ADAL" clId="{EFEC3215-73A2-4DE4-A277-7EF0E9B5CC4E}" dt="2024-12-17T08:59:29.096" v="2696" actId="1076"/>
        <pc:sldMkLst>
          <pc:docMk/>
          <pc:sldMk cId="1499146899" sldId="306"/>
        </pc:sldMkLst>
      </pc:sldChg>
      <pc:sldChg chg="del">
        <pc:chgData name="Viet." userId="8b74393f-d80c-47bd-a370-5373c0174c23" providerId="ADAL" clId="{EFEC3215-73A2-4DE4-A277-7EF0E9B5CC4E}" dt="2024-12-16T09:15:41.738" v="74" actId="47"/>
        <pc:sldMkLst>
          <pc:docMk/>
          <pc:sldMk cId="2044325086" sldId="307"/>
        </pc:sldMkLst>
      </pc:sldChg>
      <pc:sldChg chg="addSp delSp modSp new mod">
        <pc:chgData name="Viet." userId="8b74393f-d80c-47bd-a370-5373c0174c23" providerId="ADAL" clId="{EFEC3215-73A2-4DE4-A277-7EF0E9B5CC4E}" dt="2024-12-17T09:09:12.731" v="2732" actId="20577"/>
        <pc:sldMkLst>
          <pc:docMk/>
          <pc:sldMk cId="3810094672" sldId="307"/>
        </pc:sldMkLst>
      </pc:sldChg>
      <pc:sldChg chg="addSp delSp modSp new mod">
        <pc:chgData name="Viet." userId="8b74393f-d80c-47bd-a370-5373c0174c23" providerId="ADAL" clId="{EFEC3215-73A2-4DE4-A277-7EF0E9B5CC4E}" dt="2024-12-17T09:12:00.209" v="2863" actId="20577"/>
        <pc:sldMkLst>
          <pc:docMk/>
          <pc:sldMk cId="611906321" sldId="308"/>
        </pc:sldMkLst>
      </pc:sldChg>
      <pc:sldChg chg="new del">
        <pc:chgData name="Viet." userId="8b74393f-d80c-47bd-a370-5373c0174c23" providerId="ADAL" clId="{EFEC3215-73A2-4DE4-A277-7EF0E9B5CC4E}" dt="2024-12-17T09:09:28.746" v="2734" actId="47"/>
        <pc:sldMkLst>
          <pc:docMk/>
          <pc:sldMk cId="2272079847" sldId="308"/>
        </pc:sldMkLst>
      </pc:sldChg>
      <pc:sldChg chg="del">
        <pc:chgData name="Viet." userId="8b74393f-d80c-47bd-a370-5373c0174c23" providerId="ADAL" clId="{EFEC3215-73A2-4DE4-A277-7EF0E9B5CC4E}" dt="2024-12-16T09:15:41.738" v="74" actId="47"/>
        <pc:sldMkLst>
          <pc:docMk/>
          <pc:sldMk cId="3623335234" sldId="309"/>
        </pc:sldMkLst>
      </pc:sldChg>
      <pc:sldChg chg="addSp delSp modSp new mod">
        <pc:chgData name="Viet." userId="8b74393f-d80c-47bd-a370-5373c0174c23" providerId="ADAL" clId="{EFEC3215-73A2-4DE4-A277-7EF0E9B5CC4E}" dt="2024-12-17T09:18:16.083" v="2888" actId="20577"/>
        <pc:sldMkLst>
          <pc:docMk/>
          <pc:sldMk cId="3662474671" sldId="309"/>
        </pc:sldMkLst>
      </pc:sldChg>
      <pc:sldChg chg="addSp delSp modSp new mod">
        <pc:chgData name="Viet." userId="8b74393f-d80c-47bd-a370-5373c0174c23" providerId="ADAL" clId="{EFEC3215-73A2-4DE4-A277-7EF0E9B5CC4E}" dt="2024-12-17T09:20:51.935" v="2964" actId="27636"/>
        <pc:sldMkLst>
          <pc:docMk/>
          <pc:sldMk cId="1377718189" sldId="310"/>
        </pc:sldMkLst>
      </pc:sldChg>
      <pc:sldChg chg="del">
        <pc:chgData name="Viet." userId="8b74393f-d80c-47bd-a370-5373c0174c23" providerId="ADAL" clId="{EFEC3215-73A2-4DE4-A277-7EF0E9B5CC4E}" dt="2024-12-16T09:15:41.738" v="74" actId="47"/>
        <pc:sldMkLst>
          <pc:docMk/>
          <pc:sldMk cId="2324870116" sldId="310"/>
        </pc:sldMkLst>
      </pc:sldChg>
      <pc:sldChg chg="modSp new mod">
        <pc:chgData name="Viet." userId="8b74393f-d80c-47bd-a370-5373c0174c23" providerId="ADAL" clId="{EFEC3215-73A2-4DE4-A277-7EF0E9B5CC4E}" dt="2024-12-17T09:23:01.006" v="3152" actId="27636"/>
        <pc:sldMkLst>
          <pc:docMk/>
          <pc:sldMk cId="2740724356" sldId="311"/>
        </pc:sldMkLst>
      </pc:sldChg>
      <pc:sldChg chg="del">
        <pc:chgData name="Viet." userId="8b74393f-d80c-47bd-a370-5373c0174c23" providerId="ADAL" clId="{EFEC3215-73A2-4DE4-A277-7EF0E9B5CC4E}" dt="2024-12-16T09:15:41.738" v="74" actId="47"/>
        <pc:sldMkLst>
          <pc:docMk/>
          <pc:sldMk cId="3718723415" sldId="311"/>
        </pc:sldMkLst>
      </pc:sldChg>
      <pc:sldChg chg="del">
        <pc:chgData name="Viet." userId="8b74393f-d80c-47bd-a370-5373c0174c23" providerId="ADAL" clId="{EFEC3215-73A2-4DE4-A277-7EF0E9B5CC4E}" dt="2024-12-16T09:15:41.738" v="74" actId="47"/>
        <pc:sldMkLst>
          <pc:docMk/>
          <pc:sldMk cId="808095627" sldId="312"/>
        </pc:sldMkLst>
      </pc:sldChg>
      <pc:sldChg chg="del">
        <pc:chgData name="Viet." userId="8b74393f-d80c-47bd-a370-5373c0174c23" providerId="ADAL" clId="{EFEC3215-73A2-4DE4-A277-7EF0E9B5CC4E}" dt="2024-12-16T09:15:41.738" v="74" actId="47"/>
        <pc:sldMkLst>
          <pc:docMk/>
          <pc:sldMk cId="2415700636" sldId="313"/>
        </pc:sldMkLst>
      </pc:sldChg>
      <pc:sldChg chg="del">
        <pc:chgData name="Viet." userId="8b74393f-d80c-47bd-a370-5373c0174c23" providerId="ADAL" clId="{EFEC3215-73A2-4DE4-A277-7EF0E9B5CC4E}" dt="2024-12-16T09:15:41.738" v="74" actId="47"/>
        <pc:sldMkLst>
          <pc:docMk/>
          <pc:sldMk cId="2809350118" sldId="314"/>
        </pc:sldMkLst>
      </pc:sldChg>
    </pc:docChg>
  </pc:docChgLst>
  <pc:docChgLst>
    <pc:chgData name="Viet." userId="8b74393f-d80c-47bd-a370-5373c0174c23" providerId="ADAL" clId="{15D06D5B-A851-4BAC-933B-A150F21C6777}"/>
    <pc:docChg chg="undo redo custSel addSld delSld modSld sldOrd addSection delSection modSection">
      <pc:chgData name="Viet." userId="8b74393f-d80c-47bd-a370-5373c0174c23" providerId="ADAL" clId="{15D06D5B-A851-4BAC-933B-A150F21C6777}" dt="2024-12-19T10:27:32.718" v="3179" actId="20577"/>
      <pc:docMkLst>
        <pc:docMk/>
      </pc:docMkLst>
      <pc:sldChg chg="add del">
        <pc:chgData name="Viet." userId="8b74393f-d80c-47bd-a370-5373c0174c23" providerId="ADAL" clId="{15D06D5B-A851-4BAC-933B-A150F21C6777}" dt="2024-12-18T02:40:17.368" v="132"/>
        <pc:sldMkLst>
          <pc:docMk/>
          <pc:sldMk cId="0" sldId="257"/>
        </pc:sldMkLst>
      </pc:sldChg>
      <pc:sldChg chg="modSp mod">
        <pc:chgData name="Viet." userId="8b74393f-d80c-47bd-a370-5373c0174c23" providerId="ADAL" clId="{15D06D5B-A851-4BAC-933B-A150F21C6777}" dt="2024-12-19T04:34:55.376" v="1141" actId="20577"/>
        <pc:sldMkLst>
          <pc:docMk/>
          <pc:sldMk cId="1253848682" sldId="267"/>
        </pc:sldMkLst>
        <pc:spChg chg="mod">
          <ac:chgData name="Viet." userId="8b74393f-d80c-47bd-a370-5373c0174c23" providerId="ADAL" clId="{15D06D5B-A851-4BAC-933B-A150F21C6777}" dt="2024-12-19T04:34:55.376" v="1141" actId="20577"/>
          <ac:spMkLst>
            <pc:docMk/>
            <pc:sldMk cId="1253848682" sldId="267"/>
            <ac:spMk id="2" creationId="{78EACC5C-4747-42C2-9BF5-D1B4A984743F}"/>
          </ac:spMkLst>
        </pc:spChg>
      </pc:sldChg>
      <pc:sldChg chg="modSp new del mod ord">
        <pc:chgData name="Viet." userId="8b74393f-d80c-47bd-a370-5373c0174c23" providerId="ADAL" clId="{15D06D5B-A851-4BAC-933B-A150F21C6777}" dt="2024-12-19T09:03:53.477" v="2531" actId="47"/>
        <pc:sldMkLst>
          <pc:docMk/>
          <pc:sldMk cId="2294235092" sldId="270"/>
        </pc:sldMkLst>
      </pc:sldChg>
      <pc:sldChg chg="addSp delSp modSp new del mod ord">
        <pc:chgData name="Viet." userId="8b74393f-d80c-47bd-a370-5373c0174c23" providerId="ADAL" clId="{15D06D5B-A851-4BAC-933B-A150F21C6777}" dt="2024-12-18T03:40:16.052" v="486" actId="47"/>
        <pc:sldMkLst>
          <pc:docMk/>
          <pc:sldMk cId="2391049811" sldId="271"/>
        </pc:sldMkLst>
      </pc:sldChg>
      <pc:sldChg chg="addSp modSp new del mod ord">
        <pc:chgData name="Viet." userId="8b74393f-d80c-47bd-a370-5373c0174c23" providerId="ADAL" clId="{15D06D5B-A851-4BAC-933B-A150F21C6777}" dt="2024-12-18T03:40:18.928" v="487" actId="47"/>
        <pc:sldMkLst>
          <pc:docMk/>
          <pc:sldMk cId="512132418" sldId="272"/>
        </pc:sldMkLst>
      </pc:sldChg>
      <pc:sldChg chg="new del">
        <pc:chgData name="Viet." userId="8b74393f-d80c-47bd-a370-5373c0174c23" providerId="ADAL" clId="{15D06D5B-A851-4BAC-933B-A150F21C6777}" dt="2024-12-17T10:40:00.859" v="120" actId="47"/>
        <pc:sldMkLst>
          <pc:docMk/>
          <pc:sldMk cId="300599693" sldId="273"/>
        </pc:sldMkLst>
      </pc:sldChg>
      <pc:sldChg chg="del">
        <pc:chgData name="Viet." userId="8b74393f-d80c-47bd-a370-5373c0174c23" providerId="ADAL" clId="{15D06D5B-A851-4BAC-933B-A150F21C6777}" dt="2024-12-17T09:35:45.642" v="0" actId="47"/>
        <pc:sldMkLst>
          <pc:docMk/>
          <pc:sldMk cId="711413094" sldId="273"/>
        </pc:sldMkLst>
      </pc:sldChg>
      <pc:sldChg chg="modSp new del mod ord">
        <pc:chgData name="Viet." userId="8b74393f-d80c-47bd-a370-5373c0174c23" providerId="ADAL" clId="{15D06D5B-A851-4BAC-933B-A150F21C6777}" dt="2024-12-19T09:03:59.424" v="2532" actId="47"/>
        <pc:sldMkLst>
          <pc:docMk/>
          <pc:sldMk cId="1141335960" sldId="274"/>
        </pc:sldMkLst>
      </pc:sldChg>
      <pc:sldChg chg="addSp modSp new add del mod">
        <pc:chgData name="Viet." userId="8b74393f-d80c-47bd-a370-5373c0174c23" providerId="ADAL" clId="{15D06D5B-A851-4BAC-933B-A150F21C6777}" dt="2024-12-18T03:40:51.694" v="492" actId="47"/>
        <pc:sldMkLst>
          <pc:docMk/>
          <pc:sldMk cId="1346279760" sldId="275"/>
        </pc:sldMkLst>
      </pc:sldChg>
      <pc:sldChg chg="addSp modSp new del mod">
        <pc:chgData name="Viet." userId="8b74393f-d80c-47bd-a370-5373c0174c23" providerId="ADAL" clId="{15D06D5B-A851-4BAC-933B-A150F21C6777}" dt="2024-12-18T03:40:55.401" v="493" actId="47"/>
        <pc:sldMkLst>
          <pc:docMk/>
          <pc:sldMk cId="2640327072" sldId="276"/>
        </pc:sldMkLst>
      </pc:sldChg>
      <pc:sldChg chg="modSp new add del mod">
        <pc:chgData name="Viet." userId="8b74393f-d80c-47bd-a370-5373c0174c23" providerId="ADAL" clId="{15D06D5B-A851-4BAC-933B-A150F21C6777}" dt="2024-12-19T09:03:53.477" v="2531" actId="47"/>
        <pc:sldMkLst>
          <pc:docMk/>
          <pc:sldMk cId="1334206036" sldId="277"/>
        </pc:sldMkLst>
      </pc:sldChg>
      <pc:sldChg chg="modSp new del mod">
        <pc:chgData name="Viet." userId="8b74393f-d80c-47bd-a370-5373c0174c23" providerId="ADAL" clId="{15D06D5B-A851-4BAC-933B-A150F21C6777}" dt="2024-12-19T09:03:53.477" v="2531" actId="47"/>
        <pc:sldMkLst>
          <pc:docMk/>
          <pc:sldMk cId="4269348955" sldId="278"/>
        </pc:sldMkLst>
      </pc:sldChg>
      <pc:sldChg chg="modSp new del mod">
        <pc:chgData name="Viet." userId="8b74393f-d80c-47bd-a370-5373c0174c23" providerId="ADAL" clId="{15D06D5B-A851-4BAC-933B-A150F21C6777}" dt="2024-12-19T09:03:53.477" v="2531" actId="47"/>
        <pc:sldMkLst>
          <pc:docMk/>
          <pc:sldMk cId="3592804431" sldId="279"/>
        </pc:sldMkLst>
      </pc:sldChg>
      <pc:sldChg chg="modSp new del mod">
        <pc:chgData name="Viet." userId="8b74393f-d80c-47bd-a370-5373c0174c23" providerId="ADAL" clId="{15D06D5B-A851-4BAC-933B-A150F21C6777}" dt="2024-12-19T09:03:53.477" v="2531" actId="47"/>
        <pc:sldMkLst>
          <pc:docMk/>
          <pc:sldMk cId="3374178441" sldId="280"/>
        </pc:sldMkLst>
      </pc:sldChg>
      <pc:sldChg chg="modSp new del mod">
        <pc:chgData name="Viet." userId="8b74393f-d80c-47bd-a370-5373c0174c23" providerId="ADAL" clId="{15D06D5B-A851-4BAC-933B-A150F21C6777}" dt="2024-12-19T09:03:53.477" v="2531" actId="47"/>
        <pc:sldMkLst>
          <pc:docMk/>
          <pc:sldMk cId="105915905" sldId="281"/>
        </pc:sldMkLst>
      </pc:sldChg>
      <pc:sldChg chg="modSp new del mod">
        <pc:chgData name="Viet." userId="8b74393f-d80c-47bd-a370-5373c0174c23" providerId="ADAL" clId="{15D06D5B-A851-4BAC-933B-A150F21C6777}" dt="2024-12-19T09:03:53.477" v="2531" actId="47"/>
        <pc:sldMkLst>
          <pc:docMk/>
          <pc:sldMk cId="3278564320" sldId="282"/>
        </pc:sldMkLst>
      </pc:sldChg>
      <pc:sldChg chg="del">
        <pc:chgData name="Viet." userId="8b74393f-d80c-47bd-a370-5373c0174c23" providerId="ADAL" clId="{15D06D5B-A851-4BAC-933B-A150F21C6777}" dt="2024-12-17T09:35:45.642" v="0" actId="47"/>
        <pc:sldMkLst>
          <pc:docMk/>
          <pc:sldMk cId="3857908653" sldId="282"/>
        </pc:sldMkLst>
      </pc:sldChg>
      <pc:sldChg chg="modSp new del mod">
        <pc:chgData name="Viet." userId="8b74393f-d80c-47bd-a370-5373c0174c23" providerId="ADAL" clId="{15D06D5B-A851-4BAC-933B-A150F21C6777}" dt="2024-12-19T09:03:53.477" v="2531" actId="47"/>
        <pc:sldMkLst>
          <pc:docMk/>
          <pc:sldMk cId="1386947779" sldId="283"/>
        </pc:sldMkLst>
      </pc:sldChg>
      <pc:sldChg chg="del">
        <pc:chgData name="Viet." userId="8b74393f-d80c-47bd-a370-5373c0174c23" providerId="ADAL" clId="{15D06D5B-A851-4BAC-933B-A150F21C6777}" dt="2024-12-17T09:35:45.642" v="0" actId="47"/>
        <pc:sldMkLst>
          <pc:docMk/>
          <pc:sldMk cId="4128601278" sldId="284"/>
        </pc:sldMkLst>
      </pc:sldChg>
      <pc:sldChg chg="del">
        <pc:chgData name="Viet." userId="8b74393f-d80c-47bd-a370-5373c0174c23" providerId="ADAL" clId="{15D06D5B-A851-4BAC-933B-A150F21C6777}" dt="2024-12-17T09:35:45.642" v="0" actId="47"/>
        <pc:sldMkLst>
          <pc:docMk/>
          <pc:sldMk cId="2925532911" sldId="285"/>
        </pc:sldMkLst>
      </pc:sldChg>
      <pc:sldChg chg="del">
        <pc:chgData name="Viet." userId="8b74393f-d80c-47bd-a370-5373c0174c23" providerId="ADAL" clId="{15D06D5B-A851-4BAC-933B-A150F21C6777}" dt="2024-12-17T09:35:45.642" v="0" actId="47"/>
        <pc:sldMkLst>
          <pc:docMk/>
          <pc:sldMk cId="1947254076" sldId="286"/>
        </pc:sldMkLst>
      </pc:sldChg>
      <pc:sldChg chg="del">
        <pc:chgData name="Viet." userId="8b74393f-d80c-47bd-a370-5373c0174c23" providerId="ADAL" clId="{15D06D5B-A851-4BAC-933B-A150F21C6777}" dt="2024-12-17T09:35:45.642" v="0" actId="47"/>
        <pc:sldMkLst>
          <pc:docMk/>
          <pc:sldMk cId="3638254920" sldId="287"/>
        </pc:sldMkLst>
      </pc:sldChg>
      <pc:sldChg chg="del">
        <pc:chgData name="Viet." userId="8b74393f-d80c-47bd-a370-5373c0174c23" providerId="ADAL" clId="{15D06D5B-A851-4BAC-933B-A150F21C6777}" dt="2024-12-17T09:35:45.642" v="0" actId="47"/>
        <pc:sldMkLst>
          <pc:docMk/>
          <pc:sldMk cId="4226850554" sldId="288"/>
        </pc:sldMkLst>
      </pc:sldChg>
      <pc:sldChg chg="del">
        <pc:chgData name="Viet." userId="8b74393f-d80c-47bd-a370-5373c0174c23" providerId="ADAL" clId="{15D06D5B-A851-4BAC-933B-A150F21C6777}" dt="2024-12-17T09:35:45.642" v="0" actId="47"/>
        <pc:sldMkLst>
          <pc:docMk/>
          <pc:sldMk cId="706688020" sldId="289"/>
        </pc:sldMkLst>
      </pc:sldChg>
      <pc:sldChg chg="del">
        <pc:chgData name="Viet." userId="8b74393f-d80c-47bd-a370-5373c0174c23" providerId="ADAL" clId="{15D06D5B-A851-4BAC-933B-A150F21C6777}" dt="2024-12-17T09:35:45.642" v="0" actId="47"/>
        <pc:sldMkLst>
          <pc:docMk/>
          <pc:sldMk cId="3003119213" sldId="290"/>
        </pc:sldMkLst>
      </pc:sldChg>
      <pc:sldChg chg="del">
        <pc:chgData name="Viet." userId="8b74393f-d80c-47bd-a370-5373c0174c23" providerId="ADAL" clId="{15D06D5B-A851-4BAC-933B-A150F21C6777}" dt="2024-12-17T09:35:45.642" v="0" actId="47"/>
        <pc:sldMkLst>
          <pc:docMk/>
          <pc:sldMk cId="828158414" sldId="291"/>
        </pc:sldMkLst>
      </pc:sldChg>
      <pc:sldChg chg="del">
        <pc:chgData name="Viet." userId="8b74393f-d80c-47bd-a370-5373c0174c23" providerId="ADAL" clId="{15D06D5B-A851-4BAC-933B-A150F21C6777}" dt="2024-12-17T09:35:45.642" v="0" actId="47"/>
        <pc:sldMkLst>
          <pc:docMk/>
          <pc:sldMk cId="2496479116" sldId="292"/>
        </pc:sldMkLst>
      </pc:sldChg>
      <pc:sldChg chg="del">
        <pc:chgData name="Viet." userId="8b74393f-d80c-47bd-a370-5373c0174c23" providerId="ADAL" clId="{15D06D5B-A851-4BAC-933B-A150F21C6777}" dt="2024-12-17T09:35:45.642" v="0" actId="47"/>
        <pc:sldMkLst>
          <pc:docMk/>
          <pc:sldMk cId="1735533459" sldId="293"/>
        </pc:sldMkLst>
      </pc:sldChg>
      <pc:sldChg chg="del">
        <pc:chgData name="Viet." userId="8b74393f-d80c-47bd-a370-5373c0174c23" providerId="ADAL" clId="{15D06D5B-A851-4BAC-933B-A150F21C6777}" dt="2024-12-17T09:35:45.642" v="0" actId="47"/>
        <pc:sldMkLst>
          <pc:docMk/>
          <pc:sldMk cId="2015432751" sldId="294"/>
        </pc:sldMkLst>
      </pc:sldChg>
      <pc:sldChg chg="del">
        <pc:chgData name="Viet." userId="8b74393f-d80c-47bd-a370-5373c0174c23" providerId="ADAL" clId="{15D06D5B-A851-4BAC-933B-A150F21C6777}" dt="2024-12-17T09:35:45.642" v="0" actId="47"/>
        <pc:sldMkLst>
          <pc:docMk/>
          <pc:sldMk cId="3780647802" sldId="295"/>
        </pc:sldMkLst>
      </pc:sldChg>
      <pc:sldChg chg="del">
        <pc:chgData name="Viet." userId="8b74393f-d80c-47bd-a370-5373c0174c23" providerId="ADAL" clId="{15D06D5B-A851-4BAC-933B-A150F21C6777}" dt="2024-12-17T09:35:45.642" v="0" actId="47"/>
        <pc:sldMkLst>
          <pc:docMk/>
          <pc:sldMk cId="2170392358" sldId="296"/>
        </pc:sldMkLst>
      </pc:sldChg>
      <pc:sldChg chg="del">
        <pc:chgData name="Viet." userId="8b74393f-d80c-47bd-a370-5373c0174c23" providerId="ADAL" clId="{15D06D5B-A851-4BAC-933B-A150F21C6777}" dt="2024-12-17T09:35:45.642" v="0" actId="47"/>
        <pc:sldMkLst>
          <pc:docMk/>
          <pc:sldMk cId="3872929129" sldId="297"/>
        </pc:sldMkLst>
      </pc:sldChg>
      <pc:sldChg chg="del">
        <pc:chgData name="Viet." userId="8b74393f-d80c-47bd-a370-5373c0174c23" providerId="ADAL" clId="{15D06D5B-A851-4BAC-933B-A150F21C6777}" dt="2024-12-17T09:35:45.642" v="0" actId="47"/>
        <pc:sldMkLst>
          <pc:docMk/>
          <pc:sldMk cId="1063808263" sldId="298"/>
        </pc:sldMkLst>
      </pc:sldChg>
      <pc:sldChg chg="del">
        <pc:chgData name="Viet." userId="8b74393f-d80c-47bd-a370-5373c0174c23" providerId="ADAL" clId="{15D06D5B-A851-4BAC-933B-A150F21C6777}" dt="2024-12-17T09:35:45.642" v="0" actId="47"/>
        <pc:sldMkLst>
          <pc:docMk/>
          <pc:sldMk cId="2586431677" sldId="299"/>
        </pc:sldMkLst>
      </pc:sldChg>
      <pc:sldChg chg="del">
        <pc:chgData name="Viet." userId="8b74393f-d80c-47bd-a370-5373c0174c23" providerId="ADAL" clId="{15D06D5B-A851-4BAC-933B-A150F21C6777}" dt="2024-12-17T09:35:45.642" v="0" actId="47"/>
        <pc:sldMkLst>
          <pc:docMk/>
          <pc:sldMk cId="2261838932" sldId="300"/>
        </pc:sldMkLst>
      </pc:sldChg>
      <pc:sldChg chg="modSp add del mod">
        <pc:chgData name="Viet." userId="8b74393f-d80c-47bd-a370-5373c0174c23" providerId="ADAL" clId="{15D06D5B-A851-4BAC-933B-A150F21C6777}" dt="2024-12-19T09:03:53.477" v="2531" actId="47"/>
        <pc:sldMkLst>
          <pc:docMk/>
          <pc:sldMk cId="795559418" sldId="301"/>
        </pc:sldMkLst>
      </pc:sldChg>
      <pc:sldChg chg="modSp add del mod">
        <pc:chgData name="Viet." userId="8b74393f-d80c-47bd-a370-5373c0174c23" providerId="ADAL" clId="{15D06D5B-A851-4BAC-933B-A150F21C6777}" dt="2024-12-19T09:03:53.477" v="2531" actId="47"/>
        <pc:sldMkLst>
          <pc:docMk/>
          <pc:sldMk cId="2053568785" sldId="302"/>
        </pc:sldMkLst>
      </pc:sldChg>
      <pc:sldChg chg="del">
        <pc:chgData name="Viet." userId="8b74393f-d80c-47bd-a370-5373c0174c23" providerId="ADAL" clId="{15D06D5B-A851-4BAC-933B-A150F21C6777}" dt="2024-12-17T09:35:45.642" v="0" actId="47"/>
        <pc:sldMkLst>
          <pc:docMk/>
          <pc:sldMk cId="2332596143" sldId="302"/>
        </pc:sldMkLst>
      </pc:sldChg>
      <pc:sldChg chg="del">
        <pc:chgData name="Viet." userId="8b74393f-d80c-47bd-a370-5373c0174c23" providerId="ADAL" clId="{15D06D5B-A851-4BAC-933B-A150F21C6777}" dt="2024-12-17T09:35:45.642" v="0" actId="47"/>
        <pc:sldMkLst>
          <pc:docMk/>
          <pc:sldMk cId="2584342512" sldId="303"/>
        </pc:sldMkLst>
      </pc:sldChg>
      <pc:sldChg chg="del">
        <pc:chgData name="Viet." userId="8b74393f-d80c-47bd-a370-5373c0174c23" providerId="ADAL" clId="{15D06D5B-A851-4BAC-933B-A150F21C6777}" dt="2024-12-17T09:35:45.642" v="0" actId="47"/>
        <pc:sldMkLst>
          <pc:docMk/>
          <pc:sldMk cId="374901149" sldId="304"/>
        </pc:sldMkLst>
      </pc:sldChg>
      <pc:sldChg chg="del">
        <pc:chgData name="Viet." userId="8b74393f-d80c-47bd-a370-5373c0174c23" providerId="ADAL" clId="{15D06D5B-A851-4BAC-933B-A150F21C6777}" dt="2024-12-17T09:35:45.642" v="0" actId="47"/>
        <pc:sldMkLst>
          <pc:docMk/>
          <pc:sldMk cId="3081904753" sldId="305"/>
        </pc:sldMkLst>
      </pc:sldChg>
      <pc:sldChg chg="del">
        <pc:chgData name="Viet." userId="8b74393f-d80c-47bd-a370-5373c0174c23" providerId="ADAL" clId="{15D06D5B-A851-4BAC-933B-A150F21C6777}" dt="2024-12-17T09:35:45.642" v="0" actId="47"/>
        <pc:sldMkLst>
          <pc:docMk/>
          <pc:sldMk cId="1499146899" sldId="306"/>
        </pc:sldMkLst>
      </pc:sldChg>
      <pc:sldChg chg="del">
        <pc:chgData name="Viet." userId="8b74393f-d80c-47bd-a370-5373c0174c23" providerId="ADAL" clId="{15D06D5B-A851-4BAC-933B-A150F21C6777}" dt="2024-12-17T09:35:45.642" v="0" actId="47"/>
        <pc:sldMkLst>
          <pc:docMk/>
          <pc:sldMk cId="3810094672" sldId="307"/>
        </pc:sldMkLst>
      </pc:sldChg>
      <pc:sldChg chg="del">
        <pc:chgData name="Viet." userId="8b74393f-d80c-47bd-a370-5373c0174c23" providerId="ADAL" clId="{15D06D5B-A851-4BAC-933B-A150F21C6777}" dt="2024-12-17T09:35:45.642" v="0" actId="47"/>
        <pc:sldMkLst>
          <pc:docMk/>
          <pc:sldMk cId="611906321" sldId="308"/>
        </pc:sldMkLst>
      </pc:sldChg>
      <pc:sldChg chg="del">
        <pc:chgData name="Viet." userId="8b74393f-d80c-47bd-a370-5373c0174c23" providerId="ADAL" clId="{15D06D5B-A851-4BAC-933B-A150F21C6777}" dt="2024-12-17T09:35:45.642" v="0" actId="47"/>
        <pc:sldMkLst>
          <pc:docMk/>
          <pc:sldMk cId="3662474671" sldId="309"/>
        </pc:sldMkLst>
      </pc:sldChg>
      <pc:sldChg chg="del">
        <pc:chgData name="Viet." userId="8b74393f-d80c-47bd-a370-5373c0174c23" providerId="ADAL" clId="{15D06D5B-A851-4BAC-933B-A150F21C6777}" dt="2024-12-17T09:35:45.642" v="0" actId="47"/>
        <pc:sldMkLst>
          <pc:docMk/>
          <pc:sldMk cId="1377718189" sldId="310"/>
        </pc:sldMkLst>
      </pc:sldChg>
      <pc:sldChg chg="del">
        <pc:chgData name="Viet." userId="8b74393f-d80c-47bd-a370-5373c0174c23" providerId="ADAL" clId="{15D06D5B-A851-4BAC-933B-A150F21C6777}" dt="2024-12-17T09:35:45.642" v="0" actId="47"/>
        <pc:sldMkLst>
          <pc:docMk/>
          <pc:sldMk cId="2740724356" sldId="311"/>
        </pc:sldMkLst>
      </pc:sldChg>
      <pc:sldChg chg="add del">
        <pc:chgData name="Viet." userId="8b74393f-d80c-47bd-a370-5373c0174c23" providerId="ADAL" clId="{15D06D5B-A851-4BAC-933B-A150F21C6777}" dt="2024-12-19T09:03:53.477" v="2531" actId="47"/>
        <pc:sldMkLst>
          <pc:docMk/>
          <pc:sldMk cId="2443509954" sldId="313"/>
        </pc:sldMkLst>
      </pc:sldChg>
      <pc:sldChg chg="add del">
        <pc:chgData name="Viet." userId="8b74393f-d80c-47bd-a370-5373c0174c23" providerId="ADAL" clId="{15D06D5B-A851-4BAC-933B-A150F21C6777}" dt="2024-12-19T09:03:53.477" v="2531" actId="47"/>
        <pc:sldMkLst>
          <pc:docMk/>
          <pc:sldMk cId="1717253392" sldId="314"/>
        </pc:sldMkLst>
      </pc:sldChg>
      <pc:sldChg chg="add del">
        <pc:chgData name="Viet." userId="8b74393f-d80c-47bd-a370-5373c0174c23" providerId="ADAL" clId="{15D06D5B-A851-4BAC-933B-A150F21C6777}" dt="2024-12-19T09:03:53.477" v="2531" actId="47"/>
        <pc:sldMkLst>
          <pc:docMk/>
          <pc:sldMk cId="386409076" sldId="315"/>
        </pc:sldMkLst>
      </pc:sldChg>
      <pc:sldChg chg="modSp add del mod">
        <pc:chgData name="Viet." userId="8b74393f-d80c-47bd-a370-5373c0174c23" providerId="ADAL" clId="{15D06D5B-A851-4BAC-933B-A150F21C6777}" dt="2024-12-19T09:03:53.477" v="2531" actId="47"/>
        <pc:sldMkLst>
          <pc:docMk/>
          <pc:sldMk cId="1665186095" sldId="316"/>
        </pc:sldMkLst>
      </pc:sldChg>
      <pc:sldChg chg="add del">
        <pc:chgData name="Viet." userId="8b74393f-d80c-47bd-a370-5373c0174c23" providerId="ADAL" clId="{15D06D5B-A851-4BAC-933B-A150F21C6777}" dt="2024-12-19T09:03:53.477" v="2531" actId="47"/>
        <pc:sldMkLst>
          <pc:docMk/>
          <pc:sldMk cId="2788509859" sldId="317"/>
        </pc:sldMkLst>
      </pc:sldChg>
      <pc:sldChg chg="modSp add del mod">
        <pc:chgData name="Viet." userId="8b74393f-d80c-47bd-a370-5373c0174c23" providerId="ADAL" clId="{15D06D5B-A851-4BAC-933B-A150F21C6777}" dt="2024-12-19T09:03:53.477" v="2531" actId="47"/>
        <pc:sldMkLst>
          <pc:docMk/>
          <pc:sldMk cId="3067266955" sldId="318"/>
        </pc:sldMkLst>
      </pc:sldChg>
      <pc:sldChg chg="modSp add del mod">
        <pc:chgData name="Viet." userId="8b74393f-d80c-47bd-a370-5373c0174c23" providerId="ADAL" clId="{15D06D5B-A851-4BAC-933B-A150F21C6777}" dt="2024-12-19T09:03:53.477" v="2531" actId="47"/>
        <pc:sldMkLst>
          <pc:docMk/>
          <pc:sldMk cId="3539712564" sldId="319"/>
        </pc:sldMkLst>
      </pc:sldChg>
      <pc:sldChg chg="add del">
        <pc:chgData name="Viet." userId="8b74393f-d80c-47bd-a370-5373c0174c23" providerId="ADAL" clId="{15D06D5B-A851-4BAC-933B-A150F21C6777}" dt="2024-12-19T09:03:53.477" v="2531" actId="47"/>
        <pc:sldMkLst>
          <pc:docMk/>
          <pc:sldMk cId="381941445" sldId="320"/>
        </pc:sldMkLst>
      </pc:sldChg>
      <pc:sldChg chg="add del">
        <pc:chgData name="Viet." userId="8b74393f-d80c-47bd-a370-5373c0174c23" providerId="ADAL" clId="{15D06D5B-A851-4BAC-933B-A150F21C6777}" dt="2024-12-19T09:03:53.477" v="2531" actId="47"/>
        <pc:sldMkLst>
          <pc:docMk/>
          <pc:sldMk cId="2344728321" sldId="322"/>
        </pc:sldMkLst>
      </pc:sldChg>
      <pc:sldChg chg="modSp add del mod">
        <pc:chgData name="Viet." userId="8b74393f-d80c-47bd-a370-5373c0174c23" providerId="ADAL" clId="{15D06D5B-A851-4BAC-933B-A150F21C6777}" dt="2024-12-19T09:03:53.477" v="2531" actId="47"/>
        <pc:sldMkLst>
          <pc:docMk/>
          <pc:sldMk cId="2453588251" sldId="323"/>
        </pc:sldMkLst>
      </pc:sldChg>
      <pc:sldChg chg="modSp add del mod">
        <pc:chgData name="Viet." userId="8b74393f-d80c-47bd-a370-5373c0174c23" providerId="ADAL" clId="{15D06D5B-A851-4BAC-933B-A150F21C6777}" dt="2024-12-19T09:03:53.477" v="2531" actId="47"/>
        <pc:sldMkLst>
          <pc:docMk/>
          <pc:sldMk cId="2115230125" sldId="324"/>
        </pc:sldMkLst>
      </pc:sldChg>
      <pc:sldChg chg="modSp add del mod">
        <pc:chgData name="Viet." userId="8b74393f-d80c-47bd-a370-5373c0174c23" providerId="ADAL" clId="{15D06D5B-A851-4BAC-933B-A150F21C6777}" dt="2024-12-19T09:03:53.477" v="2531" actId="47"/>
        <pc:sldMkLst>
          <pc:docMk/>
          <pc:sldMk cId="1014364179" sldId="325"/>
        </pc:sldMkLst>
      </pc:sldChg>
      <pc:sldChg chg="add del">
        <pc:chgData name="Viet." userId="8b74393f-d80c-47bd-a370-5373c0174c23" providerId="ADAL" clId="{15D06D5B-A851-4BAC-933B-A150F21C6777}" dt="2024-12-19T09:03:53.477" v="2531" actId="47"/>
        <pc:sldMkLst>
          <pc:docMk/>
          <pc:sldMk cId="3534332238" sldId="326"/>
        </pc:sldMkLst>
      </pc:sldChg>
      <pc:sldChg chg="modSp add del mod">
        <pc:chgData name="Viet." userId="8b74393f-d80c-47bd-a370-5373c0174c23" providerId="ADAL" clId="{15D06D5B-A851-4BAC-933B-A150F21C6777}" dt="2024-12-19T09:03:53.477" v="2531" actId="47"/>
        <pc:sldMkLst>
          <pc:docMk/>
          <pc:sldMk cId="2223000780" sldId="327"/>
        </pc:sldMkLst>
      </pc:sldChg>
      <pc:sldChg chg="add del">
        <pc:chgData name="Viet." userId="8b74393f-d80c-47bd-a370-5373c0174c23" providerId="ADAL" clId="{15D06D5B-A851-4BAC-933B-A150F21C6777}" dt="2024-12-19T09:03:53.477" v="2531" actId="47"/>
        <pc:sldMkLst>
          <pc:docMk/>
          <pc:sldMk cId="4223695311" sldId="328"/>
        </pc:sldMkLst>
      </pc:sldChg>
      <pc:sldChg chg="add del">
        <pc:chgData name="Viet." userId="8b74393f-d80c-47bd-a370-5373c0174c23" providerId="ADAL" clId="{15D06D5B-A851-4BAC-933B-A150F21C6777}" dt="2024-12-19T09:03:53.477" v="2531" actId="47"/>
        <pc:sldMkLst>
          <pc:docMk/>
          <pc:sldMk cId="1232856818" sldId="329"/>
        </pc:sldMkLst>
      </pc:sldChg>
      <pc:sldChg chg="new del">
        <pc:chgData name="Viet." userId="8b74393f-d80c-47bd-a370-5373c0174c23" providerId="ADAL" clId="{15D06D5B-A851-4BAC-933B-A150F21C6777}" dt="2024-12-18T02:43:35.629" v="217" actId="47"/>
        <pc:sldMkLst>
          <pc:docMk/>
          <pc:sldMk cId="2725257951" sldId="330"/>
        </pc:sldMkLst>
      </pc:sldChg>
      <pc:sldChg chg="addSp delSp modSp new del mod">
        <pc:chgData name="Viet." userId="8b74393f-d80c-47bd-a370-5373c0174c23" providerId="ADAL" clId="{15D06D5B-A851-4BAC-933B-A150F21C6777}" dt="2024-12-19T09:03:59.424" v="2532" actId="47"/>
        <pc:sldMkLst>
          <pc:docMk/>
          <pc:sldMk cId="1513422185" sldId="331"/>
        </pc:sldMkLst>
      </pc:sldChg>
      <pc:sldChg chg="addSp delSp modSp new del mod">
        <pc:chgData name="Viet." userId="8b74393f-d80c-47bd-a370-5373c0174c23" providerId="ADAL" clId="{15D06D5B-A851-4BAC-933B-A150F21C6777}" dt="2024-12-19T09:03:59.424" v="2532" actId="47"/>
        <pc:sldMkLst>
          <pc:docMk/>
          <pc:sldMk cId="1275295741" sldId="332"/>
        </pc:sldMkLst>
      </pc:sldChg>
      <pc:sldChg chg="addSp delSp modSp new del mod">
        <pc:chgData name="Viet." userId="8b74393f-d80c-47bd-a370-5373c0174c23" providerId="ADAL" clId="{15D06D5B-A851-4BAC-933B-A150F21C6777}" dt="2024-12-19T09:03:59.424" v="2532" actId="47"/>
        <pc:sldMkLst>
          <pc:docMk/>
          <pc:sldMk cId="718649959" sldId="333"/>
        </pc:sldMkLst>
      </pc:sldChg>
      <pc:sldChg chg="new del">
        <pc:chgData name="Viet." userId="8b74393f-d80c-47bd-a370-5373c0174c23" providerId="ADAL" clId="{15D06D5B-A851-4BAC-933B-A150F21C6777}" dt="2024-12-18T03:23:48.424" v="382" actId="680"/>
        <pc:sldMkLst>
          <pc:docMk/>
          <pc:sldMk cId="860298515" sldId="333"/>
        </pc:sldMkLst>
      </pc:sldChg>
      <pc:sldChg chg="new del">
        <pc:chgData name="Viet." userId="8b74393f-d80c-47bd-a370-5373c0174c23" providerId="ADAL" clId="{15D06D5B-A851-4BAC-933B-A150F21C6777}" dt="2024-12-18T02:51:14.412" v="255" actId="680"/>
        <pc:sldMkLst>
          <pc:docMk/>
          <pc:sldMk cId="2786447413" sldId="333"/>
        </pc:sldMkLst>
      </pc:sldChg>
      <pc:sldChg chg="modSp new del mod">
        <pc:chgData name="Viet." userId="8b74393f-d80c-47bd-a370-5373c0174c23" providerId="ADAL" clId="{15D06D5B-A851-4BAC-933B-A150F21C6777}" dt="2024-12-19T09:03:59.424" v="2532" actId="47"/>
        <pc:sldMkLst>
          <pc:docMk/>
          <pc:sldMk cId="1275858513" sldId="334"/>
        </pc:sldMkLst>
      </pc:sldChg>
      <pc:sldChg chg="new del">
        <pc:chgData name="Viet." userId="8b74393f-d80c-47bd-a370-5373c0174c23" providerId="ADAL" clId="{15D06D5B-A851-4BAC-933B-A150F21C6777}" dt="2024-12-18T03:49:37.576" v="503" actId="680"/>
        <pc:sldMkLst>
          <pc:docMk/>
          <pc:sldMk cId="2138118118" sldId="335"/>
        </pc:sldMkLst>
      </pc:sldChg>
      <pc:sldChg chg="modSp new del mod">
        <pc:chgData name="Viet." userId="8b74393f-d80c-47bd-a370-5373c0174c23" providerId="ADAL" clId="{15D06D5B-A851-4BAC-933B-A150F21C6777}" dt="2024-12-19T09:03:53.477" v="2531" actId="47"/>
        <pc:sldMkLst>
          <pc:docMk/>
          <pc:sldMk cId="2801051060" sldId="335"/>
        </pc:sldMkLst>
      </pc:sldChg>
      <pc:sldChg chg="modSp new del mod ord">
        <pc:chgData name="Viet." userId="8b74393f-d80c-47bd-a370-5373c0174c23" providerId="ADAL" clId="{15D06D5B-A851-4BAC-933B-A150F21C6777}" dt="2024-12-19T09:03:59.424" v="2532" actId="47"/>
        <pc:sldMkLst>
          <pc:docMk/>
          <pc:sldMk cId="686093485" sldId="336"/>
        </pc:sldMkLst>
      </pc:sldChg>
      <pc:sldChg chg="modSp new mod">
        <pc:chgData name="Viet." userId="8b74393f-d80c-47bd-a370-5373c0174c23" providerId="ADAL" clId="{15D06D5B-A851-4BAC-933B-A150F21C6777}" dt="2024-12-19T04:36:40.669" v="1238" actId="2710"/>
        <pc:sldMkLst>
          <pc:docMk/>
          <pc:sldMk cId="3335441607" sldId="337"/>
        </pc:sldMkLst>
      </pc:sldChg>
      <pc:sldChg chg="addSp delSp modSp new mod">
        <pc:chgData name="Viet." userId="8b74393f-d80c-47bd-a370-5373c0174c23" providerId="ADAL" clId="{15D06D5B-A851-4BAC-933B-A150F21C6777}" dt="2024-12-19T03:49:47.315" v="789"/>
        <pc:sldMkLst>
          <pc:docMk/>
          <pc:sldMk cId="3542381496" sldId="338"/>
        </pc:sldMkLst>
      </pc:sldChg>
      <pc:sldChg chg="modSp new add del mod">
        <pc:chgData name="Viet." userId="8b74393f-d80c-47bd-a370-5373c0174c23" providerId="ADAL" clId="{15D06D5B-A851-4BAC-933B-A150F21C6777}" dt="2024-12-19T07:50:20.377" v="2076" actId="47"/>
        <pc:sldMkLst>
          <pc:docMk/>
          <pc:sldMk cId="1967521993" sldId="339"/>
        </pc:sldMkLst>
      </pc:sldChg>
      <pc:sldChg chg="modSp new del mod">
        <pc:chgData name="Viet." userId="8b74393f-d80c-47bd-a370-5373c0174c23" providerId="ADAL" clId="{15D06D5B-A851-4BAC-933B-A150F21C6777}" dt="2024-12-19T07:50:24.076" v="2078" actId="47"/>
        <pc:sldMkLst>
          <pc:docMk/>
          <pc:sldMk cId="2107221974" sldId="340"/>
        </pc:sldMkLst>
      </pc:sldChg>
      <pc:sldChg chg="modSp new del mod">
        <pc:chgData name="Viet." userId="8b74393f-d80c-47bd-a370-5373c0174c23" providerId="ADAL" clId="{15D06D5B-A851-4BAC-933B-A150F21C6777}" dt="2024-12-19T07:50:17.938" v="2075" actId="47"/>
        <pc:sldMkLst>
          <pc:docMk/>
          <pc:sldMk cId="3083749136" sldId="341"/>
        </pc:sldMkLst>
      </pc:sldChg>
      <pc:sldChg chg="new del">
        <pc:chgData name="Viet." userId="8b74393f-d80c-47bd-a370-5373c0174c23" providerId="ADAL" clId="{15D06D5B-A851-4BAC-933B-A150F21C6777}" dt="2024-12-19T04:14:07.327" v="939" actId="680"/>
        <pc:sldMkLst>
          <pc:docMk/>
          <pc:sldMk cId="2213212003" sldId="342"/>
        </pc:sldMkLst>
      </pc:sldChg>
      <pc:sldChg chg="addSp delSp modSp new del mod">
        <pc:chgData name="Viet." userId="8b74393f-d80c-47bd-a370-5373c0174c23" providerId="ADAL" clId="{15D06D5B-A851-4BAC-933B-A150F21C6777}" dt="2024-12-19T08:54:44.480" v="2474" actId="47"/>
        <pc:sldMkLst>
          <pc:docMk/>
          <pc:sldMk cId="3527760953" sldId="342"/>
        </pc:sldMkLst>
      </pc:sldChg>
      <pc:sldChg chg="modSp new mod">
        <pc:chgData name="Viet." userId="8b74393f-d80c-47bd-a370-5373c0174c23" providerId="ADAL" clId="{15D06D5B-A851-4BAC-933B-A150F21C6777}" dt="2024-12-19T06:52:32.375" v="1429" actId="2710"/>
        <pc:sldMkLst>
          <pc:docMk/>
          <pc:sldMk cId="972042927" sldId="343"/>
        </pc:sldMkLst>
      </pc:sldChg>
      <pc:sldChg chg="modSp new del mod">
        <pc:chgData name="Viet." userId="8b74393f-d80c-47bd-a370-5373c0174c23" providerId="ADAL" clId="{15D06D5B-A851-4BAC-933B-A150F21C6777}" dt="2024-12-19T07:50:14.707" v="2073" actId="47"/>
        <pc:sldMkLst>
          <pc:docMk/>
          <pc:sldMk cId="3627573670" sldId="344"/>
        </pc:sldMkLst>
      </pc:sldChg>
      <pc:sldChg chg="modSp new del mod">
        <pc:chgData name="Viet." userId="8b74393f-d80c-47bd-a370-5373c0174c23" providerId="ADAL" clId="{15D06D5B-A851-4BAC-933B-A150F21C6777}" dt="2024-12-19T07:50:16.156" v="2074" actId="47"/>
        <pc:sldMkLst>
          <pc:docMk/>
          <pc:sldMk cId="2518679417" sldId="345"/>
        </pc:sldMkLst>
      </pc:sldChg>
      <pc:sldChg chg="addSp delSp modSp new mod">
        <pc:chgData name="Viet." userId="8b74393f-d80c-47bd-a370-5373c0174c23" providerId="ADAL" clId="{15D06D5B-A851-4BAC-933B-A150F21C6777}" dt="2024-12-19T06:57:23.721" v="1485" actId="27636"/>
        <pc:sldMkLst>
          <pc:docMk/>
          <pc:sldMk cId="707483570" sldId="346"/>
        </pc:sldMkLst>
      </pc:sldChg>
      <pc:sldChg chg="new del">
        <pc:chgData name="Viet." userId="8b74393f-d80c-47bd-a370-5373c0174c23" providerId="ADAL" clId="{15D06D5B-A851-4BAC-933B-A150F21C6777}" dt="2024-12-19T06:58:00.107" v="1487" actId="680"/>
        <pc:sldMkLst>
          <pc:docMk/>
          <pc:sldMk cId="462095368" sldId="347"/>
        </pc:sldMkLst>
      </pc:sldChg>
      <pc:sldChg chg="modSp new del mod ord">
        <pc:chgData name="Viet." userId="8b74393f-d80c-47bd-a370-5373c0174c23" providerId="ADAL" clId="{15D06D5B-A851-4BAC-933B-A150F21C6777}" dt="2024-12-19T07:50:22.471" v="2077" actId="47"/>
        <pc:sldMkLst>
          <pc:docMk/>
          <pc:sldMk cId="3709780000" sldId="347"/>
        </pc:sldMkLst>
      </pc:sldChg>
      <pc:sldChg chg="addSp delSp modSp new mod">
        <pc:chgData name="Viet." userId="8b74393f-d80c-47bd-a370-5373c0174c23" providerId="ADAL" clId="{15D06D5B-A851-4BAC-933B-A150F21C6777}" dt="2024-12-19T07:00:57.180" v="1600" actId="20577"/>
        <pc:sldMkLst>
          <pc:docMk/>
          <pc:sldMk cId="3276500241" sldId="348"/>
        </pc:sldMkLst>
      </pc:sldChg>
      <pc:sldChg chg="addSp modSp new mod">
        <pc:chgData name="Viet." userId="8b74393f-d80c-47bd-a370-5373c0174c23" providerId="ADAL" clId="{15D06D5B-A851-4BAC-933B-A150F21C6777}" dt="2024-12-19T07:13:13.083" v="1711" actId="1076"/>
        <pc:sldMkLst>
          <pc:docMk/>
          <pc:sldMk cId="2446966224" sldId="349"/>
        </pc:sldMkLst>
      </pc:sldChg>
      <pc:sldChg chg="addSp delSp modSp new del mod">
        <pc:chgData name="Viet." userId="8b74393f-d80c-47bd-a370-5373c0174c23" providerId="ADAL" clId="{15D06D5B-A851-4BAC-933B-A150F21C6777}" dt="2024-12-19T08:52:22.324" v="2471" actId="47"/>
        <pc:sldMkLst>
          <pc:docMk/>
          <pc:sldMk cId="2391992166" sldId="350"/>
        </pc:sldMkLst>
      </pc:sldChg>
      <pc:sldChg chg="addSp delSp modSp new del mod ord">
        <pc:chgData name="Viet." userId="8b74393f-d80c-47bd-a370-5373c0174c23" providerId="ADAL" clId="{15D06D5B-A851-4BAC-933B-A150F21C6777}" dt="2024-12-19T08:52:18.026" v="2470" actId="47"/>
        <pc:sldMkLst>
          <pc:docMk/>
          <pc:sldMk cId="4237316678" sldId="351"/>
        </pc:sldMkLst>
      </pc:sldChg>
      <pc:sldChg chg="modSp new del mod">
        <pc:chgData name="Viet." userId="8b74393f-d80c-47bd-a370-5373c0174c23" providerId="ADAL" clId="{15D06D5B-A851-4BAC-933B-A150F21C6777}" dt="2024-12-19T07:22:03.283" v="1812" actId="47"/>
        <pc:sldMkLst>
          <pc:docMk/>
          <pc:sldMk cId="1937776430" sldId="352"/>
        </pc:sldMkLst>
      </pc:sldChg>
      <pc:sldChg chg="addSp delSp modSp new mod ord">
        <pc:chgData name="Viet." userId="8b74393f-d80c-47bd-a370-5373c0174c23" providerId="ADAL" clId="{15D06D5B-A851-4BAC-933B-A150F21C6777}" dt="2024-12-19T08:47:44.110" v="2414" actId="20577"/>
        <pc:sldMkLst>
          <pc:docMk/>
          <pc:sldMk cId="4206017536" sldId="353"/>
        </pc:sldMkLst>
      </pc:sldChg>
      <pc:sldChg chg="new del">
        <pc:chgData name="Viet." userId="8b74393f-d80c-47bd-a370-5373c0174c23" providerId="ADAL" clId="{15D06D5B-A851-4BAC-933B-A150F21C6777}" dt="2024-12-19T07:50:29.856" v="2080" actId="680"/>
        <pc:sldMkLst>
          <pc:docMk/>
          <pc:sldMk cId="128138674" sldId="354"/>
        </pc:sldMkLst>
      </pc:sldChg>
      <pc:sldChg chg="new del">
        <pc:chgData name="Viet." userId="8b74393f-d80c-47bd-a370-5373c0174c23" providerId="ADAL" clId="{15D06D5B-A851-4BAC-933B-A150F21C6777}" dt="2024-12-19T07:50:39.091" v="2082" actId="680"/>
        <pc:sldMkLst>
          <pc:docMk/>
          <pc:sldMk cId="2529139327" sldId="354"/>
        </pc:sldMkLst>
      </pc:sldChg>
      <pc:sldChg chg="modSp new del mod">
        <pc:chgData name="Viet." userId="8b74393f-d80c-47bd-a370-5373c0174c23" providerId="ADAL" clId="{15D06D5B-A851-4BAC-933B-A150F21C6777}" dt="2024-12-19T08:53:24.853" v="2473" actId="47"/>
        <pc:sldMkLst>
          <pc:docMk/>
          <pc:sldMk cId="2723097580" sldId="354"/>
        </pc:sldMkLst>
      </pc:sldChg>
      <pc:sldChg chg="addSp delSp modSp new mod">
        <pc:chgData name="Viet." userId="8b74393f-d80c-47bd-a370-5373c0174c23" providerId="ADAL" clId="{15D06D5B-A851-4BAC-933B-A150F21C6777}" dt="2024-12-19T09:02:25.630" v="2494" actId="1076"/>
        <pc:sldMkLst>
          <pc:docMk/>
          <pc:sldMk cId="2474434332" sldId="355"/>
        </pc:sldMkLst>
      </pc:sldChg>
      <pc:sldChg chg="addSp modSp new mod">
        <pc:chgData name="Viet." userId="8b74393f-d80c-47bd-a370-5373c0174c23" providerId="ADAL" clId="{15D06D5B-A851-4BAC-933B-A150F21C6777}" dt="2024-12-19T09:19:01.233" v="2558" actId="27636"/>
        <pc:sldMkLst>
          <pc:docMk/>
          <pc:sldMk cId="3810419677" sldId="356"/>
        </pc:sldMkLst>
      </pc:sldChg>
      <pc:sldChg chg="modSp new del mod">
        <pc:chgData name="Viet." userId="8b74393f-d80c-47bd-a370-5373c0174c23" providerId="ADAL" clId="{15D06D5B-A851-4BAC-933B-A150F21C6777}" dt="2024-12-19T08:36:06.183" v="2213" actId="47"/>
        <pc:sldMkLst>
          <pc:docMk/>
          <pc:sldMk cId="255034370" sldId="357"/>
        </pc:sldMkLst>
      </pc:sldChg>
      <pc:sldChg chg="addSp delSp modSp add mod ord">
        <pc:chgData name="Viet." userId="8b74393f-d80c-47bd-a370-5373c0174c23" providerId="ADAL" clId="{15D06D5B-A851-4BAC-933B-A150F21C6777}" dt="2024-12-19T10:13:37.835" v="2908" actId="113"/>
        <pc:sldMkLst>
          <pc:docMk/>
          <pc:sldMk cId="3150911367" sldId="358"/>
        </pc:sldMkLst>
      </pc:sldChg>
      <pc:sldChg chg="addSp delSp modSp add mod">
        <pc:chgData name="Viet." userId="8b74393f-d80c-47bd-a370-5373c0174c23" providerId="ADAL" clId="{15D06D5B-A851-4BAC-933B-A150F21C6777}" dt="2024-12-19T09:37:33.949" v="2685" actId="20577"/>
        <pc:sldMkLst>
          <pc:docMk/>
          <pc:sldMk cId="2948207458" sldId="359"/>
        </pc:sldMkLst>
      </pc:sldChg>
      <pc:sldChg chg="addSp delSp modSp add del mod">
        <pc:chgData name="Viet." userId="8b74393f-d80c-47bd-a370-5373c0174c23" providerId="ADAL" clId="{15D06D5B-A851-4BAC-933B-A150F21C6777}" dt="2024-12-19T10:21:46.953" v="3056" actId="20577"/>
        <pc:sldMkLst>
          <pc:docMk/>
          <pc:sldMk cId="904856355" sldId="360"/>
        </pc:sldMkLst>
      </pc:sldChg>
      <pc:sldChg chg="modSp add del mod">
        <pc:chgData name="Viet." userId="8b74393f-d80c-47bd-a370-5373c0174c23" providerId="ADAL" clId="{15D06D5B-A851-4BAC-933B-A150F21C6777}" dt="2024-12-19T09:03:20.828" v="2529" actId="47"/>
        <pc:sldMkLst>
          <pc:docMk/>
          <pc:sldMk cId="2794591078" sldId="361"/>
        </pc:sldMkLst>
      </pc:sldChg>
      <pc:sldChg chg="modSp add del mod">
        <pc:chgData name="Viet." userId="8b74393f-d80c-47bd-a370-5373c0174c23" providerId="ADAL" clId="{15D06D5B-A851-4BAC-933B-A150F21C6777}" dt="2024-12-19T09:03:22.250" v="2530" actId="47"/>
        <pc:sldMkLst>
          <pc:docMk/>
          <pc:sldMk cId="82119849" sldId="362"/>
        </pc:sldMkLst>
      </pc:sldChg>
      <pc:sldChg chg="new del">
        <pc:chgData name="Viet." userId="8b74393f-d80c-47bd-a370-5373c0174c23" providerId="ADAL" clId="{15D06D5B-A851-4BAC-933B-A150F21C6777}" dt="2024-12-19T08:36:51.198" v="2319" actId="680"/>
        <pc:sldMkLst>
          <pc:docMk/>
          <pc:sldMk cId="498595469" sldId="363"/>
        </pc:sldMkLst>
      </pc:sldChg>
      <pc:sldChg chg="modSp new mod">
        <pc:chgData name="Viet." userId="8b74393f-d80c-47bd-a370-5373c0174c23" providerId="ADAL" clId="{15D06D5B-A851-4BAC-933B-A150F21C6777}" dt="2024-12-19T08:45:14.616" v="2347" actId="20577"/>
        <pc:sldMkLst>
          <pc:docMk/>
          <pc:sldMk cId="3717916934" sldId="363"/>
        </pc:sldMkLst>
      </pc:sldChg>
      <pc:sldChg chg="modSp new mod">
        <pc:chgData name="Viet." userId="8b74393f-d80c-47bd-a370-5373c0174c23" providerId="ADAL" clId="{15D06D5B-A851-4BAC-933B-A150F21C6777}" dt="2024-12-19T08:45:56.510" v="2380" actId="27636"/>
        <pc:sldMkLst>
          <pc:docMk/>
          <pc:sldMk cId="1719024804" sldId="364"/>
        </pc:sldMkLst>
      </pc:sldChg>
      <pc:sldChg chg="modSp new mod">
        <pc:chgData name="Viet." userId="8b74393f-d80c-47bd-a370-5373c0174c23" providerId="ADAL" clId="{15D06D5B-A851-4BAC-933B-A150F21C6777}" dt="2024-12-19T08:46:24.410" v="2392" actId="27636"/>
        <pc:sldMkLst>
          <pc:docMk/>
          <pc:sldMk cId="2268854210" sldId="365"/>
        </pc:sldMkLst>
      </pc:sldChg>
      <pc:sldChg chg="addSp modSp new mod">
        <pc:chgData name="Viet." userId="8b74393f-d80c-47bd-a370-5373c0174c23" providerId="ADAL" clId="{15D06D5B-A851-4BAC-933B-A150F21C6777}" dt="2024-12-19T08:52:14.665" v="2469" actId="14100"/>
        <pc:sldMkLst>
          <pc:docMk/>
          <pc:sldMk cId="2891594502" sldId="366"/>
        </pc:sldMkLst>
      </pc:sldChg>
      <pc:sldChg chg="add">
        <pc:chgData name="Viet." userId="8b74393f-d80c-47bd-a370-5373c0174c23" providerId="ADAL" clId="{15D06D5B-A851-4BAC-933B-A150F21C6777}" dt="2024-12-19T08:53:19.700" v="2472"/>
        <pc:sldMkLst>
          <pc:docMk/>
          <pc:sldMk cId="0" sldId="367"/>
        </pc:sldMkLst>
      </pc:sldChg>
      <pc:sldChg chg="addSp delSp modSp new mod">
        <pc:chgData name="Viet." userId="8b74393f-d80c-47bd-a370-5373c0174c23" providerId="ADAL" clId="{15D06D5B-A851-4BAC-933B-A150F21C6777}" dt="2024-12-19T09:19:59.553" v="2570" actId="2710"/>
        <pc:sldMkLst>
          <pc:docMk/>
          <pc:sldMk cId="2992779437" sldId="368"/>
        </pc:sldMkLst>
      </pc:sldChg>
      <pc:sldChg chg="new del">
        <pc:chgData name="Viet." userId="8b74393f-d80c-47bd-a370-5373c0174c23" providerId="ADAL" clId="{15D06D5B-A851-4BAC-933B-A150F21C6777}" dt="2024-12-19T08:55:10.323" v="2476" actId="680"/>
        <pc:sldMkLst>
          <pc:docMk/>
          <pc:sldMk cId="3098270678" sldId="368"/>
        </pc:sldMkLst>
      </pc:sldChg>
      <pc:sldChg chg="addSp delSp modSp new mod">
        <pc:chgData name="Viet." userId="8b74393f-d80c-47bd-a370-5373c0174c23" providerId="ADAL" clId="{15D06D5B-A851-4BAC-933B-A150F21C6777}" dt="2024-12-19T09:24:07.152" v="2579" actId="2710"/>
        <pc:sldMkLst>
          <pc:docMk/>
          <pc:sldMk cId="3301713662" sldId="369"/>
        </pc:sldMkLst>
      </pc:sldChg>
      <pc:sldChg chg="addSp delSp modSp new mod">
        <pc:chgData name="Viet." userId="8b74393f-d80c-47bd-a370-5373c0174c23" providerId="ADAL" clId="{15D06D5B-A851-4BAC-933B-A150F21C6777}" dt="2024-12-19T09:26:15.820" v="2588" actId="2710"/>
        <pc:sldMkLst>
          <pc:docMk/>
          <pc:sldMk cId="1787869012" sldId="370"/>
        </pc:sldMkLst>
      </pc:sldChg>
      <pc:sldChg chg="addSp delSp modSp new mod">
        <pc:chgData name="Viet." userId="8b74393f-d80c-47bd-a370-5373c0174c23" providerId="ADAL" clId="{15D06D5B-A851-4BAC-933B-A150F21C6777}" dt="2024-12-19T09:26:53.291" v="2599" actId="2710"/>
        <pc:sldMkLst>
          <pc:docMk/>
          <pc:sldMk cId="3615945223" sldId="371"/>
        </pc:sldMkLst>
      </pc:sldChg>
      <pc:sldChg chg="modSp new del mod">
        <pc:chgData name="Viet." userId="8b74393f-d80c-47bd-a370-5373c0174c23" providerId="ADAL" clId="{15D06D5B-A851-4BAC-933B-A150F21C6777}" dt="2024-12-19T09:28:00.100" v="2626" actId="47"/>
        <pc:sldMkLst>
          <pc:docMk/>
          <pc:sldMk cId="1727272957" sldId="372"/>
        </pc:sldMkLst>
      </pc:sldChg>
      <pc:sldChg chg="addSp delSp modSp new mod">
        <pc:chgData name="Viet." userId="8b74393f-d80c-47bd-a370-5373c0174c23" providerId="ADAL" clId="{15D06D5B-A851-4BAC-933B-A150F21C6777}" dt="2024-12-19T09:31:06.091" v="2645"/>
        <pc:sldMkLst>
          <pc:docMk/>
          <pc:sldMk cId="1619718783" sldId="373"/>
        </pc:sldMkLst>
      </pc:sldChg>
      <pc:sldChg chg="modSp new mod">
        <pc:chgData name="Viet." userId="8b74393f-d80c-47bd-a370-5373c0174c23" providerId="ADAL" clId="{15D06D5B-A851-4BAC-933B-A150F21C6777}" dt="2024-12-19T09:49:51.911" v="2768" actId="20577"/>
        <pc:sldMkLst>
          <pc:docMk/>
          <pc:sldMk cId="1307411753" sldId="374"/>
        </pc:sldMkLst>
      </pc:sldChg>
      <pc:sldChg chg="add del">
        <pc:chgData name="Viet." userId="8b74393f-d80c-47bd-a370-5373c0174c23" providerId="ADAL" clId="{15D06D5B-A851-4BAC-933B-A150F21C6777}" dt="2024-12-19T09:36:35.655" v="2656"/>
        <pc:sldMkLst>
          <pc:docMk/>
          <pc:sldMk cId="4180662851" sldId="374"/>
        </pc:sldMkLst>
      </pc:sldChg>
      <pc:sldChg chg="addSp delSp modSp new mod">
        <pc:chgData name="Viet." userId="8b74393f-d80c-47bd-a370-5373c0174c23" providerId="ADAL" clId="{15D06D5B-A851-4BAC-933B-A150F21C6777}" dt="2024-12-19T09:50:44.796" v="2782" actId="113"/>
        <pc:sldMkLst>
          <pc:docMk/>
          <pc:sldMk cId="170672216" sldId="375"/>
        </pc:sldMkLst>
      </pc:sldChg>
      <pc:sldChg chg="modSp new del mod">
        <pc:chgData name="Viet." userId="8b74393f-d80c-47bd-a370-5373c0174c23" providerId="ADAL" clId="{15D06D5B-A851-4BAC-933B-A150F21C6777}" dt="2024-12-19T09:51:01.413" v="2786" actId="47"/>
        <pc:sldMkLst>
          <pc:docMk/>
          <pc:sldMk cId="2326553778" sldId="376"/>
        </pc:sldMkLst>
      </pc:sldChg>
      <pc:sldChg chg="modSp new del mod">
        <pc:chgData name="Viet." userId="8b74393f-d80c-47bd-a370-5373c0174c23" providerId="ADAL" clId="{15D06D5B-A851-4BAC-933B-A150F21C6777}" dt="2024-12-19T09:51:02.903" v="2787" actId="47"/>
        <pc:sldMkLst>
          <pc:docMk/>
          <pc:sldMk cId="4077154305" sldId="377"/>
        </pc:sldMkLst>
      </pc:sldChg>
      <pc:sldChg chg="new del">
        <pc:chgData name="Viet." userId="8b74393f-d80c-47bd-a370-5373c0174c23" providerId="ADAL" clId="{15D06D5B-A851-4BAC-933B-A150F21C6777}" dt="2024-12-19T09:50:52.795" v="2785" actId="2696"/>
        <pc:sldMkLst>
          <pc:docMk/>
          <pc:sldMk cId="1730352347" sldId="378"/>
        </pc:sldMkLst>
      </pc:sldChg>
      <pc:sldChg chg="modSp add mod">
        <pc:chgData name="Viet." userId="8b74393f-d80c-47bd-a370-5373c0174c23" providerId="ADAL" clId="{15D06D5B-A851-4BAC-933B-A150F21C6777}" dt="2024-12-19T09:53:22.676" v="2815"/>
        <pc:sldMkLst>
          <pc:docMk/>
          <pc:sldMk cId="3631523218" sldId="379"/>
        </pc:sldMkLst>
      </pc:sldChg>
      <pc:sldChg chg="addSp delSp modSp new mod ord">
        <pc:chgData name="Viet." userId="8b74393f-d80c-47bd-a370-5373c0174c23" providerId="ADAL" clId="{15D06D5B-A851-4BAC-933B-A150F21C6777}" dt="2024-12-19T10:27:32.718" v="3179" actId="20577"/>
        <pc:sldMkLst>
          <pc:docMk/>
          <pc:sldMk cId="612482230" sldId="380"/>
        </pc:sldMkLst>
      </pc:sldChg>
      <pc:sldChg chg="addSp delSp modSp new mod">
        <pc:chgData name="Viet." userId="8b74393f-d80c-47bd-a370-5373c0174c23" providerId="ADAL" clId="{15D06D5B-A851-4BAC-933B-A150F21C6777}" dt="2024-12-19T10:17:13.126" v="2947" actId="27636"/>
        <pc:sldMkLst>
          <pc:docMk/>
          <pc:sldMk cId="2358534610" sldId="381"/>
        </pc:sldMkLst>
      </pc:sldChg>
      <pc:sldChg chg="modSp add mod">
        <pc:chgData name="Viet." userId="8b74393f-d80c-47bd-a370-5373c0174c23" providerId="ADAL" clId="{15D06D5B-A851-4BAC-933B-A150F21C6777}" dt="2024-12-19T10:19:08.031" v="3002" actId="20577"/>
        <pc:sldMkLst>
          <pc:docMk/>
          <pc:sldMk cId="2083814574" sldId="382"/>
        </pc:sldMkLst>
      </pc:sldChg>
      <pc:sldChg chg="addSp delSp modSp new mod">
        <pc:chgData name="Viet." userId="8b74393f-d80c-47bd-a370-5373c0174c23" providerId="ADAL" clId="{15D06D5B-A851-4BAC-933B-A150F21C6777}" dt="2024-12-19T10:23:01.533" v="3093" actId="113"/>
        <pc:sldMkLst>
          <pc:docMk/>
          <pc:sldMk cId="3663823692" sldId="383"/>
        </pc:sldMkLst>
      </pc:sldChg>
      <pc:sldChg chg="modSp add mod">
        <pc:chgData name="Viet." userId="8b74393f-d80c-47bd-a370-5373c0174c23" providerId="ADAL" clId="{15D06D5B-A851-4BAC-933B-A150F21C6777}" dt="2024-12-19T10:25:48.232" v="3140"/>
        <pc:sldMkLst>
          <pc:docMk/>
          <pc:sldMk cId="2319346433" sldId="384"/>
        </pc:sldMkLst>
      </pc:sldChg>
    </pc:docChg>
  </pc:docChgLst>
  <pc:docChgLst>
    <pc:chgData name="Viet." userId="8b74393f-d80c-47bd-a370-5373c0174c23" providerId="ADAL" clId="{2E4C8E7C-7542-49CE-AFAA-B0F3D44A6E95}"/>
    <pc:docChg chg="undo redo custSel addSld delSld modSld sldOrd addSection delSection modSection">
      <pc:chgData name="Viet." userId="8b74393f-d80c-47bd-a370-5373c0174c23" providerId="ADAL" clId="{2E4C8E7C-7542-49CE-AFAA-B0F3D44A6E95}" dt="2024-12-24T16:01:30.093" v="2726" actId="47"/>
      <pc:docMkLst>
        <pc:docMk/>
      </pc:docMkLst>
      <pc:sldChg chg="modSp add del mod">
        <pc:chgData name="Viet." userId="8b74393f-d80c-47bd-a370-5373c0174c23" providerId="ADAL" clId="{2E4C8E7C-7542-49CE-AFAA-B0F3D44A6E95}" dt="2024-12-23T04:53:55.273" v="376" actId="20577"/>
        <pc:sldMkLst>
          <pc:docMk/>
          <pc:sldMk cId="1253848682" sldId="267"/>
        </pc:sldMkLst>
        <pc:spChg chg="mod">
          <ac:chgData name="Viet." userId="8b74393f-d80c-47bd-a370-5373c0174c23" providerId="ADAL" clId="{2E4C8E7C-7542-49CE-AFAA-B0F3D44A6E95}" dt="2024-12-23T04:53:55.273" v="376" actId="20577"/>
          <ac:spMkLst>
            <pc:docMk/>
            <pc:sldMk cId="1253848682" sldId="267"/>
            <ac:spMk id="2" creationId="{78EACC5C-4747-42C2-9BF5-D1B4A984743F}"/>
          </ac:spMkLst>
        </pc:spChg>
      </pc:sldChg>
      <pc:sldChg chg="new del">
        <pc:chgData name="Viet." userId="8b74393f-d80c-47bd-a370-5373c0174c23" providerId="ADAL" clId="{2E4C8E7C-7542-49CE-AFAA-B0F3D44A6E95}" dt="2024-12-19T10:30:08.919" v="10" actId="680"/>
        <pc:sldMkLst>
          <pc:docMk/>
          <pc:sldMk cId="713720895" sldId="270"/>
        </pc:sldMkLst>
      </pc:sldChg>
      <pc:sldChg chg="modSp new del mod">
        <pc:chgData name="Viet." userId="8b74393f-d80c-47bd-a370-5373c0174c23" providerId="ADAL" clId="{2E4C8E7C-7542-49CE-AFAA-B0F3D44A6E95}" dt="2024-12-19T14:36:17.020" v="15" actId="47"/>
        <pc:sldMkLst>
          <pc:docMk/>
          <pc:sldMk cId="3367707808" sldId="270"/>
        </pc:sldMkLst>
      </pc:sldChg>
      <pc:sldChg chg="addSp delSp modSp new mod">
        <pc:chgData name="Viet." userId="8b74393f-d80c-47bd-a370-5373c0174c23" providerId="ADAL" clId="{2E4C8E7C-7542-49CE-AFAA-B0F3D44A6E95}" dt="2024-12-23T04:54:44.504" v="404" actId="14100"/>
        <pc:sldMkLst>
          <pc:docMk/>
          <pc:sldMk cId="933841201" sldId="271"/>
        </pc:sldMkLst>
      </pc:sldChg>
      <pc:sldChg chg="addSp modSp new mod">
        <pc:chgData name="Viet." userId="8b74393f-d80c-47bd-a370-5373c0174c23" providerId="ADAL" clId="{2E4C8E7C-7542-49CE-AFAA-B0F3D44A6E95}" dt="2024-12-23T04:43:16.510" v="291" actId="113"/>
        <pc:sldMkLst>
          <pc:docMk/>
          <pc:sldMk cId="2133594070" sldId="272"/>
        </pc:sldMkLst>
      </pc:sldChg>
      <pc:sldChg chg="new del">
        <pc:chgData name="Viet." userId="8b74393f-d80c-47bd-a370-5373c0174c23" providerId="ADAL" clId="{2E4C8E7C-7542-49CE-AFAA-B0F3D44A6E95}" dt="2024-12-20T09:37:47.164" v="23" actId="680"/>
        <pc:sldMkLst>
          <pc:docMk/>
          <pc:sldMk cId="2620294591" sldId="273"/>
        </pc:sldMkLst>
      </pc:sldChg>
      <pc:sldChg chg="addSp modSp new del mod ord">
        <pc:chgData name="Viet." userId="8b74393f-d80c-47bd-a370-5373c0174c23" providerId="ADAL" clId="{2E4C8E7C-7542-49CE-AFAA-B0F3D44A6E95}" dt="2024-12-23T04:37:40.664" v="222" actId="47"/>
        <pc:sldMkLst>
          <pc:docMk/>
          <pc:sldMk cId="3454077674" sldId="273"/>
        </pc:sldMkLst>
      </pc:sldChg>
      <pc:sldChg chg="new del">
        <pc:chgData name="Viet." userId="8b74393f-d80c-47bd-a370-5373c0174c23" providerId="ADAL" clId="{2E4C8E7C-7542-49CE-AFAA-B0F3D44A6E95}" dt="2024-12-20T09:57:08.434" v="103" actId="47"/>
        <pc:sldMkLst>
          <pc:docMk/>
          <pc:sldMk cId="477828656" sldId="274"/>
        </pc:sldMkLst>
      </pc:sldChg>
      <pc:sldChg chg="add del ord">
        <pc:chgData name="Viet." userId="8b74393f-d80c-47bd-a370-5373c0174c23" providerId="ADAL" clId="{2E4C8E7C-7542-49CE-AFAA-B0F3D44A6E95}" dt="2024-12-23T08:32:05.340" v="956" actId="47"/>
        <pc:sldMkLst>
          <pc:docMk/>
          <pc:sldMk cId="0" sldId="281"/>
        </pc:sldMkLst>
      </pc:sldChg>
      <pc:sldChg chg="add del ord">
        <pc:chgData name="Viet." userId="8b74393f-d80c-47bd-a370-5373c0174c23" providerId="ADAL" clId="{2E4C8E7C-7542-49CE-AFAA-B0F3D44A6E95}" dt="2024-12-23T08:16:56.273" v="777" actId="47"/>
        <pc:sldMkLst>
          <pc:docMk/>
          <pc:sldMk cId="0" sldId="282"/>
        </pc:sldMkLst>
      </pc:sldChg>
      <pc:sldChg chg="add del">
        <pc:chgData name="Viet." userId="8b74393f-d80c-47bd-a370-5373c0174c23" providerId="ADAL" clId="{2E4C8E7C-7542-49CE-AFAA-B0F3D44A6E95}" dt="2024-12-23T08:28:59.921" v="923" actId="47"/>
        <pc:sldMkLst>
          <pc:docMk/>
          <pc:sldMk cId="0" sldId="283"/>
        </pc:sldMkLst>
      </pc:sldChg>
      <pc:sldChg chg="add del ord">
        <pc:chgData name="Viet." userId="8b74393f-d80c-47bd-a370-5373c0174c23" providerId="ADAL" clId="{2E4C8E7C-7542-49CE-AFAA-B0F3D44A6E95}" dt="2024-12-23T08:28:54.874" v="922" actId="47"/>
        <pc:sldMkLst>
          <pc:docMk/>
          <pc:sldMk cId="0" sldId="284"/>
        </pc:sldMkLst>
      </pc:sldChg>
      <pc:sldChg chg="addSp modSp add mod">
        <pc:chgData name="Viet." userId="8b74393f-d80c-47bd-a370-5373c0174c23" providerId="ADAL" clId="{2E4C8E7C-7542-49CE-AFAA-B0F3D44A6E95}" dt="2024-12-23T04:46:31.121" v="364" actId="1076"/>
        <pc:sldMkLst>
          <pc:docMk/>
          <pc:sldMk cId="3645335510" sldId="291"/>
        </pc:sldMkLst>
      </pc:sldChg>
      <pc:sldChg chg="add del">
        <pc:chgData name="Viet." userId="8b74393f-d80c-47bd-a370-5373c0174c23" providerId="ADAL" clId="{2E4C8E7C-7542-49CE-AFAA-B0F3D44A6E95}" dt="2024-12-20T10:09:43.208" v="167" actId="2696"/>
        <pc:sldMkLst>
          <pc:docMk/>
          <pc:sldMk cId="1567604564" sldId="292"/>
        </pc:sldMkLst>
      </pc:sldChg>
      <pc:sldChg chg="add del modNotesTx">
        <pc:chgData name="Viet." userId="8b74393f-d80c-47bd-a370-5373c0174c23" providerId="ADAL" clId="{2E4C8E7C-7542-49CE-AFAA-B0F3D44A6E95}" dt="2024-12-23T04:46:44.649" v="365" actId="47"/>
        <pc:sldMkLst>
          <pc:docMk/>
          <pc:sldMk cId="2295421240" sldId="292"/>
        </pc:sldMkLst>
      </pc:sldChg>
      <pc:sldChg chg="addSp modSp new mod modNotesTx">
        <pc:chgData name="Viet." userId="8b74393f-d80c-47bd-a370-5373c0174c23" providerId="ADAL" clId="{2E4C8E7C-7542-49CE-AFAA-B0F3D44A6E95}" dt="2024-12-23T08:34:25.759" v="996" actId="27636"/>
        <pc:sldMkLst>
          <pc:docMk/>
          <pc:sldMk cId="1904943400" sldId="293"/>
        </pc:sldMkLst>
      </pc:sldChg>
      <pc:sldChg chg="addSp modSp new del mod">
        <pc:chgData name="Viet." userId="8b74393f-d80c-47bd-a370-5373c0174c23" providerId="ADAL" clId="{2E4C8E7C-7542-49CE-AFAA-B0F3D44A6E95}" dt="2024-12-24T15:49:23.807" v="2537" actId="47"/>
        <pc:sldMkLst>
          <pc:docMk/>
          <pc:sldMk cId="655586509" sldId="294"/>
        </pc:sldMkLst>
      </pc:sldChg>
      <pc:sldChg chg="addSp delSp modSp new mod">
        <pc:chgData name="Viet." userId="8b74393f-d80c-47bd-a370-5373c0174c23" providerId="ADAL" clId="{2E4C8E7C-7542-49CE-AFAA-B0F3D44A6E95}" dt="2024-12-23T09:11:55.473" v="1165" actId="14100"/>
        <pc:sldMkLst>
          <pc:docMk/>
          <pc:sldMk cId="1782691101" sldId="295"/>
        </pc:sldMkLst>
      </pc:sldChg>
      <pc:sldChg chg="addSp delSp modSp new del mod">
        <pc:chgData name="Viet." userId="8b74393f-d80c-47bd-a370-5373c0174c23" providerId="ADAL" clId="{2E4C8E7C-7542-49CE-AFAA-B0F3D44A6E95}" dt="2024-12-23T05:02:13.195" v="532" actId="680"/>
        <pc:sldMkLst>
          <pc:docMk/>
          <pc:sldMk cId="736664402" sldId="296"/>
        </pc:sldMkLst>
      </pc:sldChg>
      <pc:sldChg chg="addSp delSp modSp new del mod ord">
        <pc:chgData name="Viet." userId="8b74393f-d80c-47bd-a370-5373c0174c23" providerId="ADAL" clId="{2E4C8E7C-7542-49CE-AFAA-B0F3D44A6E95}" dt="2024-12-23T08:14:57.537" v="775" actId="47"/>
        <pc:sldMkLst>
          <pc:docMk/>
          <pc:sldMk cId="3340389636" sldId="296"/>
        </pc:sldMkLst>
      </pc:sldChg>
      <pc:sldChg chg="addSp delSp modSp new mod modNotesTx">
        <pc:chgData name="Viet." userId="8b74393f-d80c-47bd-a370-5373c0174c23" providerId="ADAL" clId="{2E4C8E7C-7542-49CE-AFAA-B0F3D44A6E95}" dt="2024-12-23T08:15:23.656" v="776"/>
        <pc:sldMkLst>
          <pc:docMk/>
          <pc:sldMk cId="261326312" sldId="297"/>
        </pc:sldMkLst>
      </pc:sldChg>
      <pc:sldChg chg="addSp delSp modSp new mod">
        <pc:chgData name="Viet." userId="8b74393f-d80c-47bd-a370-5373c0174c23" providerId="ADAL" clId="{2E4C8E7C-7542-49CE-AFAA-B0F3D44A6E95}" dt="2024-12-23T08:21:06.714" v="837" actId="1076"/>
        <pc:sldMkLst>
          <pc:docMk/>
          <pc:sldMk cId="4161277920" sldId="298"/>
        </pc:sldMkLst>
      </pc:sldChg>
      <pc:sldChg chg="addSp modSp new mod modNotesTx">
        <pc:chgData name="Viet." userId="8b74393f-d80c-47bd-a370-5373c0174c23" providerId="ADAL" clId="{2E4C8E7C-7542-49CE-AFAA-B0F3D44A6E95}" dt="2024-12-23T08:24:44.726" v="873" actId="1076"/>
        <pc:sldMkLst>
          <pc:docMk/>
          <pc:sldMk cId="627850246" sldId="299"/>
        </pc:sldMkLst>
      </pc:sldChg>
      <pc:sldChg chg="addSp modSp new mod">
        <pc:chgData name="Viet." userId="8b74393f-d80c-47bd-a370-5373c0174c23" providerId="ADAL" clId="{2E4C8E7C-7542-49CE-AFAA-B0F3D44A6E95}" dt="2024-12-23T08:28:17.310" v="921" actId="1076"/>
        <pc:sldMkLst>
          <pc:docMk/>
          <pc:sldMk cId="3846496342" sldId="300"/>
        </pc:sldMkLst>
      </pc:sldChg>
      <pc:sldChg chg="addSp modSp new mod modNotesTx">
        <pc:chgData name="Viet." userId="8b74393f-d80c-47bd-a370-5373c0174c23" providerId="ADAL" clId="{2E4C8E7C-7542-49CE-AFAA-B0F3D44A6E95}" dt="2024-12-23T08:32:01.074" v="955"/>
        <pc:sldMkLst>
          <pc:docMk/>
          <pc:sldMk cId="1196503882" sldId="301"/>
        </pc:sldMkLst>
      </pc:sldChg>
      <pc:sldChg chg="addSp modSp new mod modNotesTx">
        <pc:chgData name="Viet." userId="8b74393f-d80c-47bd-a370-5373c0174c23" providerId="ADAL" clId="{2E4C8E7C-7542-49CE-AFAA-B0F3D44A6E95}" dt="2024-12-23T08:49:21.059" v="1050" actId="14100"/>
        <pc:sldMkLst>
          <pc:docMk/>
          <pc:sldMk cId="2363464642" sldId="302"/>
        </pc:sldMkLst>
      </pc:sldChg>
      <pc:sldChg chg="addSp modSp new mod modNotesTx">
        <pc:chgData name="Viet." userId="8b74393f-d80c-47bd-a370-5373c0174c23" providerId="ADAL" clId="{2E4C8E7C-7542-49CE-AFAA-B0F3D44A6E95}" dt="2024-12-23T08:55:37.078" v="1083" actId="1076"/>
        <pc:sldMkLst>
          <pc:docMk/>
          <pc:sldMk cId="2180807293" sldId="303"/>
        </pc:sldMkLst>
      </pc:sldChg>
      <pc:sldChg chg="addSp delSp modSp new mod modNotesTx">
        <pc:chgData name="Viet." userId="8b74393f-d80c-47bd-a370-5373c0174c23" providerId="ADAL" clId="{2E4C8E7C-7542-49CE-AFAA-B0F3D44A6E95}" dt="2024-12-23T09:02:17.828" v="1155" actId="732"/>
        <pc:sldMkLst>
          <pc:docMk/>
          <pc:sldMk cId="995685273" sldId="304"/>
        </pc:sldMkLst>
      </pc:sldChg>
      <pc:sldChg chg="addSp delSp modSp new mod modNotesTx">
        <pc:chgData name="Viet." userId="8b74393f-d80c-47bd-a370-5373c0174c23" providerId="ADAL" clId="{2E4C8E7C-7542-49CE-AFAA-B0F3D44A6E95}" dt="2024-12-23T09:29:57.275" v="1351" actId="20577"/>
        <pc:sldMkLst>
          <pc:docMk/>
          <pc:sldMk cId="938503402" sldId="305"/>
        </pc:sldMkLst>
      </pc:sldChg>
      <pc:sldChg chg="modSp new del mod">
        <pc:chgData name="Viet." userId="8b74393f-d80c-47bd-a370-5373c0174c23" providerId="ADAL" clId="{2E4C8E7C-7542-49CE-AFAA-B0F3D44A6E95}" dt="2024-12-23T09:11:59.320" v="1166" actId="47"/>
        <pc:sldMkLst>
          <pc:docMk/>
          <pc:sldMk cId="2234520822" sldId="305"/>
        </pc:sldMkLst>
      </pc:sldChg>
      <pc:sldChg chg="addSp delSp modSp new mod">
        <pc:chgData name="Viet." userId="8b74393f-d80c-47bd-a370-5373c0174c23" providerId="ADAL" clId="{2E4C8E7C-7542-49CE-AFAA-B0F3D44A6E95}" dt="2024-12-23T09:31:10.773" v="1415" actId="27636"/>
        <pc:sldMkLst>
          <pc:docMk/>
          <pc:sldMk cId="2497540809" sldId="306"/>
        </pc:sldMkLst>
      </pc:sldChg>
      <pc:sldChg chg="addSp delSp modSp new mod">
        <pc:chgData name="Viet." userId="8b74393f-d80c-47bd-a370-5373c0174c23" providerId="ADAL" clId="{2E4C8E7C-7542-49CE-AFAA-B0F3D44A6E95}" dt="2024-12-23T10:22:59.703" v="1468" actId="1076"/>
        <pc:sldMkLst>
          <pc:docMk/>
          <pc:sldMk cId="2348122299" sldId="307"/>
        </pc:sldMkLst>
      </pc:sldChg>
      <pc:sldChg chg="addSp delSp modSp new mod modNotesTx">
        <pc:chgData name="Viet." userId="8b74393f-d80c-47bd-a370-5373c0174c23" providerId="ADAL" clId="{2E4C8E7C-7542-49CE-AFAA-B0F3D44A6E95}" dt="2024-12-24T14:30:00.027" v="1674" actId="113"/>
        <pc:sldMkLst>
          <pc:docMk/>
          <pc:sldMk cId="2725462218" sldId="308"/>
        </pc:sldMkLst>
      </pc:sldChg>
      <pc:sldChg chg="addSp delSp modSp new mod">
        <pc:chgData name="Viet." userId="8b74393f-d80c-47bd-a370-5373c0174c23" providerId="ADAL" clId="{2E4C8E7C-7542-49CE-AFAA-B0F3D44A6E95}" dt="2024-12-24T15:21:49.362" v="2249" actId="1076"/>
        <pc:sldMkLst>
          <pc:docMk/>
          <pc:sldMk cId="325939935" sldId="309"/>
        </pc:sldMkLst>
      </pc:sldChg>
      <pc:sldChg chg="modSp new mod">
        <pc:chgData name="Viet." userId="8b74393f-d80c-47bd-a370-5373c0174c23" providerId="ADAL" clId="{2E4C8E7C-7542-49CE-AFAA-B0F3D44A6E95}" dt="2024-12-24T15:48:49.562" v="2536"/>
        <pc:sldMkLst>
          <pc:docMk/>
          <pc:sldMk cId="2848946386" sldId="310"/>
        </pc:sldMkLst>
      </pc:sldChg>
      <pc:sldChg chg="addSp delSp modSp new mod modNotesTx">
        <pc:chgData name="Viet." userId="8b74393f-d80c-47bd-a370-5373c0174c23" providerId="ADAL" clId="{2E4C8E7C-7542-49CE-AFAA-B0F3D44A6E95}" dt="2024-12-24T15:55:01.747" v="2614"/>
        <pc:sldMkLst>
          <pc:docMk/>
          <pc:sldMk cId="2004606849" sldId="311"/>
        </pc:sldMkLst>
      </pc:sldChg>
      <pc:sldChg chg="modSp new del mod">
        <pc:chgData name="Viet." userId="8b74393f-d80c-47bd-a370-5373c0174c23" providerId="ADAL" clId="{2E4C8E7C-7542-49CE-AFAA-B0F3D44A6E95}" dt="2024-12-24T15:51:33.173" v="2541" actId="47"/>
        <pc:sldMkLst>
          <pc:docMk/>
          <pc:sldMk cId="730801409" sldId="312"/>
        </pc:sldMkLst>
      </pc:sldChg>
      <pc:sldChg chg="addSp delSp modSp new mod">
        <pc:chgData name="Viet." userId="8b74393f-d80c-47bd-a370-5373c0174c23" providerId="ADAL" clId="{2E4C8E7C-7542-49CE-AFAA-B0F3D44A6E95}" dt="2024-12-24T16:00:15.177" v="2716" actId="27636"/>
        <pc:sldMkLst>
          <pc:docMk/>
          <pc:sldMk cId="909265755" sldId="313"/>
        </pc:sldMkLst>
      </pc:sldChg>
      <pc:sldChg chg="addSp delSp modSp new mod">
        <pc:chgData name="Viet." userId="8b74393f-d80c-47bd-a370-5373c0174c23" providerId="ADAL" clId="{2E4C8E7C-7542-49CE-AFAA-B0F3D44A6E95}" dt="2024-12-24T16:01:13.450" v="2725" actId="2710"/>
        <pc:sldMkLst>
          <pc:docMk/>
          <pc:sldMk cId="3004681399" sldId="314"/>
        </pc:sldMkLst>
      </pc:sldChg>
      <pc:sldChg chg="modSp new add del mod">
        <pc:chgData name="Viet." userId="8b74393f-d80c-47bd-a370-5373c0174c23" providerId="ADAL" clId="{2E4C8E7C-7542-49CE-AFAA-B0F3D44A6E95}" dt="2024-12-24T16:01:30.093" v="2726" actId="47"/>
        <pc:sldMkLst>
          <pc:docMk/>
          <pc:sldMk cId="1415252172" sldId="315"/>
        </pc:sldMkLst>
      </pc:sldChg>
      <pc:sldChg chg="addSp delSp modSp new mod">
        <pc:chgData name="Viet." userId="8b74393f-d80c-47bd-a370-5373c0174c23" providerId="ADAL" clId="{2E4C8E7C-7542-49CE-AFAA-B0F3D44A6E95}" dt="2024-12-24T14:17:34.288" v="1606" actId="1076"/>
        <pc:sldMkLst>
          <pc:docMk/>
          <pc:sldMk cId="3951736494" sldId="316"/>
        </pc:sldMkLst>
      </pc:sldChg>
      <pc:sldChg chg="addSp delSp modSp new del mod">
        <pc:chgData name="Viet." userId="8b74393f-d80c-47bd-a370-5373c0174c23" providerId="ADAL" clId="{2E4C8E7C-7542-49CE-AFAA-B0F3D44A6E95}" dt="2024-12-24T14:17:38.056" v="1607" actId="47"/>
        <pc:sldMkLst>
          <pc:docMk/>
          <pc:sldMk cId="1350407529" sldId="317"/>
        </pc:sldMkLst>
      </pc:sldChg>
      <pc:sldChg chg="new del">
        <pc:chgData name="Viet." userId="8b74393f-d80c-47bd-a370-5373c0174c23" providerId="ADAL" clId="{2E4C8E7C-7542-49CE-AFAA-B0F3D44A6E95}" dt="2024-12-24T14:17:51.344" v="1609" actId="47"/>
        <pc:sldMkLst>
          <pc:docMk/>
          <pc:sldMk cId="1487978256" sldId="317"/>
        </pc:sldMkLst>
      </pc:sldChg>
      <pc:sldChg chg="modSp new mod">
        <pc:chgData name="Viet." userId="8b74393f-d80c-47bd-a370-5373c0174c23" providerId="ADAL" clId="{2E4C8E7C-7542-49CE-AFAA-B0F3D44A6E95}" dt="2024-12-24T14:23:29.090" v="1630" actId="27636"/>
        <pc:sldMkLst>
          <pc:docMk/>
          <pc:sldMk cId="2079067374" sldId="317"/>
        </pc:sldMkLst>
      </pc:sldChg>
      <pc:sldChg chg="addSp delSp modSp add mod">
        <pc:chgData name="Viet." userId="8b74393f-d80c-47bd-a370-5373c0174c23" providerId="ADAL" clId="{2E4C8E7C-7542-49CE-AFAA-B0F3D44A6E95}" dt="2024-12-24T14:31:01.970" v="1684" actId="27636"/>
        <pc:sldMkLst>
          <pc:docMk/>
          <pc:sldMk cId="3708176231" sldId="318"/>
        </pc:sldMkLst>
      </pc:sldChg>
      <pc:sldChg chg="addSp delSp modSp add mod">
        <pc:chgData name="Viet." userId="8b74393f-d80c-47bd-a370-5373c0174c23" providerId="ADAL" clId="{2E4C8E7C-7542-49CE-AFAA-B0F3D44A6E95}" dt="2024-12-24T14:34:22.638" v="1738" actId="113"/>
        <pc:sldMkLst>
          <pc:docMk/>
          <pc:sldMk cId="1532523571" sldId="319"/>
        </pc:sldMkLst>
      </pc:sldChg>
      <pc:sldChg chg="addSp delSp modSp new mod">
        <pc:chgData name="Viet." userId="8b74393f-d80c-47bd-a370-5373c0174c23" providerId="ADAL" clId="{2E4C8E7C-7542-49CE-AFAA-B0F3D44A6E95}" dt="2024-12-24T14:41:55.370" v="2035" actId="113"/>
        <pc:sldMkLst>
          <pc:docMk/>
          <pc:sldMk cId="2346931727" sldId="320"/>
        </pc:sldMkLst>
      </pc:sldChg>
      <pc:sldChg chg="addSp delSp modSp new mod">
        <pc:chgData name="Viet." userId="8b74393f-d80c-47bd-a370-5373c0174c23" providerId="ADAL" clId="{2E4C8E7C-7542-49CE-AFAA-B0F3D44A6E95}" dt="2024-12-24T15:09:50.808" v="2190" actId="313"/>
        <pc:sldMkLst>
          <pc:docMk/>
          <pc:sldMk cId="1106988954" sldId="321"/>
        </pc:sldMkLst>
      </pc:sldChg>
      <pc:sldChg chg="modSp new mod">
        <pc:chgData name="Viet." userId="8b74393f-d80c-47bd-a370-5373c0174c23" providerId="ADAL" clId="{2E4C8E7C-7542-49CE-AFAA-B0F3D44A6E95}" dt="2024-12-24T15:07:58.745" v="2170" actId="27636"/>
        <pc:sldMkLst>
          <pc:docMk/>
          <pc:sldMk cId="1425908042" sldId="322"/>
        </pc:sldMkLst>
      </pc:sldChg>
      <pc:sldChg chg="modSp new del mod">
        <pc:chgData name="Viet." userId="8b74393f-d80c-47bd-a370-5373c0174c23" providerId="ADAL" clId="{2E4C8E7C-7542-49CE-AFAA-B0F3D44A6E95}" dt="2024-12-24T15:10:11.760" v="2191" actId="47"/>
        <pc:sldMkLst>
          <pc:docMk/>
          <pc:sldMk cId="1421053112" sldId="323"/>
        </pc:sldMkLst>
      </pc:sldChg>
      <pc:sldChg chg="addSp delSp modSp new del ord">
        <pc:chgData name="Viet." userId="8b74393f-d80c-47bd-a370-5373c0174c23" providerId="ADAL" clId="{2E4C8E7C-7542-49CE-AFAA-B0F3D44A6E95}" dt="2024-12-24T15:51:12.353" v="2538" actId="47"/>
        <pc:sldMkLst>
          <pc:docMk/>
          <pc:sldMk cId="2814906680" sldId="324"/>
        </pc:sldMkLst>
      </pc:sldChg>
      <pc:sldChg chg="addSp delSp modSp new mod">
        <pc:chgData name="Viet." userId="8b74393f-d80c-47bd-a370-5373c0174c23" providerId="ADAL" clId="{2E4C8E7C-7542-49CE-AFAA-B0F3D44A6E95}" dt="2024-12-24T15:26:01.403" v="2297" actId="1076"/>
        <pc:sldMkLst>
          <pc:docMk/>
          <pc:sldMk cId="3057776307" sldId="325"/>
        </pc:sldMkLst>
      </pc:sldChg>
      <pc:sldChg chg="addSp delSp modSp new mod">
        <pc:chgData name="Viet." userId="8b74393f-d80c-47bd-a370-5373c0174c23" providerId="ADAL" clId="{2E4C8E7C-7542-49CE-AFAA-B0F3D44A6E95}" dt="2024-12-24T15:31:28.254" v="2335" actId="1076"/>
        <pc:sldMkLst>
          <pc:docMk/>
          <pc:sldMk cId="3504665661" sldId="326"/>
        </pc:sldMkLst>
      </pc:sldChg>
      <pc:sldChg chg="addSp delSp modSp new mod">
        <pc:chgData name="Viet." userId="8b74393f-d80c-47bd-a370-5373c0174c23" providerId="ADAL" clId="{2E4C8E7C-7542-49CE-AFAA-B0F3D44A6E95}" dt="2024-12-24T15:35:00.082" v="2362"/>
        <pc:sldMkLst>
          <pc:docMk/>
          <pc:sldMk cId="2490131503" sldId="327"/>
        </pc:sldMkLst>
      </pc:sldChg>
      <pc:sldChg chg="modSp new del mod">
        <pc:chgData name="Viet." userId="8b74393f-d80c-47bd-a370-5373c0174c23" providerId="ADAL" clId="{2E4C8E7C-7542-49CE-AFAA-B0F3D44A6E95}" dt="2024-12-24T15:35:53.191" v="2367" actId="47"/>
        <pc:sldMkLst>
          <pc:docMk/>
          <pc:sldMk cId="1160186485" sldId="328"/>
        </pc:sldMkLst>
      </pc:sldChg>
      <pc:sldChg chg="addSp delSp modSp add mod">
        <pc:chgData name="Viet." userId="8b74393f-d80c-47bd-a370-5373c0174c23" providerId="ADAL" clId="{2E4C8E7C-7542-49CE-AFAA-B0F3D44A6E95}" dt="2024-12-24T15:38:22.987" v="2389"/>
        <pc:sldMkLst>
          <pc:docMk/>
          <pc:sldMk cId="3979017945" sldId="329"/>
        </pc:sldMkLst>
      </pc:sldChg>
      <pc:sldChg chg="addSp modSp new mod">
        <pc:chgData name="Viet." userId="8b74393f-d80c-47bd-a370-5373c0174c23" providerId="ADAL" clId="{2E4C8E7C-7542-49CE-AFAA-B0F3D44A6E95}" dt="2024-12-24T15:46:11.212" v="2487" actId="5793"/>
        <pc:sldMkLst>
          <pc:docMk/>
          <pc:sldMk cId="3530672837" sldId="330"/>
        </pc:sldMkLst>
      </pc:sldChg>
      <pc:sldChg chg="modSp new del mod">
        <pc:chgData name="Viet." userId="8b74393f-d80c-47bd-a370-5373c0174c23" providerId="ADAL" clId="{2E4C8E7C-7542-49CE-AFAA-B0F3D44A6E95}" dt="2024-12-24T15:44:21.984" v="2461" actId="47"/>
        <pc:sldMkLst>
          <pc:docMk/>
          <pc:sldMk cId="3792478419" sldId="331"/>
        </pc:sldMkLst>
      </pc:sldChg>
      <pc:sldChg chg="addSp delSp modSp new mod">
        <pc:chgData name="Viet." userId="8b74393f-d80c-47bd-a370-5373c0174c23" providerId="ADAL" clId="{2E4C8E7C-7542-49CE-AFAA-B0F3D44A6E95}" dt="2024-12-24T15:44:06.803" v="2460" actId="113"/>
        <pc:sldMkLst>
          <pc:docMk/>
          <pc:sldMk cId="598819525" sldId="332"/>
        </pc:sldMkLst>
      </pc:sldChg>
      <pc:sldChg chg="add del">
        <pc:chgData name="Viet." userId="8b74393f-d80c-47bd-a370-5373c0174c23" providerId="ADAL" clId="{2E4C8E7C-7542-49CE-AFAA-B0F3D44A6E95}" dt="2024-12-19T10:29:32.789" v="4" actId="47"/>
        <pc:sldMkLst>
          <pc:docMk/>
          <pc:sldMk cId="3335441607" sldId="337"/>
        </pc:sldMkLst>
      </pc:sldChg>
      <pc:sldChg chg="add del">
        <pc:chgData name="Viet." userId="8b74393f-d80c-47bd-a370-5373c0174c23" providerId="ADAL" clId="{2E4C8E7C-7542-49CE-AFAA-B0F3D44A6E95}" dt="2024-12-19T10:29:32.789" v="4" actId="47"/>
        <pc:sldMkLst>
          <pc:docMk/>
          <pc:sldMk cId="3542381496" sldId="338"/>
        </pc:sldMkLst>
      </pc:sldChg>
      <pc:sldChg chg="add del">
        <pc:chgData name="Viet." userId="8b74393f-d80c-47bd-a370-5373c0174c23" providerId="ADAL" clId="{2E4C8E7C-7542-49CE-AFAA-B0F3D44A6E95}" dt="2024-12-19T10:29:32.789" v="4" actId="47"/>
        <pc:sldMkLst>
          <pc:docMk/>
          <pc:sldMk cId="972042927" sldId="343"/>
        </pc:sldMkLst>
      </pc:sldChg>
      <pc:sldChg chg="add del">
        <pc:chgData name="Viet." userId="8b74393f-d80c-47bd-a370-5373c0174c23" providerId="ADAL" clId="{2E4C8E7C-7542-49CE-AFAA-B0F3D44A6E95}" dt="2024-12-19T10:29:32.789" v="4" actId="47"/>
        <pc:sldMkLst>
          <pc:docMk/>
          <pc:sldMk cId="707483570" sldId="346"/>
        </pc:sldMkLst>
      </pc:sldChg>
      <pc:sldChg chg="add del">
        <pc:chgData name="Viet." userId="8b74393f-d80c-47bd-a370-5373c0174c23" providerId="ADAL" clId="{2E4C8E7C-7542-49CE-AFAA-B0F3D44A6E95}" dt="2024-12-19T10:29:32.789" v="4" actId="47"/>
        <pc:sldMkLst>
          <pc:docMk/>
          <pc:sldMk cId="3276500241" sldId="348"/>
        </pc:sldMkLst>
      </pc:sldChg>
      <pc:sldChg chg="add del">
        <pc:chgData name="Viet." userId="8b74393f-d80c-47bd-a370-5373c0174c23" providerId="ADAL" clId="{2E4C8E7C-7542-49CE-AFAA-B0F3D44A6E95}" dt="2024-12-19T10:29:32.789" v="4" actId="47"/>
        <pc:sldMkLst>
          <pc:docMk/>
          <pc:sldMk cId="2446966224" sldId="349"/>
        </pc:sldMkLst>
      </pc:sldChg>
      <pc:sldChg chg="add del">
        <pc:chgData name="Viet." userId="8b74393f-d80c-47bd-a370-5373c0174c23" providerId="ADAL" clId="{2E4C8E7C-7542-49CE-AFAA-B0F3D44A6E95}" dt="2024-12-19T10:29:32.789" v="4" actId="47"/>
        <pc:sldMkLst>
          <pc:docMk/>
          <pc:sldMk cId="4206017536" sldId="353"/>
        </pc:sldMkLst>
      </pc:sldChg>
      <pc:sldChg chg="add del">
        <pc:chgData name="Viet." userId="8b74393f-d80c-47bd-a370-5373c0174c23" providerId="ADAL" clId="{2E4C8E7C-7542-49CE-AFAA-B0F3D44A6E95}" dt="2024-12-19T10:29:32.789" v="4" actId="47"/>
        <pc:sldMkLst>
          <pc:docMk/>
          <pc:sldMk cId="2474434332" sldId="355"/>
        </pc:sldMkLst>
      </pc:sldChg>
      <pc:sldChg chg="add del">
        <pc:chgData name="Viet." userId="8b74393f-d80c-47bd-a370-5373c0174c23" providerId="ADAL" clId="{2E4C8E7C-7542-49CE-AFAA-B0F3D44A6E95}" dt="2024-12-19T10:29:32.789" v="4" actId="47"/>
        <pc:sldMkLst>
          <pc:docMk/>
          <pc:sldMk cId="3810419677" sldId="356"/>
        </pc:sldMkLst>
      </pc:sldChg>
      <pc:sldChg chg="add del">
        <pc:chgData name="Viet." userId="8b74393f-d80c-47bd-a370-5373c0174c23" providerId="ADAL" clId="{2E4C8E7C-7542-49CE-AFAA-B0F3D44A6E95}" dt="2024-12-19T10:29:32.789" v="4" actId="47"/>
        <pc:sldMkLst>
          <pc:docMk/>
          <pc:sldMk cId="3150911367" sldId="358"/>
        </pc:sldMkLst>
      </pc:sldChg>
      <pc:sldChg chg="add del">
        <pc:chgData name="Viet." userId="8b74393f-d80c-47bd-a370-5373c0174c23" providerId="ADAL" clId="{2E4C8E7C-7542-49CE-AFAA-B0F3D44A6E95}" dt="2024-12-19T10:29:32.789" v="4" actId="47"/>
        <pc:sldMkLst>
          <pc:docMk/>
          <pc:sldMk cId="2948207458" sldId="359"/>
        </pc:sldMkLst>
      </pc:sldChg>
      <pc:sldChg chg="add del">
        <pc:chgData name="Viet." userId="8b74393f-d80c-47bd-a370-5373c0174c23" providerId="ADAL" clId="{2E4C8E7C-7542-49CE-AFAA-B0F3D44A6E95}" dt="2024-12-19T10:29:32.789" v="4" actId="47"/>
        <pc:sldMkLst>
          <pc:docMk/>
          <pc:sldMk cId="904856355" sldId="360"/>
        </pc:sldMkLst>
      </pc:sldChg>
      <pc:sldChg chg="add del">
        <pc:chgData name="Viet." userId="8b74393f-d80c-47bd-a370-5373c0174c23" providerId="ADAL" clId="{2E4C8E7C-7542-49CE-AFAA-B0F3D44A6E95}" dt="2024-12-19T10:29:32.789" v="4" actId="47"/>
        <pc:sldMkLst>
          <pc:docMk/>
          <pc:sldMk cId="3717916934" sldId="363"/>
        </pc:sldMkLst>
      </pc:sldChg>
      <pc:sldChg chg="add del">
        <pc:chgData name="Viet." userId="8b74393f-d80c-47bd-a370-5373c0174c23" providerId="ADAL" clId="{2E4C8E7C-7542-49CE-AFAA-B0F3D44A6E95}" dt="2024-12-19T10:29:32.789" v="4" actId="47"/>
        <pc:sldMkLst>
          <pc:docMk/>
          <pc:sldMk cId="1719024804" sldId="364"/>
        </pc:sldMkLst>
      </pc:sldChg>
      <pc:sldChg chg="add del">
        <pc:chgData name="Viet." userId="8b74393f-d80c-47bd-a370-5373c0174c23" providerId="ADAL" clId="{2E4C8E7C-7542-49CE-AFAA-B0F3D44A6E95}" dt="2024-12-19T10:29:32.789" v="4" actId="47"/>
        <pc:sldMkLst>
          <pc:docMk/>
          <pc:sldMk cId="2268854210" sldId="365"/>
        </pc:sldMkLst>
      </pc:sldChg>
      <pc:sldChg chg="add del">
        <pc:chgData name="Viet." userId="8b74393f-d80c-47bd-a370-5373c0174c23" providerId="ADAL" clId="{2E4C8E7C-7542-49CE-AFAA-B0F3D44A6E95}" dt="2024-12-19T10:29:32.789" v="4" actId="47"/>
        <pc:sldMkLst>
          <pc:docMk/>
          <pc:sldMk cId="2891594502" sldId="366"/>
        </pc:sldMkLst>
      </pc:sldChg>
      <pc:sldChg chg="add del">
        <pc:chgData name="Viet." userId="8b74393f-d80c-47bd-a370-5373c0174c23" providerId="ADAL" clId="{2E4C8E7C-7542-49CE-AFAA-B0F3D44A6E95}" dt="2024-12-19T10:29:32.789" v="4" actId="47"/>
        <pc:sldMkLst>
          <pc:docMk/>
          <pc:sldMk cId="0" sldId="367"/>
        </pc:sldMkLst>
      </pc:sldChg>
      <pc:sldChg chg="add del">
        <pc:chgData name="Viet." userId="8b74393f-d80c-47bd-a370-5373c0174c23" providerId="ADAL" clId="{2E4C8E7C-7542-49CE-AFAA-B0F3D44A6E95}" dt="2024-12-19T10:29:32.789" v="4" actId="47"/>
        <pc:sldMkLst>
          <pc:docMk/>
          <pc:sldMk cId="2992779437" sldId="368"/>
        </pc:sldMkLst>
      </pc:sldChg>
      <pc:sldChg chg="add del">
        <pc:chgData name="Viet." userId="8b74393f-d80c-47bd-a370-5373c0174c23" providerId="ADAL" clId="{2E4C8E7C-7542-49CE-AFAA-B0F3D44A6E95}" dt="2024-12-19T10:29:32.789" v="4" actId="47"/>
        <pc:sldMkLst>
          <pc:docMk/>
          <pc:sldMk cId="3301713662" sldId="369"/>
        </pc:sldMkLst>
      </pc:sldChg>
      <pc:sldChg chg="add del">
        <pc:chgData name="Viet." userId="8b74393f-d80c-47bd-a370-5373c0174c23" providerId="ADAL" clId="{2E4C8E7C-7542-49CE-AFAA-B0F3D44A6E95}" dt="2024-12-19T10:29:32.789" v="4" actId="47"/>
        <pc:sldMkLst>
          <pc:docMk/>
          <pc:sldMk cId="1787869012" sldId="370"/>
        </pc:sldMkLst>
      </pc:sldChg>
      <pc:sldChg chg="add del">
        <pc:chgData name="Viet." userId="8b74393f-d80c-47bd-a370-5373c0174c23" providerId="ADAL" clId="{2E4C8E7C-7542-49CE-AFAA-B0F3D44A6E95}" dt="2024-12-19T10:29:32.789" v="4" actId="47"/>
        <pc:sldMkLst>
          <pc:docMk/>
          <pc:sldMk cId="3615945223" sldId="371"/>
        </pc:sldMkLst>
      </pc:sldChg>
      <pc:sldChg chg="add del">
        <pc:chgData name="Viet." userId="8b74393f-d80c-47bd-a370-5373c0174c23" providerId="ADAL" clId="{2E4C8E7C-7542-49CE-AFAA-B0F3D44A6E95}" dt="2024-12-19T10:29:32.789" v="4" actId="47"/>
        <pc:sldMkLst>
          <pc:docMk/>
          <pc:sldMk cId="1619718783" sldId="373"/>
        </pc:sldMkLst>
      </pc:sldChg>
      <pc:sldChg chg="add del">
        <pc:chgData name="Viet." userId="8b74393f-d80c-47bd-a370-5373c0174c23" providerId="ADAL" clId="{2E4C8E7C-7542-49CE-AFAA-B0F3D44A6E95}" dt="2024-12-19T10:29:32.789" v="4" actId="47"/>
        <pc:sldMkLst>
          <pc:docMk/>
          <pc:sldMk cId="1307411753" sldId="374"/>
        </pc:sldMkLst>
      </pc:sldChg>
      <pc:sldChg chg="add del">
        <pc:chgData name="Viet." userId="8b74393f-d80c-47bd-a370-5373c0174c23" providerId="ADAL" clId="{2E4C8E7C-7542-49CE-AFAA-B0F3D44A6E95}" dt="2024-12-19T10:29:32.789" v="4" actId="47"/>
        <pc:sldMkLst>
          <pc:docMk/>
          <pc:sldMk cId="170672216" sldId="375"/>
        </pc:sldMkLst>
      </pc:sldChg>
      <pc:sldChg chg="add del">
        <pc:chgData name="Viet." userId="8b74393f-d80c-47bd-a370-5373c0174c23" providerId="ADAL" clId="{2E4C8E7C-7542-49CE-AFAA-B0F3D44A6E95}" dt="2024-12-19T10:29:32.789" v="4" actId="47"/>
        <pc:sldMkLst>
          <pc:docMk/>
          <pc:sldMk cId="3631523218" sldId="379"/>
        </pc:sldMkLst>
      </pc:sldChg>
      <pc:sldChg chg="add del">
        <pc:chgData name="Viet." userId="8b74393f-d80c-47bd-a370-5373c0174c23" providerId="ADAL" clId="{2E4C8E7C-7542-49CE-AFAA-B0F3D44A6E95}" dt="2024-12-19T10:29:32.789" v="4" actId="47"/>
        <pc:sldMkLst>
          <pc:docMk/>
          <pc:sldMk cId="612482230" sldId="380"/>
        </pc:sldMkLst>
      </pc:sldChg>
      <pc:sldChg chg="add del">
        <pc:chgData name="Viet." userId="8b74393f-d80c-47bd-a370-5373c0174c23" providerId="ADAL" clId="{2E4C8E7C-7542-49CE-AFAA-B0F3D44A6E95}" dt="2024-12-19T10:29:32.789" v="4" actId="47"/>
        <pc:sldMkLst>
          <pc:docMk/>
          <pc:sldMk cId="2358534610" sldId="381"/>
        </pc:sldMkLst>
      </pc:sldChg>
      <pc:sldChg chg="add del">
        <pc:chgData name="Viet." userId="8b74393f-d80c-47bd-a370-5373c0174c23" providerId="ADAL" clId="{2E4C8E7C-7542-49CE-AFAA-B0F3D44A6E95}" dt="2024-12-19T10:29:32.789" v="4" actId="47"/>
        <pc:sldMkLst>
          <pc:docMk/>
          <pc:sldMk cId="2083814574" sldId="382"/>
        </pc:sldMkLst>
      </pc:sldChg>
      <pc:sldChg chg="add del">
        <pc:chgData name="Viet." userId="8b74393f-d80c-47bd-a370-5373c0174c23" providerId="ADAL" clId="{2E4C8E7C-7542-49CE-AFAA-B0F3D44A6E95}" dt="2024-12-19T10:29:32.789" v="4" actId="47"/>
        <pc:sldMkLst>
          <pc:docMk/>
          <pc:sldMk cId="3663823692" sldId="383"/>
        </pc:sldMkLst>
      </pc:sldChg>
      <pc:sldChg chg="add del">
        <pc:chgData name="Viet." userId="8b74393f-d80c-47bd-a370-5373c0174c23" providerId="ADAL" clId="{2E4C8E7C-7542-49CE-AFAA-B0F3D44A6E95}" dt="2024-12-19T10:29:32.789" v="4" actId="47"/>
        <pc:sldMkLst>
          <pc:docMk/>
          <pc:sldMk cId="2319346433" sldId="384"/>
        </pc:sldMkLst>
      </pc:sldChg>
    </pc:docChg>
  </pc:docChgLst>
  <pc:docChgLst>
    <pc:chgData name="Hung. Nguyen Viet - CMCU" userId="c51906a1-f569-4298-817a-9a14a5d7b82c" providerId="ADAL" clId="{15221660-3265-4BC9-AA37-3DC060F670DF}"/>
    <pc:docChg chg="modSld">
      <pc:chgData name="Hung. Nguyen Viet - CMCU" userId="c51906a1-f569-4298-817a-9a14a5d7b82c" providerId="ADAL" clId="{15221660-3265-4BC9-AA37-3DC060F670DF}" dt="2025-03-10T01:42:46.986" v="56"/>
      <pc:docMkLst>
        <pc:docMk/>
      </pc:docMkLst>
      <pc:sldChg chg="modNotesTx">
        <pc:chgData name="Hung. Nguyen Viet - CMCU" userId="c51906a1-f569-4298-817a-9a14a5d7b82c" providerId="ADAL" clId="{15221660-3265-4BC9-AA37-3DC060F670DF}" dt="2025-03-10T00:13:59.823" v="52"/>
        <pc:sldMkLst>
          <pc:docMk/>
          <pc:sldMk cId="2673573245" sldId="285"/>
        </pc:sldMkLst>
      </pc:sldChg>
      <pc:sldChg chg="modNotesTx">
        <pc:chgData name="Hung. Nguyen Viet - CMCU" userId="c51906a1-f569-4298-817a-9a14a5d7b82c" providerId="ADAL" clId="{15221660-3265-4BC9-AA37-3DC060F670DF}" dt="2025-03-10T00:14:19.130" v="53"/>
        <pc:sldMkLst>
          <pc:docMk/>
          <pc:sldMk cId="369708245" sldId="286"/>
        </pc:sldMkLst>
      </pc:sldChg>
      <pc:sldChg chg="modNotesTx">
        <pc:chgData name="Hung. Nguyen Viet - CMCU" userId="c51906a1-f569-4298-817a-9a14a5d7b82c" providerId="ADAL" clId="{15221660-3265-4BC9-AA37-3DC060F670DF}" dt="2025-03-10T00:15:06.674" v="55"/>
        <pc:sldMkLst>
          <pc:docMk/>
          <pc:sldMk cId="1416912130" sldId="291"/>
        </pc:sldMkLst>
      </pc:sldChg>
      <pc:sldChg chg="modNotesTx">
        <pc:chgData name="Hung. Nguyen Viet - CMCU" userId="c51906a1-f569-4298-817a-9a14a5d7b82c" providerId="ADAL" clId="{15221660-3265-4BC9-AA37-3DC060F670DF}" dt="2025-03-10T00:11:48.946" v="0"/>
        <pc:sldMkLst>
          <pc:docMk/>
          <pc:sldMk cId="4093184188" sldId="293"/>
        </pc:sldMkLst>
      </pc:sldChg>
      <pc:sldChg chg="modNotesTx">
        <pc:chgData name="Hung. Nguyen Viet - CMCU" userId="c51906a1-f569-4298-817a-9a14a5d7b82c" providerId="ADAL" clId="{15221660-3265-4BC9-AA37-3DC060F670DF}" dt="2025-03-10T00:12:11.757" v="3"/>
        <pc:sldMkLst>
          <pc:docMk/>
          <pc:sldMk cId="131545675" sldId="294"/>
        </pc:sldMkLst>
      </pc:sldChg>
      <pc:sldChg chg="modNotesTx">
        <pc:chgData name="Hung. Nguyen Viet - CMCU" userId="c51906a1-f569-4298-817a-9a14a5d7b82c" providerId="ADAL" clId="{15221660-3265-4BC9-AA37-3DC060F670DF}" dt="2025-03-10T00:12:39.098" v="6"/>
        <pc:sldMkLst>
          <pc:docMk/>
          <pc:sldMk cId="3864606187" sldId="295"/>
        </pc:sldMkLst>
      </pc:sldChg>
      <pc:sldChg chg="modNotesTx">
        <pc:chgData name="Hung. Nguyen Viet - CMCU" userId="c51906a1-f569-4298-817a-9a14a5d7b82c" providerId="ADAL" clId="{15221660-3265-4BC9-AA37-3DC060F670DF}" dt="2025-03-10T00:14:44.824" v="54"/>
        <pc:sldMkLst>
          <pc:docMk/>
          <pc:sldMk cId="1454168208" sldId="296"/>
        </pc:sldMkLst>
      </pc:sldChg>
      <pc:sldChg chg="modNotesTx">
        <pc:chgData name="Hung. Nguyen Viet - CMCU" userId="c51906a1-f569-4298-817a-9a14a5d7b82c" providerId="ADAL" clId="{15221660-3265-4BC9-AA37-3DC060F670DF}" dt="2025-03-10T00:12:58.725" v="48" actId="20577"/>
        <pc:sldMkLst>
          <pc:docMk/>
          <pc:sldMk cId="2500334967" sldId="300"/>
        </pc:sldMkLst>
      </pc:sldChg>
      <pc:sldChg chg="modNotesTx">
        <pc:chgData name="Hung. Nguyen Viet - CMCU" userId="c51906a1-f569-4298-817a-9a14a5d7b82c" providerId="ADAL" clId="{15221660-3265-4BC9-AA37-3DC060F670DF}" dt="2025-03-10T00:13:15.554" v="49"/>
        <pc:sldMkLst>
          <pc:docMk/>
          <pc:sldMk cId="1799207988" sldId="301"/>
        </pc:sldMkLst>
      </pc:sldChg>
      <pc:sldChg chg="modNotesTx">
        <pc:chgData name="Hung. Nguyen Viet - CMCU" userId="c51906a1-f569-4298-817a-9a14a5d7b82c" providerId="ADAL" clId="{15221660-3265-4BC9-AA37-3DC060F670DF}" dt="2025-03-10T01:42:46.986" v="56"/>
        <pc:sldMkLst>
          <pc:docMk/>
          <pc:sldMk cId="3122523553" sldId="302"/>
        </pc:sldMkLst>
      </pc:sldChg>
      <pc:sldChg chg="modNotesTx">
        <pc:chgData name="Hung. Nguyen Viet - CMCU" userId="c51906a1-f569-4298-817a-9a14a5d7b82c" providerId="ADAL" clId="{15221660-3265-4BC9-AA37-3DC060F670DF}" dt="2025-03-10T00:13:48.382" v="51"/>
        <pc:sldMkLst>
          <pc:docMk/>
          <pc:sldMk cId="2423039759" sldId="303"/>
        </pc:sldMkLst>
      </pc:sldChg>
    </pc:docChg>
  </pc:docChgLst>
  <pc:docChgLst>
    <pc:chgData name="Viet. Nguyen Hoang - CMC ATI" userId="S::nhviet1@cmc.com.vn::8b74393f-d80c-47bd-a370-5373c0174c23" providerId="AD" clId="Web-{9E8788EC-0732-EB1E-0A0C-AB19F820DF6D}"/>
    <pc:docChg chg="addSld delSld modSld sldOrd addSection delSection modSection">
      <pc:chgData name="Viet. Nguyen Hoang - CMC ATI" userId="S::nhviet1@cmc.com.vn::8b74393f-d80c-47bd-a370-5373c0174c23" providerId="AD" clId="Web-{9E8788EC-0732-EB1E-0A0C-AB19F820DF6D}" dt="2024-12-30T18:18:11.668" v="501" actId="20577"/>
      <pc:docMkLst>
        <pc:docMk/>
      </pc:docMkLst>
      <pc:sldChg chg="modSp">
        <pc:chgData name="Viet. Nguyen Hoang - CMC ATI" userId="S::nhviet1@cmc.com.vn::8b74393f-d80c-47bd-a370-5373c0174c23" providerId="AD" clId="Web-{9E8788EC-0732-EB1E-0A0C-AB19F820DF6D}" dt="2024-12-30T16:22:17.359" v="4" actId="20577"/>
        <pc:sldMkLst>
          <pc:docMk/>
          <pc:sldMk cId="1253848682" sldId="267"/>
        </pc:sldMkLst>
        <pc:spChg chg="mod">
          <ac:chgData name="Viet. Nguyen Hoang - CMC ATI" userId="S::nhviet1@cmc.com.vn::8b74393f-d80c-47bd-a370-5373c0174c23" providerId="AD" clId="Web-{9E8788EC-0732-EB1E-0A0C-AB19F820DF6D}" dt="2024-12-30T16:22:17.359" v="4" actId="20577"/>
          <ac:spMkLst>
            <pc:docMk/>
            <pc:sldMk cId="1253848682" sldId="267"/>
            <ac:spMk id="2" creationId="{78EACC5C-4747-42C2-9BF5-D1B4A984743F}"/>
          </ac:spMkLst>
        </pc:spChg>
      </pc:sldChg>
      <pc:sldChg chg="addSp modSp ord">
        <pc:chgData name="Viet. Nguyen Hoang - CMC ATI" userId="S::nhviet1@cmc.com.vn::8b74393f-d80c-47bd-a370-5373c0174c23" providerId="AD" clId="Web-{9E8788EC-0732-EB1E-0A0C-AB19F820DF6D}" dt="2024-12-30T18:13:30.861" v="485"/>
        <pc:sldMkLst>
          <pc:docMk/>
          <pc:sldMk cId="2673573245" sldId="285"/>
        </pc:sldMkLst>
        <pc:spChg chg="mod">
          <ac:chgData name="Viet. Nguyen Hoang - CMC ATI" userId="S::nhviet1@cmc.com.vn::8b74393f-d80c-47bd-a370-5373c0174c23" providerId="AD" clId="Web-{9E8788EC-0732-EB1E-0A0C-AB19F820DF6D}" dt="2024-12-30T16:43:32.528" v="36" actId="14100"/>
          <ac:spMkLst>
            <pc:docMk/>
            <pc:sldMk cId="2673573245" sldId="285"/>
            <ac:spMk id="2" creationId="{C0515296-4E23-95C1-06E7-DC09C8A89122}"/>
          </ac:spMkLst>
        </pc:spChg>
        <pc:spChg chg="mod">
          <ac:chgData name="Viet. Nguyen Hoang - CMC ATI" userId="S::nhviet1@cmc.com.vn::8b74393f-d80c-47bd-a370-5373c0174c23" providerId="AD" clId="Web-{9E8788EC-0732-EB1E-0A0C-AB19F820DF6D}" dt="2024-12-30T16:42:01.587" v="7" actId="20577"/>
          <ac:spMkLst>
            <pc:docMk/>
            <pc:sldMk cId="2673573245" sldId="285"/>
            <ac:spMk id="4" creationId="{8F92C91B-0293-105A-6A91-B06F6FBBD81E}"/>
          </ac:spMkLst>
        </pc:spChg>
        <pc:picChg chg="add mod">
          <ac:chgData name="Viet. Nguyen Hoang - CMC ATI" userId="S::nhviet1@cmc.com.vn::8b74393f-d80c-47bd-a370-5373c0174c23" providerId="AD" clId="Web-{9E8788EC-0732-EB1E-0A0C-AB19F820DF6D}" dt="2024-12-30T16:43:38.716" v="37" actId="1076"/>
          <ac:picMkLst>
            <pc:docMk/>
            <pc:sldMk cId="2673573245" sldId="285"/>
            <ac:picMk id="5" creationId="{0DC5D9F4-3234-4AE1-9661-896FCADA7F9C}"/>
          </ac:picMkLst>
        </pc:picChg>
      </pc:sldChg>
      <pc:sldChg chg="modSp new">
        <pc:chgData name="Viet. Nguyen Hoang - CMC ATI" userId="S::nhviet1@cmc.com.vn::8b74393f-d80c-47bd-a370-5373c0174c23" providerId="AD" clId="Web-{9E8788EC-0732-EB1E-0A0C-AB19F820DF6D}" dt="2024-12-30T16:50:57.533" v="108" actId="20577"/>
        <pc:sldMkLst>
          <pc:docMk/>
          <pc:sldMk cId="369708245" sldId="286"/>
        </pc:sldMkLst>
        <pc:spChg chg="mod">
          <ac:chgData name="Viet. Nguyen Hoang - CMC ATI" userId="S::nhviet1@cmc.com.vn::8b74393f-d80c-47bd-a370-5373c0174c23" providerId="AD" clId="Web-{9E8788EC-0732-EB1E-0A0C-AB19F820DF6D}" dt="2024-12-30T16:50:57.533" v="108" actId="20577"/>
          <ac:spMkLst>
            <pc:docMk/>
            <pc:sldMk cId="369708245" sldId="286"/>
            <ac:spMk id="2" creationId="{1AB5756E-B86A-A2DE-6850-7CC18CFE7AAA}"/>
          </ac:spMkLst>
        </pc:spChg>
        <pc:spChg chg="mod">
          <ac:chgData name="Viet. Nguyen Hoang - CMC ATI" userId="S::nhviet1@cmc.com.vn::8b74393f-d80c-47bd-a370-5373c0174c23" providerId="AD" clId="Web-{9E8788EC-0732-EB1E-0A0C-AB19F820DF6D}" dt="2024-12-30T16:45:31.989" v="42" actId="20577"/>
          <ac:spMkLst>
            <pc:docMk/>
            <pc:sldMk cId="369708245" sldId="286"/>
            <ac:spMk id="4" creationId="{DF6183F7-5958-B5A1-CE7A-DD5B60294A7F}"/>
          </ac:spMkLst>
        </pc:spChg>
      </pc:sldChg>
      <pc:sldChg chg="del">
        <pc:chgData name="Viet. Nguyen Hoang - CMC ATI" userId="S::nhviet1@cmc.com.vn::8b74393f-d80c-47bd-a370-5373c0174c23" providerId="AD" clId="Web-{9E8788EC-0732-EB1E-0A0C-AB19F820DF6D}" dt="2024-12-30T16:42:05.743" v="27"/>
        <pc:sldMkLst>
          <pc:docMk/>
          <pc:sldMk cId="575613580" sldId="286"/>
        </pc:sldMkLst>
      </pc:sldChg>
      <pc:sldChg chg="del">
        <pc:chgData name="Viet. Nguyen Hoang - CMC ATI" userId="S::nhviet1@cmc.com.vn::8b74393f-d80c-47bd-a370-5373c0174c23" providerId="AD" clId="Web-{9E8788EC-0732-EB1E-0A0C-AB19F820DF6D}" dt="2024-12-30T16:42:05.743" v="26"/>
        <pc:sldMkLst>
          <pc:docMk/>
          <pc:sldMk cId="1671746921" sldId="287"/>
        </pc:sldMkLst>
      </pc:sldChg>
      <pc:sldChg chg="addSp delSp modSp new">
        <pc:chgData name="Viet. Nguyen Hoang - CMC ATI" userId="S::nhviet1@cmc.com.vn::8b74393f-d80c-47bd-a370-5373c0174c23" providerId="AD" clId="Web-{9E8788EC-0732-EB1E-0A0C-AB19F820DF6D}" dt="2024-12-30T16:51:20.409" v="112" actId="1076"/>
        <pc:sldMkLst>
          <pc:docMk/>
          <pc:sldMk cId="1868095944" sldId="287"/>
        </pc:sldMkLst>
        <pc:spChg chg="mod">
          <ac:chgData name="Viet. Nguyen Hoang - CMC ATI" userId="S::nhviet1@cmc.com.vn::8b74393f-d80c-47bd-a370-5373c0174c23" providerId="AD" clId="Web-{9E8788EC-0732-EB1E-0A0C-AB19F820DF6D}" dt="2024-12-30T16:51:11.424" v="110" actId="20577"/>
          <ac:spMkLst>
            <pc:docMk/>
            <pc:sldMk cId="1868095944" sldId="287"/>
            <ac:spMk id="2" creationId="{2584AFC5-9812-A39C-1C20-E13F44D7BFB5}"/>
          </ac:spMkLst>
        </pc:spChg>
        <pc:spChg chg="mod">
          <ac:chgData name="Viet. Nguyen Hoang - CMC ATI" userId="S::nhviet1@cmc.com.vn::8b74393f-d80c-47bd-a370-5373c0174c23" providerId="AD" clId="Web-{9E8788EC-0732-EB1E-0A0C-AB19F820DF6D}" dt="2024-12-30T16:46:55.836" v="50" actId="20577"/>
          <ac:spMkLst>
            <pc:docMk/>
            <pc:sldMk cId="1868095944" sldId="287"/>
            <ac:spMk id="4" creationId="{4743461E-EBE1-85D2-1809-FD04AC1F137B}"/>
          </ac:spMkLst>
        </pc:spChg>
        <pc:picChg chg="add mod">
          <ac:chgData name="Viet. Nguyen Hoang - CMC ATI" userId="S::nhviet1@cmc.com.vn::8b74393f-d80c-47bd-a370-5373c0174c23" providerId="AD" clId="Web-{9E8788EC-0732-EB1E-0A0C-AB19F820DF6D}" dt="2024-12-30T16:51:20.409" v="112" actId="1076"/>
          <ac:picMkLst>
            <pc:docMk/>
            <pc:sldMk cId="1868095944" sldId="287"/>
            <ac:picMk id="5" creationId="{6AD40E7C-21BA-292E-958C-0EACE219BD75}"/>
          </ac:picMkLst>
        </pc:picChg>
      </pc:sldChg>
      <pc:sldChg chg="addSp delSp modSp new del">
        <pc:chgData name="Viet. Nguyen Hoang - CMC ATI" userId="S::nhviet1@cmc.com.vn::8b74393f-d80c-47bd-a370-5373c0174c23" providerId="AD" clId="Web-{9E8788EC-0732-EB1E-0A0C-AB19F820DF6D}" dt="2024-12-30T16:49:55.546" v="92"/>
        <pc:sldMkLst>
          <pc:docMk/>
          <pc:sldMk cId="2592366944" sldId="288"/>
        </pc:sldMkLst>
      </pc:sldChg>
      <pc:sldChg chg="del">
        <pc:chgData name="Viet. Nguyen Hoang - CMC ATI" userId="S::nhviet1@cmc.com.vn::8b74393f-d80c-47bd-a370-5373c0174c23" providerId="AD" clId="Web-{9E8788EC-0732-EB1E-0A0C-AB19F820DF6D}" dt="2024-12-30T16:42:05.743" v="25"/>
        <pc:sldMkLst>
          <pc:docMk/>
          <pc:sldMk cId="3414444954" sldId="288"/>
        </pc:sldMkLst>
      </pc:sldChg>
      <pc:sldChg chg="addSp modSp new">
        <pc:chgData name="Viet. Nguyen Hoang - CMC ATI" userId="S::nhviet1@cmc.com.vn::8b74393f-d80c-47bd-a370-5373c0174c23" providerId="AD" clId="Web-{9E8788EC-0732-EB1E-0A0C-AB19F820DF6D}" dt="2024-12-30T16:52:10.364" v="118" actId="1076"/>
        <pc:sldMkLst>
          <pc:docMk/>
          <pc:sldMk cId="3801166897" sldId="288"/>
        </pc:sldMkLst>
        <pc:spChg chg="mod">
          <ac:chgData name="Viet. Nguyen Hoang - CMC ATI" userId="S::nhviet1@cmc.com.vn::8b74393f-d80c-47bd-a370-5373c0174c23" providerId="AD" clId="Web-{9E8788EC-0732-EB1E-0A0C-AB19F820DF6D}" dt="2024-12-30T16:51:52.488" v="114" actId="20577"/>
          <ac:spMkLst>
            <pc:docMk/>
            <pc:sldMk cId="3801166897" sldId="288"/>
            <ac:spMk id="2" creationId="{8480B2AF-85FD-FA73-E0FB-DD59D3709987}"/>
          </ac:spMkLst>
        </pc:spChg>
        <pc:spChg chg="mod">
          <ac:chgData name="Viet. Nguyen Hoang - CMC ATI" userId="S::nhviet1@cmc.com.vn::8b74393f-d80c-47bd-a370-5373c0174c23" providerId="AD" clId="Web-{9E8788EC-0732-EB1E-0A0C-AB19F820DF6D}" dt="2024-12-30T16:50:46.189" v="98" actId="20577"/>
          <ac:spMkLst>
            <pc:docMk/>
            <pc:sldMk cId="3801166897" sldId="288"/>
            <ac:spMk id="4" creationId="{2C055AC4-70BD-AF24-9943-7C3DF023558D}"/>
          </ac:spMkLst>
        </pc:spChg>
        <pc:picChg chg="add mod">
          <ac:chgData name="Viet. Nguyen Hoang - CMC ATI" userId="S::nhviet1@cmc.com.vn::8b74393f-d80c-47bd-a370-5373c0174c23" providerId="AD" clId="Web-{9E8788EC-0732-EB1E-0A0C-AB19F820DF6D}" dt="2024-12-30T16:51:56.426" v="116" actId="1076"/>
          <ac:picMkLst>
            <pc:docMk/>
            <pc:sldMk cId="3801166897" sldId="288"/>
            <ac:picMk id="5" creationId="{871BA88A-BE7A-6F63-D6F4-8701CA60BFF4}"/>
          </ac:picMkLst>
        </pc:picChg>
        <pc:picChg chg="add mod">
          <ac:chgData name="Viet. Nguyen Hoang - CMC ATI" userId="S::nhviet1@cmc.com.vn::8b74393f-d80c-47bd-a370-5373c0174c23" providerId="AD" clId="Web-{9E8788EC-0732-EB1E-0A0C-AB19F820DF6D}" dt="2024-12-30T16:52:10.364" v="118" actId="1076"/>
          <ac:picMkLst>
            <pc:docMk/>
            <pc:sldMk cId="3801166897" sldId="288"/>
            <ac:picMk id="6" creationId="{AEC5549C-9939-691E-D896-BD8FFCB742F9}"/>
          </ac:picMkLst>
        </pc:picChg>
      </pc:sldChg>
      <pc:sldChg chg="del">
        <pc:chgData name="Viet. Nguyen Hoang - CMC ATI" userId="S::nhviet1@cmc.com.vn::8b74393f-d80c-47bd-a370-5373c0174c23" providerId="AD" clId="Web-{9E8788EC-0732-EB1E-0A0C-AB19F820DF6D}" dt="2024-12-30T16:42:05.743" v="24"/>
        <pc:sldMkLst>
          <pc:docMk/>
          <pc:sldMk cId="907479149" sldId="289"/>
        </pc:sldMkLst>
      </pc:sldChg>
      <pc:sldChg chg="addSp modSp new">
        <pc:chgData name="Viet. Nguyen Hoang - CMC ATI" userId="S::nhviet1@cmc.com.vn::8b74393f-d80c-47bd-a370-5373c0174c23" providerId="AD" clId="Web-{9E8788EC-0732-EB1E-0A0C-AB19F820DF6D}" dt="2024-12-30T16:53:16.133" v="133" actId="1076"/>
        <pc:sldMkLst>
          <pc:docMk/>
          <pc:sldMk cId="3537924483" sldId="289"/>
        </pc:sldMkLst>
        <pc:spChg chg="mod">
          <ac:chgData name="Viet. Nguyen Hoang - CMC ATI" userId="S::nhviet1@cmc.com.vn::8b74393f-d80c-47bd-a370-5373c0174c23" providerId="AD" clId="Web-{9E8788EC-0732-EB1E-0A0C-AB19F820DF6D}" dt="2024-12-30T16:52:51.179" v="127" actId="20577"/>
          <ac:spMkLst>
            <pc:docMk/>
            <pc:sldMk cId="3537924483" sldId="289"/>
            <ac:spMk id="2" creationId="{24838835-70DA-CF54-5596-AF2684AFDB00}"/>
          </ac:spMkLst>
        </pc:spChg>
        <pc:spChg chg="mod">
          <ac:chgData name="Viet. Nguyen Hoang - CMC ATI" userId="S::nhviet1@cmc.com.vn::8b74393f-d80c-47bd-a370-5373c0174c23" providerId="AD" clId="Web-{9E8788EC-0732-EB1E-0A0C-AB19F820DF6D}" dt="2024-12-30T16:52:33.053" v="125" actId="20577"/>
          <ac:spMkLst>
            <pc:docMk/>
            <pc:sldMk cId="3537924483" sldId="289"/>
            <ac:spMk id="4" creationId="{1F296C19-75C3-1C48-D7D9-7369BD87E300}"/>
          </ac:spMkLst>
        </pc:spChg>
        <pc:picChg chg="add mod">
          <ac:chgData name="Viet. Nguyen Hoang - CMC ATI" userId="S::nhviet1@cmc.com.vn::8b74393f-d80c-47bd-a370-5373c0174c23" providerId="AD" clId="Web-{9E8788EC-0732-EB1E-0A0C-AB19F820DF6D}" dt="2024-12-30T16:52:55.351" v="130" actId="1076"/>
          <ac:picMkLst>
            <pc:docMk/>
            <pc:sldMk cId="3537924483" sldId="289"/>
            <ac:picMk id="5" creationId="{E3E3E45C-3F9E-FAAD-324D-FB45A1430021}"/>
          </ac:picMkLst>
        </pc:picChg>
        <pc:picChg chg="add mod">
          <ac:chgData name="Viet. Nguyen Hoang - CMC ATI" userId="S::nhviet1@cmc.com.vn::8b74393f-d80c-47bd-a370-5373c0174c23" providerId="AD" clId="Web-{9E8788EC-0732-EB1E-0A0C-AB19F820DF6D}" dt="2024-12-30T16:53:16.133" v="133" actId="1076"/>
          <ac:picMkLst>
            <pc:docMk/>
            <pc:sldMk cId="3537924483" sldId="289"/>
            <ac:picMk id="6" creationId="{5847B09C-4393-E57A-DE83-E785CEBA0F5A}"/>
          </ac:picMkLst>
        </pc:picChg>
      </pc:sldChg>
      <pc:sldChg chg="addSp modSp new">
        <pc:chgData name="Viet. Nguyen Hoang - CMC ATI" userId="S::nhviet1@cmc.com.vn::8b74393f-d80c-47bd-a370-5373c0174c23" providerId="AD" clId="Web-{9E8788EC-0732-EB1E-0A0C-AB19F820DF6D}" dt="2024-12-30T16:54:33.453" v="153" actId="1076"/>
        <pc:sldMkLst>
          <pc:docMk/>
          <pc:sldMk cId="2418152412" sldId="290"/>
        </pc:sldMkLst>
        <pc:spChg chg="mod">
          <ac:chgData name="Viet. Nguyen Hoang - CMC ATI" userId="S::nhviet1@cmc.com.vn::8b74393f-d80c-47bd-a370-5373c0174c23" providerId="AD" clId="Web-{9E8788EC-0732-EB1E-0A0C-AB19F820DF6D}" dt="2024-12-30T16:54:30.453" v="152" actId="20577"/>
          <ac:spMkLst>
            <pc:docMk/>
            <pc:sldMk cId="2418152412" sldId="290"/>
            <ac:spMk id="2" creationId="{DD3D4FBE-5CC6-C307-1ED9-547DB4C2C983}"/>
          </ac:spMkLst>
        </pc:spChg>
        <pc:spChg chg="mod">
          <ac:chgData name="Viet. Nguyen Hoang - CMC ATI" userId="S::nhviet1@cmc.com.vn::8b74393f-d80c-47bd-a370-5373c0174c23" providerId="AD" clId="Web-{9E8788EC-0732-EB1E-0A0C-AB19F820DF6D}" dt="2024-12-30T16:53:47.556" v="138" actId="20577"/>
          <ac:spMkLst>
            <pc:docMk/>
            <pc:sldMk cId="2418152412" sldId="290"/>
            <ac:spMk id="4" creationId="{8043C1DD-3D6E-DA25-4DFD-79AED57F5E52}"/>
          </ac:spMkLst>
        </pc:spChg>
        <pc:picChg chg="add mod">
          <ac:chgData name="Viet. Nguyen Hoang - CMC ATI" userId="S::nhviet1@cmc.com.vn::8b74393f-d80c-47bd-a370-5373c0174c23" providerId="AD" clId="Web-{9E8788EC-0732-EB1E-0A0C-AB19F820DF6D}" dt="2024-12-30T16:54:19.999" v="148" actId="1076"/>
          <ac:picMkLst>
            <pc:docMk/>
            <pc:sldMk cId="2418152412" sldId="290"/>
            <ac:picMk id="5" creationId="{888DF82F-9A22-9436-5391-6B4C752F4C78}"/>
          </ac:picMkLst>
        </pc:picChg>
        <pc:picChg chg="add mod">
          <ac:chgData name="Viet. Nguyen Hoang - CMC ATI" userId="S::nhviet1@cmc.com.vn::8b74393f-d80c-47bd-a370-5373c0174c23" providerId="AD" clId="Web-{9E8788EC-0732-EB1E-0A0C-AB19F820DF6D}" dt="2024-12-30T16:54:33.453" v="153" actId="1076"/>
          <ac:picMkLst>
            <pc:docMk/>
            <pc:sldMk cId="2418152412" sldId="290"/>
            <ac:picMk id="6" creationId="{80459F50-B6D8-827A-353E-E79C16FDE53D}"/>
          </ac:picMkLst>
        </pc:picChg>
      </pc:sldChg>
      <pc:sldChg chg="modSp new">
        <pc:chgData name="Viet. Nguyen Hoang - CMC ATI" userId="S::nhviet1@cmc.com.vn::8b74393f-d80c-47bd-a370-5373c0174c23" providerId="AD" clId="Web-{9E8788EC-0732-EB1E-0A0C-AB19F820DF6D}" dt="2024-12-30T18:18:11.668" v="501" actId="20577"/>
        <pc:sldMkLst>
          <pc:docMk/>
          <pc:sldMk cId="1416912130" sldId="291"/>
        </pc:sldMkLst>
        <pc:spChg chg="mod">
          <ac:chgData name="Viet. Nguyen Hoang - CMC ATI" userId="S::nhviet1@cmc.com.vn::8b74393f-d80c-47bd-a370-5373c0174c23" providerId="AD" clId="Web-{9E8788EC-0732-EB1E-0A0C-AB19F820DF6D}" dt="2024-12-30T18:18:11.668" v="501" actId="20577"/>
          <ac:spMkLst>
            <pc:docMk/>
            <pc:sldMk cId="1416912130" sldId="291"/>
            <ac:spMk id="2" creationId="{B82E382C-DA56-3D74-021C-1395651C9540}"/>
          </ac:spMkLst>
        </pc:spChg>
        <pc:spChg chg="mod">
          <ac:chgData name="Viet. Nguyen Hoang - CMC ATI" userId="S::nhviet1@cmc.com.vn::8b74393f-d80c-47bd-a370-5373c0174c23" providerId="AD" clId="Web-{9E8788EC-0732-EB1E-0A0C-AB19F820DF6D}" dt="2024-12-30T18:18:11.011" v="500" actId="20577"/>
          <ac:spMkLst>
            <pc:docMk/>
            <pc:sldMk cId="1416912130" sldId="291"/>
            <ac:spMk id="4" creationId="{E0DCBF9E-D293-EA8D-4D2F-1C1CAC05E17A}"/>
          </ac:spMkLst>
        </pc:spChg>
      </pc:sldChg>
      <pc:sldChg chg="del">
        <pc:chgData name="Viet. Nguyen Hoang - CMC ATI" userId="S::nhviet1@cmc.com.vn::8b74393f-d80c-47bd-a370-5373c0174c23" providerId="AD" clId="Web-{9E8788EC-0732-EB1E-0A0C-AB19F820DF6D}" dt="2024-12-30T16:42:05.743" v="23"/>
        <pc:sldMkLst>
          <pc:docMk/>
          <pc:sldMk cId="2248088158" sldId="291"/>
        </pc:sldMkLst>
      </pc:sldChg>
      <pc:sldChg chg="del">
        <pc:chgData name="Viet. Nguyen Hoang - CMC ATI" userId="S::nhviet1@cmc.com.vn::8b74393f-d80c-47bd-a370-5373c0174c23" providerId="AD" clId="Web-{9E8788EC-0732-EB1E-0A0C-AB19F820DF6D}" dt="2024-12-30T16:42:05.743" v="22"/>
        <pc:sldMkLst>
          <pc:docMk/>
          <pc:sldMk cId="1567604564" sldId="292"/>
        </pc:sldMkLst>
      </pc:sldChg>
      <pc:sldChg chg="addSp modSp new">
        <pc:chgData name="Viet. Nguyen Hoang - CMC ATI" userId="S::nhviet1@cmc.com.vn::8b74393f-d80c-47bd-a370-5373c0174c23" providerId="AD" clId="Web-{9E8788EC-0732-EB1E-0A0C-AB19F820DF6D}" dt="2024-12-30T17:48:51.416" v="244" actId="1076"/>
        <pc:sldMkLst>
          <pc:docMk/>
          <pc:sldMk cId="2252330549" sldId="292"/>
        </pc:sldMkLst>
        <pc:spChg chg="mod">
          <ac:chgData name="Viet. Nguyen Hoang - CMC ATI" userId="S::nhviet1@cmc.com.vn::8b74393f-d80c-47bd-a370-5373c0174c23" providerId="AD" clId="Web-{9E8788EC-0732-EB1E-0A0C-AB19F820DF6D}" dt="2024-12-30T17:48:45.260" v="241" actId="20577"/>
          <ac:spMkLst>
            <pc:docMk/>
            <pc:sldMk cId="2252330549" sldId="292"/>
            <ac:spMk id="2" creationId="{D1DD6620-3E29-1D54-2FFA-F5EC8DE682B5}"/>
          </ac:spMkLst>
        </pc:spChg>
        <pc:spChg chg="mod">
          <ac:chgData name="Viet. Nguyen Hoang - CMC ATI" userId="S::nhviet1@cmc.com.vn::8b74393f-d80c-47bd-a370-5373c0174c23" providerId="AD" clId="Web-{9E8788EC-0732-EB1E-0A0C-AB19F820DF6D}" dt="2024-12-30T16:55:19.814" v="162" actId="20577"/>
          <ac:spMkLst>
            <pc:docMk/>
            <pc:sldMk cId="2252330549" sldId="292"/>
            <ac:spMk id="4" creationId="{444DA898-8CF0-93B2-0BA5-1662558A1D5C}"/>
          </ac:spMkLst>
        </pc:spChg>
        <pc:picChg chg="add mod">
          <ac:chgData name="Viet. Nguyen Hoang - CMC ATI" userId="S::nhviet1@cmc.com.vn::8b74393f-d80c-47bd-a370-5373c0174c23" providerId="AD" clId="Web-{9E8788EC-0732-EB1E-0A0C-AB19F820DF6D}" dt="2024-12-30T17:48:51.416" v="244" actId="1076"/>
          <ac:picMkLst>
            <pc:docMk/>
            <pc:sldMk cId="2252330549" sldId="292"/>
            <ac:picMk id="5" creationId="{ADB780C2-14A3-49F7-13F3-3E597ACA1939}"/>
          </ac:picMkLst>
        </pc:picChg>
      </pc:sldChg>
      <pc:sldChg chg="del">
        <pc:chgData name="Viet. Nguyen Hoang - CMC ATI" userId="S::nhviet1@cmc.com.vn::8b74393f-d80c-47bd-a370-5373c0174c23" providerId="AD" clId="Web-{9E8788EC-0732-EB1E-0A0C-AB19F820DF6D}" dt="2024-12-30T16:42:05.743" v="21"/>
        <pc:sldMkLst>
          <pc:docMk/>
          <pc:sldMk cId="1200768873" sldId="293"/>
        </pc:sldMkLst>
      </pc:sldChg>
      <pc:sldChg chg="modSp new">
        <pc:chgData name="Viet. Nguyen Hoang - CMC ATI" userId="S::nhviet1@cmc.com.vn::8b74393f-d80c-47bd-a370-5373c0174c23" providerId="AD" clId="Web-{9E8788EC-0732-EB1E-0A0C-AB19F820DF6D}" dt="2024-12-30T17:43:07.763" v="193" actId="20577"/>
        <pc:sldMkLst>
          <pc:docMk/>
          <pc:sldMk cId="4093184188" sldId="293"/>
        </pc:sldMkLst>
        <pc:spChg chg="mod">
          <ac:chgData name="Viet. Nguyen Hoang - CMC ATI" userId="S::nhviet1@cmc.com.vn::8b74393f-d80c-47bd-a370-5373c0174c23" providerId="AD" clId="Web-{9E8788EC-0732-EB1E-0A0C-AB19F820DF6D}" dt="2024-12-30T17:43:07.763" v="193" actId="20577"/>
          <ac:spMkLst>
            <pc:docMk/>
            <pc:sldMk cId="4093184188" sldId="293"/>
            <ac:spMk id="2" creationId="{BF639EC9-7383-E210-3D3F-23B8EF01DCBD}"/>
          </ac:spMkLst>
        </pc:spChg>
        <pc:spChg chg="mod">
          <ac:chgData name="Viet. Nguyen Hoang - CMC ATI" userId="S::nhviet1@cmc.com.vn::8b74393f-d80c-47bd-a370-5373c0174c23" providerId="AD" clId="Web-{9E8788EC-0732-EB1E-0A0C-AB19F820DF6D}" dt="2024-12-30T17:32:00.975" v="166" actId="20577"/>
          <ac:spMkLst>
            <pc:docMk/>
            <pc:sldMk cId="4093184188" sldId="293"/>
            <ac:spMk id="4" creationId="{25D324FE-1FAA-4938-A907-FCDC7A4C99CD}"/>
          </ac:spMkLst>
        </pc:spChg>
      </pc:sldChg>
      <pc:sldChg chg="del">
        <pc:chgData name="Viet. Nguyen Hoang - CMC ATI" userId="S::nhviet1@cmc.com.vn::8b74393f-d80c-47bd-a370-5373c0174c23" providerId="AD" clId="Web-{9E8788EC-0732-EB1E-0A0C-AB19F820DF6D}" dt="2024-12-30T16:42:05.743" v="20"/>
        <pc:sldMkLst>
          <pc:docMk/>
          <pc:sldMk cId="53124907" sldId="294"/>
        </pc:sldMkLst>
      </pc:sldChg>
      <pc:sldChg chg="addSp modSp new">
        <pc:chgData name="Viet. Nguyen Hoang - CMC ATI" userId="S::nhviet1@cmc.com.vn::8b74393f-d80c-47bd-a370-5373c0174c23" providerId="AD" clId="Web-{9E8788EC-0732-EB1E-0A0C-AB19F820DF6D}" dt="2024-12-30T17:45:44.972" v="229" actId="20577"/>
        <pc:sldMkLst>
          <pc:docMk/>
          <pc:sldMk cId="131545675" sldId="294"/>
        </pc:sldMkLst>
        <pc:spChg chg="mod">
          <ac:chgData name="Viet. Nguyen Hoang - CMC ATI" userId="S::nhviet1@cmc.com.vn::8b74393f-d80c-47bd-a370-5373c0174c23" providerId="AD" clId="Web-{9E8788EC-0732-EB1E-0A0C-AB19F820DF6D}" dt="2024-12-30T17:45:44.972" v="229" actId="20577"/>
          <ac:spMkLst>
            <pc:docMk/>
            <pc:sldMk cId="131545675" sldId="294"/>
            <ac:spMk id="2" creationId="{E4E4EE8D-2835-90C0-BD1A-6B18F9A3AC2F}"/>
          </ac:spMkLst>
        </pc:spChg>
        <pc:spChg chg="mod">
          <ac:chgData name="Viet. Nguyen Hoang - CMC ATI" userId="S::nhviet1@cmc.com.vn::8b74393f-d80c-47bd-a370-5373c0174c23" providerId="AD" clId="Web-{9E8788EC-0732-EB1E-0A0C-AB19F820DF6D}" dt="2024-12-30T17:43:23.732" v="200" actId="20577"/>
          <ac:spMkLst>
            <pc:docMk/>
            <pc:sldMk cId="131545675" sldId="294"/>
            <ac:spMk id="4" creationId="{01F92D68-F500-2E80-4F73-D152EDF68964}"/>
          </ac:spMkLst>
        </pc:spChg>
        <pc:picChg chg="add mod">
          <ac:chgData name="Viet. Nguyen Hoang - CMC ATI" userId="S::nhviet1@cmc.com.vn::8b74393f-d80c-47bd-a370-5373c0174c23" providerId="AD" clId="Web-{9E8788EC-0732-EB1E-0A0C-AB19F820DF6D}" dt="2024-12-30T17:44:32.204" v="214" actId="1076"/>
          <ac:picMkLst>
            <pc:docMk/>
            <pc:sldMk cId="131545675" sldId="294"/>
            <ac:picMk id="5" creationId="{FCCF0DD1-5983-ACC5-B575-0184BFD399FC}"/>
          </ac:picMkLst>
        </pc:picChg>
        <pc:picChg chg="add mod">
          <ac:chgData name="Viet. Nguyen Hoang - CMC ATI" userId="S::nhviet1@cmc.com.vn::8b74393f-d80c-47bd-a370-5373c0174c23" providerId="AD" clId="Web-{9E8788EC-0732-EB1E-0A0C-AB19F820DF6D}" dt="2024-12-30T17:45:13.330" v="225" actId="1076"/>
          <ac:picMkLst>
            <pc:docMk/>
            <pc:sldMk cId="131545675" sldId="294"/>
            <ac:picMk id="6" creationId="{55B0CFBE-F41E-ABBA-BD8A-9E5049287716}"/>
          </ac:picMkLst>
        </pc:picChg>
      </pc:sldChg>
      <pc:sldChg chg="del">
        <pc:chgData name="Viet. Nguyen Hoang - CMC ATI" userId="S::nhviet1@cmc.com.vn::8b74393f-d80c-47bd-a370-5373c0174c23" providerId="AD" clId="Web-{9E8788EC-0732-EB1E-0A0C-AB19F820DF6D}" dt="2024-12-30T16:42:05.743" v="19"/>
        <pc:sldMkLst>
          <pc:docMk/>
          <pc:sldMk cId="151057260" sldId="295"/>
        </pc:sldMkLst>
      </pc:sldChg>
      <pc:sldChg chg="modSp new">
        <pc:chgData name="Viet. Nguyen Hoang - CMC ATI" userId="S::nhviet1@cmc.com.vn::8b74393f-d80c-47bd-a370-5373c0174c23" providerId="AD" clId="Web-{9E8788EC-0732-EB1E-0A0C-AB19F820DF6D}" dt="2024-12-30T17:46:57.193" v="237" actId="20577"/>
        <pc:sldMkLst>
          <pc:docMk/>
          <pc:sldMk cId="3864606187" sldId="295"/>
        </pc:sldMkLst>
        <pc:spChg chg="mod">
          <ac:chgData name="Viet. Nguyen Hoang - CMC ATI" userId="S::nhviet1@cmc.com.vn::8b74393f-d80c-47bd-a370-5373c0174c23" providerId="AD" clId="Web-{9E8788EC-0732-EB1E-0A0C-AB19F820DF6D}" dt="2024-12-30T17:46:57.193" v="237" actId="20577"/>
          <ac:spMkLst>
            <pc:docMk/>
            <pc:sldMk cId="3864606187" sldId="295"/>
            <ac:spMk id="2" creationId="{7BB519B3-A504-A860-CA7C-C1868F54B8A3}"/>
          </ac:spMkLst>
        </pc:spChg>
        <pc:spChg chg="mod">
          <ac:chgData name="Viet. Nguyen Hoang - CMC ATI" userId="S::nhviet1@cmc.com.vn::8b74393f-d80c-47bd-a370-5373c0174c23" providerId="AD" clId="Web-{9E8788EC-0732-EB1E-0A0C-AB19F820DF6D}" dt="2024-12-30T17:46:42.614" v="234" actId="20577"/>
          <ac:spMkLst>
            <pc:docMk/>
            <pc:sldMk cId="3864606187" sldId="295"/>
            <ac:spMk id="4" creationId="{AC9B22EC-2EFB-9A4E-3226-9AD2C0C45CA0}"/>
          </ac:spMkLst>
        </pc:spChg>
      </pc:sldChg>
      <pc:sldChg chg="addSp delSp modSp new">
        <pc:chgData name="Viet. Nguyen Hoang - CMC ATI" userId="S::nhviet1@cmc.com.vn::8b74393f-d80c-47bd-a370-5373c0174c23" providerId="AD" clId="Web-{9E8788EC-0732-EB1E-0A0C-AB19F820DF6D}" dt="2024-12-30T18:14:47.160" v="492" actId="20577"/>
        <pc:sldMkLst>
          <pc:docMk/>
          <pc:sldMk cId="1454168208" sldId="296"/>
        </pc:sldMkLst>
        <pc:spChg chg="mod">
          <ac:chgData name="Viet. Nguyen Hoang - CMC ATI" userId="S::nhviet1@cmc.com.vn::8b74393f-d80c-47bd-a370-5373c0174c23" providerId="AD" clId="Web-{9E8788EC-0732-EB1E-0A0C-AB19F820DF6D}" dt="2024-12-30T18:14:47.160" v="492" actId="20577"/>
          <ac:spMkLst>
            <pc:docMk/>
            <pc:sldMk cId="1454168208" sldId="296"/>
            <ac:spMk id="2" creationId="{AF170831-CEA3-ECAB-0754-5542226A4758}"/>
          </ac:spMkLst>
        </pc:spChg>
        <pc:spChg chg="mod">
          <ac:chgData name="Viet. Nguyen Hoang - CMC ATI" userId="S::nhviet1@cmc.com.vn::8b74393f-d80c-47bd-a370-5373c0174c23" providerId="AD" clId="Web-{9E8788EC-0732-EB1E-0A0C-AB19F820DF6D}" dt="2024-12-30T17:49:25.495" v="251" actId="20577"/>
          <ac:spMkLst>
            <pc:docMk/>
            <pc:sldMk cId="1454168208" sldId="296"/>
            <ac:spMk id="4" creationId="{C9CC73D2-BD59-CC36-2EE0-5F37CE9B1BF2}"/>
          </ac:spMkLst>
        </pc:spChg>
      </pc:sldChg>
      <pc:sldChg chg="del">
        <pc:chgData name="Viet. Nguyen Hoang - CMC ATI" userId="S::nhviet1@cmc.com.vn::8b74393f-d80c-47bd-a370-5373c0174c23" providerId="AD" clId="Web-{9E8788EC-0732-EB1E-0A0C-AB19F820DF6D}" dt="2024-12-30T16:42:05.727" v="13"/>
        <pc:sldMkLst>
          <pc:docMk/>
          <pc:sldMk cId="2535153410" sldId="296"/>
        </pc:sldMkLst>
      </pc:sldChg>
      <pc:sldChg chg="addSp delSp modSp new">
        <pc:chgData name="Viet. Nguyen Hoang - CMC ATI" userId="S::nhviet1@cmc.com.vn::8b74393f-d80c-47bd-a370-5373c0174c23" providerId="AD" clId="Web-{9E8788EC-0732-EB1E-0A0C-AB19F820DF6D}" dt="2024-12-30T17:53:01.581" v="323" actId="1076"/>
        <pc:sldMkLst>
          <pc:docMk/>
          <pc:sldMk cId="2391126196" sldId="297"/>
        </pc:sldMkLst>
        <pc:spChg chg="mod">
          <ac:chgData name="Viet. Nguyen Hoang - CMC ATI" userId="S::nhviet1@cmc.com.vn::8b74393f-d80c-47bd-a370-5373c0174c23" providerId="AD" clId="Web-{9E8788EC-0732-EB1E-0A0C-AB19F820DF6D}" dt="2024-12-30T17:52:22.564" v="313" actId="20577"/>
          <ac:spMkLst>
            <pc:docMk/>
            <pc:sldMk cId="2391126196" sldId="297"/>
            <ac:spMk id="4" creationId="{39C48B65-840B-DC25-57F1-5275C215A9EC}"/>
          </ac:spMkLst>
        </pc:spChg>
        <pc:picChg chg="add mod ord">
          <ac:chgData name="Viet. Nguyen Hoang - CMC ATI" userId="S::nhviet1@cmc.com.vn::8b74393f-d80c-47bd-a370-5373c0174c23" providerId="AD" clId="Web-{9E8788EC-0732-EB1E-0A0C-AB19F820DF6D}" dt="2024-12-30T17:52:59.269" v="322" actId="1076"/>
          <ac:picMkLst>
            <pc:docMk/>
            <pc:sldMk cId="2391126196" sldId="297"/>
            <ac:picMk id="5" creationId="{495642F5-11BA-744C-61FB-5725A5A5C497}"/>
          </ac:picMkLst>
        </pc:picChg>
        <pc:picChg chg="add mod">
          <ac:chgData name="Viet. Nguyen Hoang - CMC ATI" userId="S::nhviet1@cmc.com.vn::8b74393f-d80c-47bd-a370-5373c0174c23" providerId="AD" clId="Web-{9E8788EC-0732-EB1E-0A0C-AB19F820DF6D}" dt="2024-12-30T17:53:01.581" v="323" actId="1076"/>
          <ac:picMkLst>
            <pc:docMk/>
            <pc:sldMk cId="2391126196" sldId="297"/>
            <ac:picMk id="6" creationId="{817C4123-56A0-A0AE-93EF-BA500145E8B7}"/>
          </ac:picMkLst>
        </pc:picChg>
      </pc:sldChg>
      <pc:sldChg chg="del">
        <pc:chgData name="Viet. Nguyen Hoang - CMC ATI" userId="S::nhviet1@cmc.com.vn::8b74393f-d80c-47bd-a370-5373c0174c23" providerId="AD" clId="Web-{9E8788EC-0732-EB1E-0A0C-AB19F820DF6D}" dt="2024-12-30T16:42:05.743" v="18"/>
        <pc:sldMkLst>
          <pc:docMk/>
          <pc:sldMk cId="2698336220" sldId="297"/>
        </pc:sldMkLst>
      </pc:sldChg>
      <pc:sldChg chg="del">
        <pc:chgData name="Viet. Nguyen Hoang - CMC ATI" userId="S::nhviet1@cmc.com.vn::8b74393f-d80c-47bd-a370-5373c0174c23" providerId="AD" clId="Web-{9E8788EC-0732-EB1E-0A0C-AB19F820DF6D}" dt="2024-12-30T16:42:05.727" v="17"/>
        <pc:sldMkLst>
          <pc:docMk/>
          <pc:sldMk cId="1039155476" sldId="298"/>
        </pc:sldMkLst>
      </pc:sldChg>
      <pc:sldChg chg="addSp delSp modSp new">
        <pc:chgData name="Viet. Nguyen Hoang - CMC ATI" userId="S::nhviet1@cmc.com.vn::8b74393f-d80c-47bd-a370-5373c0174c23" providerId="AD" clId="Web-{9E8788EC-0732-EB1E-0A0C-AB19F820DF6D}" dt="2024-12-30T17:54:06.224" v="351" actId="1076"/>
        <pc:sldMkLst>
          <pc:docMk/>
          <pc:sldMk cId="3770509753" sldId="298"/>
        </pc:sldMkLst>
        <pc:spChg chg="mod">
          <ac:chgData name="Viet. Nguyen Hoang - CMC ATI" userId="S::nhviet1@cmc.com.vn::8b74393f-d80c-47bd-a370-5373c0174c23" providerId="AD" clId="Web-{9E8788EC-0732-EB1E-0A0C-AB19F820DF6D}" dt="2024-12-30T17:53:42.145" v="344" actId="20577"/>
          <ac:spMkLst>
            <pc:docMk/>
            <pc:sldMk cId="3770509753" sldId="298"/>
            <ac:spMk id="4" creationId="{A3D34EC3-8B0E-E872-2A67-8EEA18B35C1C}"/>
          </ac:spMkLst>
        </pc:spChg>
        <pc:picChg chg="add mod ord">
          <ac:chgData name="Viet. Nguyen Hoang - CMC ATI" userId="S::nhviet1@cmc.com.vn::8b74393f-d80c-47bd-a370-5373c0174c23" providerId="AD" clId="Web-{9E8788EC-0732-EB1E-0A0C-AB19F820DF6D}" dt="2024-12-30T17:54:02.427" v="350" actId="1076"/>
          <ac:picMkLst>
            <pc:docMk/>
            <pc:sldMk cId="3770509753" sldId="298"/>
            <ac:picMk id="6" creationId="{E8D7C9A9-29E3-BCD7-EA5A-413381124CE0}"/>
          </ac:picMkLst>
        </pc:picChg>
        <pc:picChg chg="add mod">
          <ac:chgData name="Viet. Nguyen Hoang - CMC ATI" userId="S::nhviet1@cmc.com.vn::8b74393f-d80c-47bd-a370-5373c0174c23" providerId="AD" clId="Web-{9E8788EC-0732-EB1E-0A0C-AB19F820DF6D}" dt="2024-12-30T17:54:06.224" v="351" actId="1076"/>
          <ac:picMkLst>
            <pc:docMk/>
            <pc:sldMk cId="3770509753" sldId="298"/>
            <ac:picMk id="7" creationId="{503A1FB7-9D84-AE70-11C4-F0CA9125EEFF}"/>
          </ac:picMkLst>
        </pc:picChg>
      </pc:sldChg>
      <pc:sldChg chg="del">
        <pc:chgData name="Viet. Nguyen Hoang - CMC ATI" userId="S::nhviet1@cmc.com.vn::8b74393f-d80c-47bd-a370-5373c0174c23" providerId="AD" clId="Web-{9E8788EC-0732-EB1E-0A0C-AB19F820DF6D}" dt="2024-12-30T16:42:05.727" v="16"/>
        <pc:sldMkLst>
          <pc:docMk/>
          <pc:sldMk cId="488034683" sldId="299"/>
        </pc:sldMkLst>
      </pc:sldChg>
      <pc:sldChg chg="new del">
        <pc:chgData name="Viet. Nguyen Hoang - CMC ATI" userId="S::nhviet1@cmc.com.vn::8b74393f-d80c-47bd-a370-5373c0174c23" providerId="AD" clId="Web-{9E8788EC-0732-EB1E-0A0C-AB19F820DF6D}" dt="2024-12-30T17:55:27.961" v="354"/>
        <pc:sldMkLst>
          <pc:docMk/>
          <pc:sldMk cId="530923999" sldId="299"/>
        </pc:sldMkLst>
      </pc:sldChg>
      <pc:sldChg chg="addSp modSp new">
        <pc:chgData name="Viet. Nguyen Hoang - CMC ATI" userId="S::nhviet1@cmc.com.vn::8b74393f-d80c-47bd-a370-5373c0174c23" providerId="AD" clId="Web-{9E8788EC-0732-EB1E-0A0C-AB19F820DF6D}" dt="2024-12-30T17:57:56.873" v="386" actId="20577"/>
        <pc:sldMkLst>
          <pc:docMk/>
          <pc:sldMk cId="2500334967" sldId="300"/>
        </pc:sldMkLst>
        <pc:spChg chg="mod">
          <ac:chgData name="Viet. Nguyen Hoang - CMC ATI" userId="S::nhviet1@cmc.com.vn::8b74393f-d80c-47bd-a370-5373c0174c23" providerId="AD" clId="Web-{9E8788EC-0732-EB1E-0A0C-AB19F820DF6D}" dt="2024-12-30T17:57:56.873" v="386" actId="20577"/>
          <ac:spMkLst>
            <pc:docMk/>
            <pc:sldMk cId="2500334967" sldId="300"/>
            <ac:spMk id="2" creationId="{765C019B-AD8F-B25A-831F-370DF9067C4E}"/>
          </ac:spMkLst>
        </pc:spChg>
        <pc:spChg chg="mod">
          <ac:chgData name="Viet. Nguyen Hoang - CMC ATI" userId="S::nhviet1@cmc.com.vn::8b74393f-d80c-47bd-a370-5373c0174c23" providerId="AD" clId="Web-{9E8788EC-0732-EB1E-0A0C-AB19F820DF6D}" dt="2024-12-30T17:55:54.884" v="359" actId="20577"/>
          <ac:spMkLst>
            <pc:docMk/>
            <pc:sldMk cId="2500334967" sldId="300"/>
            <ac:spMk id="4" creationId="{B4D7E4DD-F4CA-F20D-88B8-E6043C7698B6}"/>
          </ac:spMkLst>
        </pc:spChg>
        <pc:picChg chg="add mod">
          <ac:chgData name="Viet. Nguyen Hoang - CMC ATI" userId="S::nhviet1@cmc.com.vn::8b74393f-d80c-47bd-a370-5373c0174c23" providerId="AD" clId="Web-{9E8788EC-0732-EB1E-0A0C-AB19F820DF6D}" dt="2024-12-30T17:57:15.215" v="365" actId="1076"/>
          <ac:picMkLst>
            <pc:docMk/>
            <pc:sldMk cId="2500334967" sldId="300"/>
            <ac:picMk id="5" creationId="{F679CB5C-D394-BD26-06B6-791C8F0DFE89}"/>
          </ac:picMkLst>
        </pc:picChg>
      </pc:sldChg>
      <pc:sldChg chg="del">
        <pc:chgData name="Viet. Nguyen Hoang - CMC ATI" userId="S::nhviet1@cmc.com.vn::8b74393f-d80c-47bd-a370-5373c0174c23" providerId="AD" clId="Web-{9E8788EC-0732-EB1E-0A0C-AB19F820DF6D}" dt="2024-12-30T16:42:05.727" v="15"/>
        <pc:sldMkLst>
          <pc:docMk/>
          <pc:sldMk cId="3449327547" sldId="300"/>
        </pc:sldMkLst>
      </pc:sldChg>
      <pc:sldChg chg="modSp new">
        <pc:chgData name="Viet. Nguyen Hoang - CMC ATI" userId="S::nhviet1@cmc.com.vn::8b74393f-d80c-47bd-a370-5373c0174c23" providerId="AD" clId="Web-{9E8788EC-0732-EB1E-0A0C-AB19F820DF6D}" dt="2024-12-30T17:58:39.625" v="403" actId="20577"/>
        <pc:sldMkLst>
          <pc:docMk/>
          <pc:sldMk cId="1799207988" sldId="301"/>
        </pc:sldMkLst>
        <pc:spChg chg="mod">
          <ac:chgData name="Viet. Nguyen Hoang - CMC ATI" userId="S::nhviet1@cmc.com.vn::8b74393f-d80c-47bd-a370-5373c0174c23" providerId="AD" clId="Web-{9E8788EC-0732-EB1E-0A0C-AB19F820DF6D}" dt="2024-12-30T17:58:39.625" v="403" actId="20577"/>
          <ac:spMkLst>
            <pc:docMk/>
            <pc:sldMk cId="1799207988" sldId="301"/>
            <ac:spMk id="2" creationId="{04FA2EFE-E9EB-8C31-DADF-1A895DC212B7}"/>
          </ac:spMkLst>
        </pc:spChg>
        <pc:spChg chg="mod">
          <ac:chgData name="Viet. Nguyen Hoang - CMC ATI" userId="S::nhviet1@cmc.com.vn::8b74393f-d80c-47bd-a370-5373c0174c23" providerId="AD" clId="Web-{9E8788EC-0732-EB1E-0A0C-AB19F820DF6D}" dt="2024-12-30T17:58:09.217" v="394" actId="20577"/>
          <ac:spMkLst>
            <pc:docMk/>
            <pc:sldMk cId="1799207988" sldId="301"/>
            <ac:spMk id="4" creationId="{33EBA8DB-7EDD-CD8C-F393-17D3F22D5AA2}"/>
          </ac:spMkLst>
        </pc:spChg>
      </pc:sldChg>
      <pc:sldChg chg="del">
        <pc:chgData name="Viet. Nguyen Hoang - CMC ATI" userId="S::nhviet1@cmc.com.vn::8b74393f-d80c-47bd-a370-5373c0174c23" providerId="AD" clId="Web-{9E8788EC-0732-EB1E-0A0C-AB19F820DF6D}" dt="2024-12-30T16:42:05.727" v="14"/>
        <pc:sldMkLst>
          <pc:docMk/>
          <pc:sldMk cId="2786602325" sldId="301"/>
        </pc:sldMkLst>
      </pc:sldChg>
      <pc:sldChg chg="del">
        <pc:chgData name="Viet. Nguyen Hoang - CMC ATI" userId="S::nhviet1@cmc.com.vn::8b74393f-d80c-47bd-a370-5373c0174c23" providerId="AD" clId="Web-{9E8788EC-0732-EB1E-0A0C-AB19F820DF6D}" dt="2024-12-30T16:42:05.727" v="12"/>
        <pc:sldMkLst>
          <pc:docMk/>
          <pc:sldMk cId="2336356926" sldId="302"/>
        </pc:sldMkLst>
      </pc:sldChg>
      <pc:sldChg chg="addSp modSp new">
        <pc:chgData name="Viet. Nguyen Hoang - CMC ATI" userId="S::nhviet1@cmc.com.vn::8b74393f-d80c-47bd-a370-5373c0174c23" providerId="AD" clId="Web-{9E8788EC-0732-EB1E-0A0C-AB19F820DF6D}" dt="2024-12-30T18:01:15.146" v="448" actId="1076"/>
        <pc:sldMkLst>
          <pc:docMk/>
          <pc:sldMk cId="3122523553" sldId="302"/>
        </pc:sldMkLst>
        <pc:spChg chg="mod">
          <ac:chgData name="Viet. Nguyen Hoang - CMC ATI" userId="S::nhviet1@cmc.com.vn::8b74393f-d80c-47bd-a370-5373c0174c23" providerId="AD" clId="Web-{9E8788EC-0732-EB1E-0A0C-AB19F820DF6D}" dt="2024-12-30T18:01:11.193" v="447" actId="14100"/>
          <ac:spMkLst>
            <pc:docMk/>
            <pc:sldMk cId="3122523553" sldId="302"/>
            <ac:spMk id="2" creationId="{F4A9D695-B9AA-F212-63A0-432092750B1D}"/>
          </ac:spMkLst>
        </pc:spChg>
        <pc:spChg chg="mod">
          <ac:chgData name="Viet. Nguyen Hoang - CMC ATI" userId="S::nhviet1@cmc.com.vn::8b74393f-d80c-47bd-a370-5373c0174c23" providerId="AD" clId="Web-{9E8788EC-0732-EB1E-0A0C-AB19F820DF6D}" dt="2024-12-30T17:59:56.315" v="414" actId="20577"/>
          <ac:spMkLst>
            <pc:docMk/>
            <pc:sldMk cId="3122523553" sldId="302"/>
            <ac:spMk id="4" creationId="{54345F77-5D28-979A-6C70-A3EC1429DA1F}"/>
          </ac:spMkLst>
        </pc:spChg>
        <pc:picChg chg="add mod">
          <ac:chgData name="Viet. Nguyen Hoang - CMC ATI" userId="S::nhviet1@cmc.com.vn::8b74393f-d80c-47bd-a370-5373c0174c23" providerId="AD" clId="Web-{9E8788EC-0732-EB1E-0A0C-AB19F820DF6D}" dt="2024-12-30T18:01:15.146" v="448" actId="1076"/>
          <ac:picMkLst>
            <pc:docMk/>
            <pc:sldMk cId="3122523553" sldId="302"/>
            <ac:picMk id="5" creationId="{B179F57C-EA1D-FC3B-CB05-75BD7653FC5B}"/>
          </ac:picMkLst>
        </pc:picChg>
      </pc:sldChg>
      <pc:sldChg chg="del">
        <pc:chgData name="Viet. Nguyen Hoang - CMC ATI" userId="S::nhviet1@cmc.com.vn::8b74393f-d80c-47bd-a370-5373c0174c23" providerId="AD" clId="Web-{9E8788EC-0732-EB1E-0A0C-AB19F820DF6D}" dt="2024-12-30T16:42:05.727" v="11"/>
        <pc:sldMkLst>
          <pc:docMk/>
          <pc:sldMk cId="602099440" sldId="303"/>
        </pc:sldMkLst>
      </pc:sldChg>
      <pc:sldChg chg="addSp modSp new">
        <pc:chgData name="Viet. Nguyen Hoang - CMC ATI" userId="S::nhviet1@cmc.com.vn::8b74393f-d80c-47bd-a370-5373c0174c23" providerId="AD" clId="Web-{9E8788EC-0732-EB1E-0A0C-AB19F820DF6D}" dt="2024-12-30T18:06:03.453" v="478" actId="1076"/>
        <pc:sldMkLst>
          <pc:docMk/>
          <pc:sldMk cId="2423039759" sldId="303"/>
        </pc:sldMkLst>
        <pc:spChg chg="mod">
          <ac:chgData name="Viet. Nguyen Hoang - CMC ATI" userId="S::nhviet1@cmc.com.vn::8b74393f-d80c-47bd-a370-5373c0174c23" providerId="AD" clId="Web-{9E8788EC-0732-EB1E-0A0C-AB19F820DF6D}" dt="2024-12-30T18:06:03.453" v="478" actId="1076"/>
          <ac:spMkLst>
            <pc:docMk/>
            <pc:sldMk cId="2423039759" sldId="303"/>
            <ac:spMk id="2" creationId="{D7C84692-E060-487A-AB6C-D8ABF7B58146}"/>
          </ac:spMkLst>
        </pc:spChg>
        <pc:spChg chg="mod">
          <ac:chgData name="Viet. Nguyen Hoang - CMC ATI" userId="S::nhviet1@cmc.com.vn::8b74393f-d80c-47bd-a370-5373c0174c23" providerId="AD" clId="Web-{9E8788EC-0732-EB1E-0A0C-AB19F820DF6D}" dt="2024-12-30T18:01:53.975" v="454" actId="20577"/>
          <ac:spMkLst>
            <pc:docMk/>
            <pc:sldMk cId="2423039759" sldId="303"/>
            <ac:spMk id="4" creationId="{8B59484B-33A3-4C40-98E9-154A83C7F00D}"/>
          </ac:spMkLst>
        </pc:spChg>
        <pc:picChg chg="add mod">
          <ac:chgData name="Viet. Nguyen Hoang - CMC ATI" userId="S::nhviet1@cmc.com.vn::8b74393f-d80c-47bd-a370-5373c0174c23" providerId="AD" clId="Web-{9E8788EC-0732-EB1E-0A0C-AB19F820DF6D}" dt="2024-12-30T18:06:03.453" v="477" actId="1076"/>
          <ac:picMkLst>
            <pc:docMk/>
            <pc:sldMk cId="2423039759" sldId="303"/>
            <ac:picMk id="5" creationId="{1DCC9BA9-C049-5C5B-CD16-8BCAB700A3C4}"/>
          </ac:picMkLst>
        </pc:picChg>
      </pc:sldChg>
      <pc:sldChg chg="del">
        <pc:chgData name="Viet. Nguyen Hoang - CMC ATI" userId="S::nhviet1@cmc.com.vn::8b74393f-d80c-47bd-a370-5373c0174c23" providerId="AD" clId="Web-{9E8788EC-0732-EB1E-0A0C-AB19F820DF6D}" dt="2024-12-30T16:42:05.727" v="10"/>
        <pc:sldMkLst>
          <pc:docMk/>
          <pc:sldMk cId="637477966" sldId="304"/>
        </pc:sldMkLst>
      </pc:sldChg>
      <pc:sldChg chg="new del">
        <pc:chgData name="Viet. Nguyen Hoang - CMC ATI" userId="S::nhviet1@cmc.com.vn::8b74393f-d80c-47bd-a370-5373c0174c23" providerId="AD" clId="Web-{9E8788EC-0732-EB1E-0A0C-AB19F820DF6D}" dt="2024-12-30T18:12:56.063" v="484"/>
        <pc:sldMkLst>
          <pc:docMk/>
          <pc:sldMk cId="757641694" sldId="304"/>
        </pc:sldMkLst>
      </pc:sldChg>
      <pc:sldChg chg="del">
        <pc:chgData name="Viet. Nguyen Hoang - CMC ATI" userId="S::nhviet1@cmc.com.vn::8b74393f-d80c-47bd-a370-5373c0174c23" providerId="AD" clId="Web-{9E8788EC-0732-EB1E-0A0C-AB19F820DF6D}" dt="2024-12-30T16:42:05.727" v="9"/>
        <pc:sldMkLst>
          <pc:docMk/>
          <pc:sldMk cId="1342554103" sldId="305"/>
        </pc:sldMkLst>
      </pc:sldChg>
      <pc:sldChg chg="del">
        <pc:chgData name="Viet. Nguyen Hoang - CMC ATI" userId="S::nhviet1@cmc.com.vn::8b74393f-d80c-47bd-a370-5373c0174c23" providerId="AD" clId="Web-{9E8788EC-0732-EB1E-0A0C-AB19F820DF6D}" dt="2024-12-30T16:42:05.727" v="8"/>
        <pc:sldMkLst>
          <pc:docMk/>
          <pc:sldMk cId="3499827207" sldId="306"/>
        </pc:sldMkLst>
      </pc:sldChg>
    </pc:docChg>
  </pc:docChgLst>
  <pc:docChgLst>
    <pc:chgData name="Viet." userId="8b74393f-d80c-47bd-a370-5373c0174c23" providerId="ADAL" clId="{D3FFE420-66E3-4E7A-9FBE-DA74DC42E3FA}"/>
    <pc:docChg chg="undo redo custSel addSld delSld modSld sldOrd addSection modSection">
      <pc:chgData name="Viet." userId="8b74393f-d80c-47bd-a370-5373c0174c23" providerId="ADAL" clId="{D3FFE420-66E3-4E7A-9FBE-DA74DC42E3FA}" dt="2024-12-11T03:53:53.871" v="2082" actId="1076"/>
      <pc:docMkLst>
        <pc:docMk/>
      </pc:docMkLst>
      <pc:sldChg chg="modSp mod">
        <pc:chgData name="Viet." userId="8b74393f-d80c-47bd-a370-5373c0174c23" providerId="ADAL" clId="{D3FFE420-66E3-4E7A-9FBE-DA74DC42E3FA}" dt="2024-12-10T09:16:52.736" v="18" actId="20577"/>
        <pc:sldMkLst>
          <pc:docMk/>
          <pc:sldMk cId="376706786" sldId="271"/>
        </pc:sldMkLst>
      </pc:sldChg>
      <pc:sldChg chg="ord">
        <pc:chgData name="Viet." userId="8b74393f-d80c-47bd-a370-5373c0174c23" providerId="ADAL" clId="{D3FFE420-66E3-4E7A-9FBE-DA74DC42E3FA}" dt="2024-12-10T09:34:01.129" v="216"/>
        <pc:sldMkLst>
          <pc:docMk/>
          <pc:sldMk cId="2094170688" sldId="272"/>
        </pc:sldMkLst>
      </pc:sldChg>
      <pc:sldChg chg="del">
        <pc:chgData name="Viet." userId="8b74393f-d80c-47bd-a370-5373c0174c23" providerId="ADAL" clId="{D3FFE420-66E3-4E7A-9FBE-DA74DC42E3FA}" dt="2024-12-11T01:57:41.958" v="915" actId="47"/>
        <pc:sldMkLst>
          <pc:docMk/>
          <pc:sldMk cId="3890155460" sldId="275"/>
        </pc:sldMkLst>
      </pc:sldChg>
      <pc:sldChg chg="modSp new del mod ord">
        <pc:chgData name="Viet." userId="8b74393f-d80c-47bd-a370-5373c0174c23" providerId="ADAL" clId="{D3FFE420-66E3-4E7A-9FBE-DA74DC42E3FA}" dt="2024-12-10T09:33:17.811" v="199" actId="47"/>
        <pc:sldMkLst>
          <pc:docMk/>
          <pc:sldMk cId="1102806552" sldId="282"/>
        </pc:sldMkLst>
      </pc:sldChg>
      <pc:sldChg chg="addSp delSp modSp new mod modNotesTx">
        <pc:chgData name="Viet." userId="8b74393f-d80c-47bd-a370-5373c0174c23" providerId="ADAL" clId="{D3FFE420-66E3-4E7A-9FBE-DA74DC42E3FA}" dt="2024-12-10T09:16:48.617" v="17"/>
        <pc:sldMkLst>
          <pc:docMk/>
          <pc:sldMk cId="875947354" sldId="283"/>
        </pc:sldMkLst>
      </pc:sldChg>
      <pc:sldChg chg="addSp delSp modSp new mod modNotesTx">
        <pc:chgData name="Viet." userId="8b74393f-d80c-47bd-a370-5373c0174c23" providerId="ADAL" clId="{D3FFE420-66E3-4E7A-9FBE-DA74DC42E3FA}" dt="2024-12-10T09:19:02.447" v="48" actId="1076"/>
        <pc:sldMkLst>
          <pc:docMk/>
          <pc:sldMk cId="1582178500" sldId="284"/>
        </pc:sldMkLst>
      </pc:sldChg>
      <pc:sldChg chg="addSp delSp modSp new mod">
        <pc:chgData name="Viet." userId="8b74393f-d80c-47bd-a370-5373c0174c23" providerId="ADAL" clId="{D3FFE420-66E3-4E7A-9FBE-DA74DC42E3FA}" dt="2024-12-10T09:32:28.342" v="198" actId="242"/>
        <pc:sldMkLst>
          <pc:docMk/>
          <pc:sldMk cId="1634580373" sldId="285"/>
        </pc:sldMkLst>
      </pc:sldChg>
      <pc:sldChg chg="addSp delSp modSp new mod">
        <pc:chgData name="Viet." userId="8b74393f-d80c-47bd-a370-5373c0174c23" providerId="ADAL" clId="{D3FFE420-66E3-4E7A-9FBE-DA74DC42E3FA}" dt="2024-12-10T09:33:39.254" v="214" actId="1076"/>
        <pc:sldMkLst>
          <pc:docMk/>
          <pc:sldMk cId="334040366" sldId="286"/>
        </pc:sldMkLst>
      </pc:sldChg>
      <pc:sldChg chg="addSp delSp modSp new mod modNotesTx">
        <pc:chgData name="Viet." userId="8b74393f-d80c-47bd-a370-5373c0174c23" providerId="ADAL" clId="{D3FFE420-66E3-4E7A-9FBE-DA74DC42E3FA}" dt="2024-12-11T03:10:58.640" v="1483" actId="20577"/>
        <pc:sldMkLst>
          <pc:docMk/>
          <pc:sldMk cId="587489568" sldId="287"/>
        </pc:sldMkLst>
      </pc:sldChg>
      <pc:sldChg chg="addSp delSp modSp new mod modNotesTx">
        <pc:chgData name="Viet." userId="8b74393f-d80c-47bd-a370-5373c0174c23" providerId="ADAL" clId="{D3FFE420-66E3-4E7A-9FBE-DA74DC42E3FA}" dt="2024-12-11T03:11:02.593" v="1484" actId="20577"/>
        <pc:sldMkLst>
          <pc:docMk/>
          <pc:sldMk cId="1966936269" sldId="288"/>
        </pc:sldMkLst>
      </pc:sldChg>
      <pc:sldChg chg="addSp delSp modSp new mod modNotesTx">
        <pc:chgData name="Viet." userId="8b74393f-d80c-47bd-a370-5373c0174c23" providerId="ADAL" clId="{D3FFE420-66E3-4E7A-9FBE-DA74DC42E3FA}" dt="2024-12-10T09:55:18.576" v="318" actId="20577"/>
        <pc:sldMkLst>
          <pc:docMk/>
          <pc:sldMk cId="1877105804" sldId="289"/>
        </pc:sldMkLst>
      </pc:sldChg>
      <pc:sldChg chg="new del">
        <pc:chgData name="Viet." userId="8b74393f-d80c-47bd-a370-5373c0174c23" providerId="ADAL" clId="{D3FFE420-66E3-4E7A-9FBE-DA74DC42E3FA}" dt="2024-12-10T09:47:23.951" v="265" actId="680"/>
        <pc:sldMkLst>
          <pc:docMk/>
          <pc:sldMk cId="3235070515" sldId="289"/>
        </pc:sldMkLst>
      </pc:sldChg>
      <pc:sldChg chg="addSp delSp modSp add mod">
        <pc:chgData name="Viet." userId="8b74393f-d80c-47bd-a370-5373c0174c23" providerId="ADAL" clId="{D3FFE420-66E3-4E7A-9FBE-DA74DC42E3FA}" dt="2024-12-10T09:56:33.910" v="362" actId="2710"/>
        <pc:sldMkLst>
          <pc:docMk/>
          <pc:sldMk cId="888022355" sldId="290"/>
        </pc:sldMkLst>
      </pc:sldChg>
      <pc:sldChg chg="addSp delSp modSp add mod">
        <pc:chgData name="Viet." userId="8b74393f-d80c-47bd-a370-5373c0174c23" providerId="ADAL" clId="{D3FFE420-66E3-4E7A-9FBE-DA74DC42E3FA}" dt="2024-12-10T09:57:19.326" v="387" actId="20577"/>
        <pc:sldMkLst>
          <pc:docMk/>
          <pc:sldMk cId="2506865761" sldId="291"/>
        </pc:sldMkLst>
      </pc:sldChg>
      <pc:sldChg chg="addSp delSp modSp add mod modNotesTx">
        <pc:chgData name="Viet." userId="8b74393f-d80c-47bd-a370-5373c0174c23" providerId="ADAL" clId="{D3FFE420-66E3-4E7A-9FBE-DA74DC42E3FA}" dt="2024-12-10T10:00:08.106" v="452" actId="113"/>
        <pc:sldMkLst>
          <pc:docMk/>
          <pc:sldMk cId="3583917961" sldId="292"/>
        </pc:sldMkLst>
      </pc:sldChg>
      <pc:sldChg chg="addSp delSp modSp add mod">
        <pc:chgData name="Viet." userId="8b74393f-d80c-47bd-a370-5373c0174c23" providerId="ADAL" clId="{D3FFE420-66E3-4E7A-9FBE-DA74DC42E3FA}" dt="2024-12-10T09:59:49.622" v="447" actId="27636"/>
        <pc:sldMkLst>
          <pc:docMk/>
          <pc:sldMk cId="1265701753" sldId="293"/>
        </pc:sldMkLst>
      </pc:sldChg>
      <pc:sldChg chg="addSp delSp modSp add mod">
        <pc:chgData name="Viet." userId="8b74393f-d80c-47bd-a370-5373c0174c23" providerId="ADAL" clId="{D3FFE420-66E3-4E7A-9FBE-DA74DC42E3FA}" dt="2024-12-10T10:00:37.980" v="463" actId="2710"/>
        <pc:sldMkLst>
          <pc:docMk/>
          <pc:sldMk cId="3992243246" sldId="294"/>
        </pc:sldMkLst>
      </pc:sldChg>
      <pc:sldChg chg="delSp modSp add mod modNotesTx">
        <pc:chgData name="Viet." userId="8b74393f-d80c-47bd-a370-5373c0174c23" providerId="ADAL" clId="{D3FFE420-66E3-4E7A-9FBE-DA74DC42E3FA}" dt="2024-12-10T10:06:29.324" v="542" actId="20577"/>
        <pc:sldMkLst>
          <pc:docMk/>
          <pc:sldMk cId="3466296032" sldId="295"/>
        </pc:sldMkLst>
      </pc:sldChg>
      <pc:sldChg chg="addSp delSp modSp new del mod">
        <pc:chgData name="Viet." userId="8b74393f-d80c-47bd-a370-5373c0174c23" providerId="ADAL" clId="{D3FFE420-66E3-4E7A-9FBE-DA74DC42E3FA}" dt="2024-12-10T10:11:00.599" v="623" actId="47"/>
        <pc:sldMkLst>
          <pc:docMk/>
          <pc:sldMk cId="214661903" sldId="296"/>
        </pc:sldMkLst>
      </pc:sldChg>
      <pc:sldChg chg="addSp delSp modSp new mod">
        <pc:chgData name="Viet." userId="8b74393f-d80c-47bd-a370-5373c0174c23" providerId="ADAL" clId="{D3FFE420-66E3-4E7A-9FBE-DA74DC42E3FA}" dt="2024-12-10T10:10:57.405" v="622" actId="122"/>
        <pc:sldMkLst>
          <pc:docMk/>
          <pc:sldMk cId="2486421377" sldId="297"/>
        </pc:sldMkLst>
      </pc:sldChg>
      <pc:sldChg chg="addSp delSp modSp new mod ord">
        <pc:chgData name="Viet." userId="8b74393f-d80c-47bd-a370-5373c0174c23" providerId="ADAL" clId="{D3FFE420-66E3-4E7A-9FBE-DA74DC42E3FA}" dt="2024-12-11T03:11:26.737" v="1491" actId="113"/>
        <pc:sldMkLst>
          <pc:docMk/>
          <pc:sldMk cId="266466429" sldId="298"/>
        </pc:sldMkLst>
      </pc:sldChg>
      <pc:sldChg chg="addSp delSp modSp new mod">
        <pc:chgData name="Viet." userId="8b74393f-d80c-47bd-a370-5373c0174c23" providerId="ADAL" clId="{D3FFE420-66E3-4E7A-9FBE-DA74DC42E3FA}" dt="2024-12-10T10:52:33.873" v="809"/>
        <pc:sldMkLst>
          <pc:docMk/>
          <pc:sldMk cId="441416761" sldId="299"/>
        </pc:sldMkLst>
      </pc:sldChg>
      <pc:sldChg chg="addSp delSp modSp new del mod ord">
        <pc:chgData name="Viet." userId="8b74393f-d80c-47bd-a370-5373c0174c23" providerId="ADAL" clId="{D3FFE420-66E3-4E7A-9FBE-DA74DC42E3FA}" dt="2024-12-10T10:36:25.166" v="680" actId="47"/>
        <pc:sldMkLst>
          <pc:docMk/>
          <pc:sldMk cId="1167882960" sldId="299"/>
        </pc:sldMkLst>
      </pc:sldChg>
      <pc:sldChg chg="addSp delSp modSp new mod">
        <pc:chgData name="Viet." userId="8b74393f-d80c-47bd-a370-5373c0174c23" providerId="ADAL" clId="{D3FFE420-66E3-4E7A-9FBE-DA74DC42E3FA}" dt="2024-12-11T02:49:58.689" v="1043" actId="20577"/>
        <pc:sldMkLst>
          <pc:docMk/>
          <pc:sldMk cId="3278453615" sldId="300"/>
        </pc:sldMkLst>
      </pc:sldChg>
      <pc:sldChg chg="addSp delSp modSp new mod modNotesTx">
        <pc:chgData name="Viet." userId="8b74393f-d80c-47bd-a370-5373c0174c23" providerId="ADAL" clId="{D3FFE420-66E3-4E7A-9FBE-DA74DC42E3FA}" dt="2024-12-10T11:06:37.548" v="914"/>
        <pc:sldMkLst>
          <pc:docMk/>
          <pc:sldMk cId="2642598195" sldId="301"/>
        </pc:sldMkLst>
      </pc:sldChg>
      <pc:sldChg chg="addSp delSp modSp new mod modNotesTx">
        <pc:chgData name="Viet." userId="8b74393f-d80c-47bd-a370-5373c0174c23" providerId="ADAL" clId="{D3FFE420-66E3-4E7A-9FBE-DA74DC42E3FA}" dt="2024-12-11T02:11:46.781" v="959" actId="1076"/>
        <pc:sldMkLst>
          <pc:docMk/>
          <pc:sldMk cId="244231631" sldId="302"/>
        </pc:sldMkLst>
      </pc:sldChg>
      <pc:sldChg chg="addSp delSp modSp new mod modNotesTx">
        <pc:chgData name="Viet." userId="8b74393f-d80c-47bd-a370-5373c0174c23" providerId="ADAL" clId="{D3FFE420-66E3-4E7A-9FBE-DA74DC42E3FA}" dt="2024-12-11T02:41:33.285" v="1040" actId="1076"/>
        <pc:sldMkLst>
          <pc:docMk/>
          <pc:sldMk cId="1873726765" sldId="303"/>
        </pc:sldMkLst>
      </pc:sldChg>
      <pc:sldChg chg="addSp modSp new del mod">
        <pc:chgData name="Viet." userId="8b74393f-d80c-47bd-a370-5373c0174c23" providerId="ADAL" clId="{D3FFE420-66E3-4E7A-9FBE-DA74DC42E3FA}" dt="2024-12-11T03:00:08.410" v="1266" actId="47"/>
        <pc:sldMkLst>
          <pc:docMk/>
          <pc:sldMk cId="2310480117" sldId="304"/>
        </pc:sldMkLst>
      </pc:sldChg>
      <pc:sldChg chg="new del">
        <pc:chgData name="Viet." userId="8b74393f-d80c-47bd-a370-5373c0174c23" providerId="ADAL" clId="{D3FFE420-66E3-4E7A-9FBE-DA74DC42E3FA}" dt="2024-12-11T02:54:41.912" v="1167" actId="680"/>
        <pc:sldMkLst>
          <pc:docMk/>
          <pc:sldMk cId="2072217706" sldId="305"/>
        </pc:sldMkLst>
      </pc:sldChg>
      <pc:sldChg chg="addSp delSp modSp new mod modNotesTx">
        <pc:chgData name="Viet." userId="8b74393f-d80c-47bd-a370-5373c0174c23" providerId="ADAL" clId="{D3FFE420-66E3-4E7A-9FBE-DA74DC42E3FA}" dt="2024-12-11T03:00:05.130" v="1265" actId="20577"/>
        <pc:sldMkLst>
          <pc:docMk/>
          <pc:sldMk cId="2846015175" sldId="305"/>
        </pc:sldMkLst>
      </pc:sldChg>
      <pc:sldChg chg="modSp new del mod">
        <pc:chgData name="Viet." userId="8b74393f-d80c-47bd-a370-5373c0174c23" providerId="ADAL" clId="{D3FFE420-66E3-4E7A-9FBE-DA74DC42E3FA}" dt="2024-12-11T03:01:18.352" v="1300" actId="47"/>
        <pc:sldMkLst>
          <pc:docMk/>
          <pc:sldMk cId="460122246" sldId="306"/>
        </pc:sldMkLst>
      </pc:sldChg>
      <pc:sldChg chg="addSp delSp modSp new mod modNotesTx">
        <pc:chgData name="Viet." userId="8b74393f-d80c-47bd-a370-5373c0174c23" providerId="ADAL" clId="{D3FFE420-66E3-4E7A-9FBE-DA74DC42E3FA}" dt="2024-12-11T03:06:35.821" v="1367" actId="20577"/>
        <pc:sldMkLst>
          <pc:docMk/>
          <pc:sldMk cId="542786232" sldId="306"/>
        </pc:sldMkLst>
      </pc:sldChg>
      <pc:sldChg chg="addSp delSp modSp new mod">
        <pc:chgData name="Viet." userId="8b74393f-d80c-47bd-a370-5373c0174c23" providerId="ADAL" clId="{D3FFE420-66E3-4E7A-9FBE-DA74DC42E3FA}" dt="2024-12-11T03:08:17.817" v="1436" actId="20577"/>
        <pc:sldMkLst>
          <pc:docMk/>
          <pc:sldMk cId="2044325086" sldId="307"/>
        </pc:sldMkLst>
      </pc:sldChg>
      <pc:sldChg chg="new del">
        <pc:chgData name="Viet." userId="8b74393f-d80c-47bd-a370-5373c0174c23" providerId="ADAL" clId="{D3FFE420-66E3-4E7A-9FBE-DA74DC42E3FA}" dt="2024-12-11T03:07:03.574" v="1369" actId="680"/>
        <pc:sldMkLst>
          <pc:docMk/>
          <pc:sldMk cId="3373423935" sldId="307"/>
        </pc:sldMkLst>
      </pc:sldChg>
      <pc:sldChg chg="modSp new del mod">
        <pc:chgData name="Viet." userId="8b74393f-d80c-47bd-a370-5373c0174c23" providerId="ADAL" clId="{D3FFE420-66E3-4E7A-9FBE-DA74DC42E3FA}" dt="2024-12-11T03:10:22.185" v="1472" actId="47"/>
        <pc:sldMkLst>
          <pc:docMk/>
          <pc:sldMk cId="1036742409" sldId="308"/>
        </pc:sldMkLst>
      </pc:sldChg>
      <pc:sldChg chg="modSp new del mod">
        <pc:chgData name="Viet." userId="8b74393f-d80c-47bd-a370-5373c0174c23" providerId="ADAL" clId="{D3FFE420-66E3-4E7A-9FBE-DA74DC42E3FA}" dt="2024-12-11T03:08:59.183" v="1446" actId="47"/>
        <pc:sldMkLst>
          <pc:docMk/>
          <pc:sldMk cId="2831856283" sldId="308"/>
        </pc:sldMkLst>
      </pc:sldChg>
      <pc:sldChg chg="addSp delSp modSp new mod">
        <pc:chgData name="Viet." userId="8b74393f-d80c-47bd-a370-5373c0174c23" providerId="ADAL" clId="{D3FFE420-66E3-4E7A-9FBE-DA74DC42E3FA}" dt="2024-12-11T03:20:01.202" v="1770" actId="1076"/>
        <pc:sldMkLst>
          <pc:docMk/>
          <pc:sldMk cId="3623335234" sldId="309"/>
        </pc:sldMkLst>
      </pc:sldChg>
      <pc:sldChg chg="addSp delSp modSp new mod">
        <pc:chgData name="Viet." userId="8b74393f-d80c-47bd-a370-5373c0174c23" providerId="ADAL" clId="{D3FFE420-66E3-4E7A-9FBE-DA74DC42E3FA}" dt="2024-12-11T03:19:07.732" v="1756" actId="255"/>
        <pc:sldMkLst>
          <pc:docMk/>
          <pc:sldMk cId="2324870116" sldId="310"/>
        </pc:sldMkLst>
      </pc:sldChg>
      <pc:sldChg chg="addSp delSp modSp new mod">
        <pc:chgData name="Viet." userId="8b74393f-d80c-47bd-a370-5373c0174c23" providerId="ADAL" clId="{D3FFE420-66E3-4E7A-9FBE-DA74DC42E3FA}" dt="2024-12-11T03:46:33.645" v="2011" actId="27636"/>
        <pc:sldMkLst>
          <pc:docMk/>
          <pc:sldMk cId="3718723415" sldId="311"/>
        </pc:sldMkLst>
      </pc:sldChg>
      <pc:sldChg chg="modSp add mod ord">
        <pc:chgData name="Viet." userId="8b74393f-d80c-47bd-a370-5373c0174c23" providerId="ADAL" clId="{D3FFE420-66E3-4E7A-9FBE-DA74DC42E3FA}" dt="2024-12-11T03:47:30.767" v="2021" actId="20577"/>
        <pc:sldMkLst>
          <pc:docMk/>
          <pc:sldMk cId="808095627" sldId="312"/>
        </pc:sldMkLst>
      </pc:sldChg>
      <pc:sldChg chg="modSp new del mod">
        <pc:chgData name="Viet." userId="8b74393f-d80c-47bd-a370-5373c0174c23" providerId="ADAL" clId="{D3FFE420-66E3-4E7A-9FBE-DA74DC42E3FA}" dt="2024-12-11T03:46:50.197" v="2012" actId="47"/>
        <pc:sldMkLst>
          <pc:docMk/>
          <pc:sldMk cId="3710399042" sldId="312"/>
        </pc:sldMkLst>
      </pc:sldChg>
      <pc:sldChg chg="addSp delSp modSp new mod">
        <pc:chgData name="Viet." userId="8b74393f-d80c-47bd-a370-5373c0174c23" providerId="ADAL" clId="{D3FFE420-66E3-4E7A-9FBE-DA74DC42E3FA}" dt="2024-12-11T03:48:55.121" v="2048" actId="1076"/>
        <pc:sldMkLst>
          <pc:docMk/>
          <pc:sldMk cId="2415700636" sldId="313"/>
        </pc:sldMkLst>
      </pc:sldChg>
      <pc:sldChg chg="addSp delSp modSp new mod">
        <pc:chgData name="Viet." userId="8b74393f-d80c-47bd-a370-5373c0174c23" providerId="ADAL" clId="{D3FFE420-66E3-4E7A-9FBE-DA74DC42E3FA}" dt="2024-12-11T03:53:53.871" v="2082" actId="1076"/>
        <pc:sldMkLst>
          <pc:docMk/>
          <pc:sldMk cId="2809350118" sldId="31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20994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vi-VN" dirty="0"/>
              <a:t>Một thư viện để lập trình phản ứng với các vật quan sát.</a:t>
            </a:r>
          </a:p>
          <a:p>
            <a:r>
              <a:rPr lang="vi-VN" dirty="0"/>
              <a:t>Các tính năng chính:</a:t>
            </a:r>
          </a:p>
          <a:p>
            <a:r>
              <a:rPr lang="vi-VN" dirty="0"/>
              <a:t>Các luồng dữ liệu không đồng bộ.</a:t>
            </a:r>
          </a:p>
          <a:p>
            <a:r>
              <a:rPr lang="vi-VN" dirty="0"/>
              <a:t>Người vận hành để chuyển đổi, lọc và kết hợp dữ liệu.</a:t>
            </a:r>
          </a:p>
          <a:p>
            <a:r>
              <a:rPr lang="vi-VN" dirty="0"/>
              <a:t>Mọi thứ đều là một luồng: thay vì xử lý các sự kiện không đồng bộ cá nhân (ví dụ: gọi lại hoặc lời hứa), hãy suy nghĩ về các luồng dữ liệu chảy qua ứng dụng.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93839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vi-VN" dirty="0"/>
              <a:t>Phương pháp thủ tục (mệnh lệnh):</a:t>
            </a:r>
            <a:endParaRPr lang="en-US" dirty="0"/>
          </a:p>
          <a:p>
            <a:r>
              <a:rPr lang="vi-VN" dirty="0"/>
              <a:t>Phương pháp phản ứng (luồng):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1331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vi-VN" dirty="0"/>
              <a:t>Ưu điểm của suy nghĩ trong các luồng</a:t>
            </a:r>
            <a:endParaRPr lang="en-US" dirty="0"/>
          </a:p>
          <a:p>
            <a:r>
              <a:rPr lang="vi-VN" dirty="0"/>
              <a:t>Tuyên bố: Tập trung vào những gì sẽ xảy ra, không phải là cách nó xảy ra.</a:t>
            </a:r>
          </a:p>
          <a:p>
            <a:r>
              <a:rPr lang="vi-VN" dirty="0"/>
              <a:t>Không đồng bộ thực hiện đơn giản: Các luồng trừu tượng loại bỏ sự phức tạp của các nhiệm vụ không đồng bộ.</a:t>
            </a:r>
          </a:p>
          <a:p>
            <a:r>
              <a:rPr lang="vi-VN" dirty="0"/>
              <a:t>Có thể kết hợp: Dễ dàng kết hợp, lọc và chuyển đổi các luồng để xử lý các quy trình công việc phức tạp.</a:t>
            </a:r>
          </a:p>
          <a:p>
            <a:r>
              <a:rPr lang="vi-VN" dirty="0"/>
              <a:t>Khả năng phục hồi: Các luồng có thể xử lý các lỗi một cách duyên dáng với các toán tử như CatchError.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82828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 dirty="0" err="1"/>
              <a:t>Đại</a:t>
            </a:r>
            <a:r>
              <a:rPr lang="en-US" dirty="0"/>
              <a:t> </a:t>
            </a:r>
            <a:r>
              <a:rPr lang="en-US" dirty="0" err="1"/>
              <a:t>diện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luồng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.</a:t>
            </a:r>
          </a:p>
          <a:p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.</a:t>
            </a:r>
          </a:p>
          <a:p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đăng</a:t>
            </a:r>
            <a:r>
              <a:rPr lang="en-US" dirty="0"/>
              <a:t> </a:t>
            </a:r>
            <a:r>
              <a:rPr lang="en-US" dirty="0" err="1"/>
              <a:t>ký</a:t>
            </a:r>
            <a:r>
              <a:rPr lang="en-US" dirty="0"/>
              <a:t> </a:t>
            </a:r>
            <a:r>
              <a:rPr lang="en-US" dirty="0" err="1"/>
              <a:t>nó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lắng</a:t>
            </a:r>
            <a:r>
              <a:rPr lang="en-US" dirty="0"/>
              <a:t> </a:t>
            </a:r>
            <a:r>
              <a:rPr lang="en-US" dirty="0" err="1"/>
              <a:t>nghe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.</a:t>
            </a:r>
          </a:p>
          <a:p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29430563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vi-VN" dirty="0"/>
              <a:t>Các toán tử là các chức năng để biến đổi, lọc và kết hợp các luồng.</a:t>
            </a:r>
          </a:p>
          <a:p>
            <a:r>
              <a:rPr lang="vi-VN" dirty="0"/>
              <a:t>Các nhà khai thác chung:</a:t>
            </a:r>
          </a:p>
          <a:p>
            <a:r>
              <a:rPr lang="vi-VN" dirty="0"/>
              <a:t>Bản đồ: Biến đổi từng giá trị trong luồng.</a:t>
            </a:r>
          </a:p>
          <a:p>
            <a:r>
              <a:rPr lang="vi-VN" dirty="0"/>
              <a:t>Bộ lọc: Chỉ phát ra các giá trị thỏa mãn một điều kiện.</a:t>
            </a:r>
          </a:p>
          <a:p>
            <a:r>
              <a:rPr lang="vi-VN" dirty="0"/>
              <a:t>Hợp nhất: Kết hợp nhiều luồng thành một.</a:t>
            </a:r>
          </a:p>
          <a:p>
            <a:r>
              <a:rPr lang="vi-VN" dirty="0"/>
              <a:t>DebounCetime: Chỉ phát ra các giá trị sau một độ trễ được chỉ định.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92822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vi-VN" sz="3350" dirty="0">
                <a:ea typeface="+mj-lt"/>
                <a:cs typeface="+mj-lt"/>
              </a:rPr>
              <a:t>Một chủ đề là cả một quan sát và một người quan sát.</a:t>
            </a:r>
          </a:p>
          <a:p>
            <a:r>
              <a:rPr lang="vi-VN" sz="3350" dirty="0">
                <a:ea typeface="+mj-lt"/>
                <a:cs typeface="+mj-lt"/>
              </a:rPr>
              <a:t>Hoạt động như một cầu nối giữa mã bắt buộc và phản ứng.</a:t>
            </a:r>
          </a:p>
          <a:p>
            <a:r>
              <a:rPr lang="vi-VN" sz="3350" dirty="0">
                <a:ea typeface="+mj-lt"/>
                <a:cs typeface="+mj-lt"/>
              </a:rPr>
              <a:t>Có thể phát ra các giá trị bằng thủ công bằng cách sử dụng tiếp theo ().</a:t>
            </a:r>
          </a:p>
          <a:p>
            <a:r>
              <a:rPr lang="vi-VN" sz="3350" dirty="0">
                <a:ea typeface="+mj-lt"/>
                <a:cs typeface="+mj-lt"/>
              </a:rPr>
              <a:t>Ví dụ đầu ra:</a:t>
            </a:r>
          </a:p>
          <a:p>
            <a:r>
              <a:rPr lang="vi-VN" sz="3350" dirty="0">
                <a:ea typeface="+mj-lt"/>
                <a:cs typeface="+mj-lt"/>
              </a:rPr>
              <a:t>Người đăng ký 1: Xin chào </a:t>
            </a:r>
          </a:p>
          <a:p>
            <a:r>
              <a:rPr lang="vi-VN" sz="3350" dirty="0">
                <a:ea typeface="+mj-lt"/>
                <a:cs typeface="+mj-lt"/>
              </a:rPr>
              <a:t>Người đăng ký 2: Xin chào </a:t>
            </a:r>
          </a:p>
          <a:p>
            <a:r>
              <a:rPr lang="vi-VN" sz="3350" dirty="0">
                <a:ea typeface="+mj-lt"/>
                <a:cs typeface="+mj-lt"/>
              </a:rPr>
              <a:t>Người đăng ký 1: Thế giới </a:t>
            </a:r>
          </a:p>
          <a:p>
            <a:r>
              <a:rPr lang="vi-VN" sz="3350">
                <a:ea typeface="+mj-lt"/>
                <a:cs typeface="+mj-lt"/>
              </a:rPr>
              <a:t>Người đăng ký 2: Thế giới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55135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lập</a:t>
            </a:r>
            <a:r>
              <a:rPr lang="en-US" dirty="0"/>
              <a:t> </a:t>
            </a:r>
            <a:r>
              <a:rPr lang="en-US" dirty="0" err="1"/>
              <a:t>lịch</a:t>
            </a:r>
            <a:r>
              <a:rPr lang="en-US" dirty="0"/>
              <a:t>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soát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luồng</a:t>
            </a:r>
            <a:r>
              <a:rPr lang="en-US" dirty="0"/>
              <a:t> (</a:t>
            </a:r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: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thi</a:t>
            </a:r>
            <a:r>
              <a:rPr lang="en-US" dirty="0"/>
              <a:t> </a:t>
            </a:r>
            <a:r>
              <a:rPr lang="en-US" dirty="0" err="1"/>
              <a:t>ngay</a:t>
            </a:r>
            <a:r>
              <a:rPr lang="en-US" dirty="0"/>
              <a:t> </a:t>
            </a:r>
            <a:r>
              <a:rPr lang="en-US" dirty="0" err="1"/>
              <a:t>lập</a:t>
            </a:r>
            <a:r>
              <a:rPr lang="en-US" dirty="0"/>
              <a:t> </a:t>
            </a:r>
            <a:r>
              <a:rPr lang="en-US" dirty="0" err="1"/>
              <a:t>tức</a:t>
            </a:r>
            <a:r>
              <a:rPr lang="en-US" dirty="0"/>
              <a:t>,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đồng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hoặc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lịch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).</a:t>
            </a:r>
          </a:p>
          <a:p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:</a:t>
            </a:r>
          </a:p>
          <a:p>
            <a:r>
              <a:rPr lang="en-US" dirty="0" err="1"/>
              <a:t>Ngay</a:t>
            </a:r>
            <a:r>
              <a:rPr lang="en-US" dirty="0"/>
              <a:t> </a:t>
            </a:r>
            <a:r>
              <a:rPr lang="en-US" dirty="0" err="1"/>
              <a:t>lập</a:t>
            </a:r>
            <a:r>
              <a:rPr lang="en-US" dirty="0"/>
              <a:t> </a:t>
            </a:r>
            <a:r>
              <a:rPr lang="en-US" dirty="0" err="1"/>
              <a:t>tức</a:t>
            </a:r>
            <a:r>
              <a:rPr lang="en-US" dirty="0"/>
              <a:t> </a:t>
            </a:r>
          </a:p>
          <a:p>
            <a:r>
              <a:rPr lang="en-US" dirty="0" err="1"/>
              <a:t>Nhật</a:t>
            </a:r>
            <a:r>
              <a:rPr lang="en-US" dirty="0"/>
              <a:t> </a:t>
            </a:r>
            <a:r>
              <a:rPr lang="en-US" dirty="0" err="1"/>
              <a:t>ký</a:t>
            </a:r>
            <a:r>
              <a:rPr lang="en-US" dirty="0"/>
              <a:t> </a:t>
            </a:r>
            <a:r>
              <a:rPr lang="en-US" dirty="0" err="1"/>
              <a:t>đồng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</a:t>
            </a:r>
          </a:p>
          <a:p>
            <a:r>
              <a:rPr lang="en-US" dirty="0" err="1"/>
              <a:t>Chậm</a:t>
            </a:r>
            <a:r>
              <a:rPr lang="en-US" dirty="0"/>
              <a:t> </a:t>
            </a:r>
            <a:r>
              <a:rPr lang="en-US" dirty="0" err="1"/>
              <a:t>trễ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00544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vi-VN" dirty="0"/>
              <a:t>Cho phép các ứng dụng Angular tương tác với các dịch vụ phụ trợ.</a:t>
            </a:r>
          </a:p>
          <a:p>
            <a:r>
              <a:rPr lang="vi-VN" dirty="0"/>
              <a:t>Tạo điều kiện cho các hoạt động CRUD và cập nhật thời gian thực.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05302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vi-VN" dirty="0"/>
              <a:t>Hỗ trợ các hoạt động CRUD:</a:t>
            </a:r>
          </a:p>
          <a:p>
            <a:r>
              <a:rPr lang="vi-VN" dirty="0"/>
              <a:t>Nhận, đăng, đặt, xóa và các phương thức HTTP khác.</a:t>
            </a:r>
          </a:p>
          <a:p>
            <a:r>
              <a:rPr lang="vi-VN" dirty="0"/>
              <a:t>Câu trả lời an toàn loại:</a:t>
            </a:r>
          </a:p>
          <a:p>
            <a:r>
              <a:rPr lang="vi-VN" dirty="0"/>
              <a:t>Sử dụng máy tính chung TypeScript để xác định loại phản hồi dự kiến.</a:t>
            </a:r>
          </a:p>
          <a:p>
            <a:r>
              <a:rPr lang="vi-VN" dirty="0"/>
              <a:t>Người đánh chặn:</a:t>
            </a:r>
          </a:p>
          <a:p>
            <a:r>
              <a:rPr lang="vi-VN" dirty="0"/>
              <a:t>Cho phép bạn sửa đổi các yêu cầu và phản hồi trên toàn cầu.</a:t>
            </a:r>
          </a:p>
          <a:p>
            <a:r>
              <a:rPr lang="vi-VN" dirty="0"/>
              <a:t>Xử lý lỗi:</a:t>
            </a:r>
          </a:p>
          <a:p>
            <a:r>
              <a:rPr lang="vi-VN" dirty="0"/>
              <a:t>Cung cấp các cách để xử lý các lỗi HTTP bằng các toán tử RXJS như CatchError.</a:t>
            </a:r>
          </a:p>
          <a:p>
            <a:r>
              <a:rPr lang="vi-VN" dirty="0"/>
              <a:t>Quan sát:</a:t>
            </a:r>
          </a:p>
          <a:p>
            <a:r>
              <a:rPr lang="vi-VN" dirty="0"/>
              <a:t>Trả về các câu trả lời như các quan sát của RXJS, có thể được đăng ký hoặc tham gia các hoạt động nâng cao.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9455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vi-VN" dirty="0"/>
              <a:t>Yêu cầu tiêu đề: Thêm tiêu đề vào yêu cầu.</a:t>
            </a:r>
          </a:p>
          <a:p>
            <a:r>
              <a:rPr lang="vi-VN" dirty="0"/>
              <a:t>Tham số truy vấn: Thêm tham số vào yêu cầu.</a:t>
            </a:r>
          </a:p>
          <a:p>
            <a:r>
              <a:rPr lang="vi-VN" dirty="0"/>
              <a:t>Người đánh chặn: </a:t>
            </a:r>
          </a:p>
          <a:p>
            <a:r>
              <a:rPr lang="vi-VN" dirty="0"/>
              <a:t>Phần mềm trung gian cho các yêu cầu và phản hồi HTTP.</a:t>
            </a:r>
          </a:p>
          <a:p>
            <a:r>
              <a:rPr lang="vi-VN" dirty="0"/>
              <a:t>Sửa đổi các yêu cầu HTTP trên toàn cầu, ví dụ: để thêm mã thông báo xác thực.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92391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vi-VN" dirty="0"/>
              <a:t>Sử dụng httpclient của Angular để thực hiện các yêu cầu HTTP.</a:t>
            </a:r>
          </a:p>
          <a:p>
            <a:r>
              <a:rPr lang="vi-VN" dirty="0"/>
              <a:t>Sử dụng các toán tử RXJS như MAP, SwitchMap, CatchError và DebounCetime để thao tác và xử lý các phản hồi HTTP.</a:t>
            </a:r>
          </a:p>
          <a:p>
            <a:r>
              <a:rPr lang="vi-VN" dirty="0"/>
              <a:t>Thực hiện các chỉ số xử lý lỗi và tải.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46923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FE9FEC1-483B-425E-B0C1-B8B1F2119B2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44135" y="2597642"/>
            <a:ext cx="12960668" cy="263308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76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3B98C62-0FD9-4624-8D35-02156143289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44134" y="5320406"/>
            <a:ext cx="12960668" cy="4953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sub-title</a:t>
            </a:r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5EB812CF-FC02-4C33-A206-BCF1436A39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38560" y="779145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1D26D55-0A22-487A-A687-61FB58A6F16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90742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A957C91-5AD0-4461-941C-245F03436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6999" y="1906924"/>
            <a:ext cx="13155431" cy="5486400"/>
          </a:xfrm>
        </p:spPr>
        <p:txBody>
          <a:bodyPr/>
          <a:lstStyle>
            <a:lvl1pPr marL="0" indent="0" algn="l">
              <a:lnSpc>
                <a:spcPct val="150000"/>
              </a:lnSpc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E181B04-7A0A-4201-BF8A-A7E924267571}"/>
              </a:ext>
            </a:extLst>
          </p:cNvPr>
          <p:cNvSpPr txBox="1">
            <a:spLocks/>
          </p:cNvSpPr>
          <p:nvPr userDrawn="1"/>
        </p:nvSpPr>
        <p:spPr>
          <a:xfrm>
            <a:off x="3973646" y="-13709"/>
            <a:ext cx="10656755" cy="947534"/>
          </a:xfrm>
          <a:prstGeom prst="rect">
            <a:avLst/>
          </a:prstGeom>
        </p:spPr>
        <p:txBody>
          <a:bodyPr vert="horz" lIns="109728" tIns="54864" rIns="109728" bIns="54864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3600" dirty="0"/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DBAE61E2-5E8A-4CA1-8C1E-1106F4E462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9975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1D26D55-0A22-487A-A687-61FB58A6F16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7DA09F63-7F7A-4F6B-8B0F-50384B019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085" y="23152"/>
            <a:ext cx="10975981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518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1F51A7-6B22-4874-8FC5-ED388E5D18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7000" y="1917577"/>
            <a:ext cx="13166084" cy="5494778"/>
          </a:xfrm>
        </p:spPr>
        <p:txBody>
          <a:bodyPr/>
          <a:lstStyle>
            <a:lvl1pPr>
              <a:lnSpc>
                <a:spcPct val="150000"/>
              </a:lnSpc>
              <a:defRPr>
                <a:latin typeface="+mj-lt"/>
              </a:defRPr>
            </a:lvl1pPr>
            <a:lvl2pPr>
              <a:lnSpc>
                <a:spcPct val="150000"/>
              </a:lnSpc>
              <a:defRPr>
                <a:latin typeface="+mj-lt"/>
              </a:defRPr>
            </a:lvl2pPr>
            <a:lvl3pPr>
              <a:lnSpc>
                <a:spcPct val="150000"/>
              </a:lnSpc>
              <a:defRPr>
                <a:latin typeface="+mj-lt"/>
              </a:defRPr>
            </a:lvl3pPr>
            <a:lvl4pPr>
              <a:lnSpc>
                <a:spcPct val="150000"/>
              </a:lnSpc>
              <a:defRPr>
                <a:latin typeface="+mj-lt"/>
              </a:defRPr>
            </a:lvl4pPr>
            <a:lvl5pPr>
              <a:lnSpc>
                <a:spcPct val="150000"/>
              </a:lnSpc>
              <a:defRPr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9F4D43A2-E4DB-497D-9B5D-E32D9E64BE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9975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1D26D55-0A22-487A-A687-61FB58A6F16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22B04073-83B8-47CB-9F12-D7CD4B660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085" y="23152"/>
            <a:ext cx="10975981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59490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A6E213-C056-49F2-8A77-C3C4C25F42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47001" y="1917578"/>
            <a:ext cx="13166084" cy="5497052"/>
          </a:xfrm>
        </p:spPr>
        <p:txBody>
          <a:bodyPr/>
          <a:lstStyle>
            <a:lvl1pPr marL="0" indent="0">
              <a:lnSpc>
                <a:spcPct val="150000"/>
              </a:lnSpc>
              <a:buNone/>
              <a:defRPr sz="2880">
                <a:solidFill>
                  <a:srgbClr val="0070C0"/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BA76B584-4F94-4DD1-9943-77A2F3AF15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9975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1D26D55-0A22-487A-A687-61FB58A6F16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040D9B5B-D231-4612-89E6-B4776226B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085" y="0"/>
            <a:ext cx="10975981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07828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5F5726-7887-4ED4-A172-AF93078815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47000" y="1928230"/>
            <a:ext cx="6568200" cy="5484126"/>
          </a:xfrm>
        </p:spPr>
        <p:txBody>
          <a:bodyPr/>
          <a:lstStyle>
            <a:lvl1pPr>
              <a:lnSpc>
                <a:spcPct val="150000"/>
              </a:lnSpc>
              <a:defRPr>
                <a:latin typeface="+mj-lt"/>
              </a:defRPr>
            </a:lvl1pPr>
            <a:lvl2pPr>
              <a:lnSpc>
                <a:spcPct val="150000"/>
              </a:lnSpc>
              <a:defRPr>
                <a:latin typeface="+mj-lt"/>
              </a:defRPr>
            </a:lvl2pPr>
            <a:lvl3pPr>
              <a:lnSpc>
                <a:spcPct val="150000"/>
              </a:lnSpc>
              <a:defRPr>
                <a:latin typeface="+mj-lt"/>
              </a:defRPr>
            </a:lvl3pPr>
            <a:lvl4pPr>
              <a:lnSpc>
                <a:spcPct val="150000"/>
              </a:lnSpc>
              <a:defRPr>
                <a:latin typeface="+mj-lt"/>
              </a:defRPr>
            </a:lvl4pPr>
            <a:lvl5pPr>
              <a:lnSpc>
                <a:spcPct val="150000"/>
              </a:lnSpc>
              <a:defRPr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A0F843-3E9A-4C49-A1AC-A3FA71EF73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327130" y="1928230"/>
            <a:ext cx="6568199" cy="5484126"/>
          </a:xfrm>
        </p:spPr>
        <p:txBody>
          <a:bodyPr/>
          <a:lstStyle>
            <a:lvl1pPr>
              <a:lnSpc>
                <a:spcPct val="150000"/>
              </a:lnSpc>
              <a:defRPr>
                <a:latin typeface="+mj-lt"/>
              </a:defRPr>
            </a:lvl1pPr>
            <a:lvl2pPr>
              <a:lnSpc>
                <a:spcPct val="150000"/>
              </a:lnSpc>
              <a:defRPr>
                <a:latin typeface="+mj-lt"/>
              </a:defRPr>
            </a:lvl2pPr>
            <a:lvl3pPr>
              <a:lnSpc>
                <a:spcPct val="150000"/>
              </a:lnSpc>
              <a:defRPr>
                <a:latin typeface="+mj-lt"/>
              </a:defRPr>
            </a:lvl3pPr>
            <a:lvl4pPr>
              <a:lnSpc>
                <a:spcPct val="150000"/>
              </a:lnSpc>
              <a:defRPr>
                <a:latin typeface="+mj-lt"/>
              </a:defRPr>
            </a:lvl4pPr>
            <a:lvl5pPr>
              <a:lnSpc>
                <a:spcPct val="150000"/>
              </a:lnSpc>
              <a:defRPr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E6FCE726-79EE-487F-9798-E531C3475E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9975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1D26D55-0A22-487A-A687-61FB58A6F16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3FB126F2-FBF5-4556-AAF5-1ECB22E17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085" y="0"/>
            <a:ext cx="10975981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411460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41CF06-6B06-4E7F-82EA-7C5047EA60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47000" y="1923930"/>
            <a:ext cx="6568200" cy="988694"/>
          </a:xfrm>
        </p:spPr>
        <p:txBody>
          <a:bodyPr anchor="b"/>
          <a:lstStyle>
            <a:lvl1pPr marL="0" indent="0">
              <a:lnSpc>
                <a:spcPct val="150000"/>
              </a:lnSpc>
              <a:buNone/>
              <a:defRPr sz="2880" b="1">
                <a:latin typeface="+mj-lt"/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D9E841-81B0-403F-B4A9-7ACB7AAF8E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46999" y="3014858"/>
            <a:ext cx="6568199" cy="4412737"/>
          </a:xfrm>
        </p:spPr>
        <p:txBody>
          <a:bodyPr/>
          <a:lstStyle>
            <a:lvl1pPr>
              <a:lnSpc>
                <a:spcPct val="150000"/>
              </a:lnSpc>
              <a:defRPr>
                <a:latin typeface="+mj-lt"/>
              </a:defRPr>
            </a:lvl1pPr>
            <a:lvl2pPr>
              <a:lnSpc>
                <a:spcPct val="150000"/>
              </a:lnSpc>
              <a:defRPr>
                <a:latin typeface="+mj-lt"/>
              </a:defRPr>
            </a:lvl2pPr>
            <a:lvl3pPr>
              <a:lnSpc>
                <a:spcPct val="150000"/>
              </a:lnSpc>
              <a:defRPr>
                <a:latin typeface="+mj-lt"/>
              </a:defRPr>
            </a:lvl3pPr>
            <a:lvl4pPr>
              <a:lnSpc>
                <a:spcPct val="150000"/>
              </a:lnSpc>
              <a:defRPr>
                <a:latin typeface="+mj-lt"/>
              </a:defRPr>
            </a:lvl4pPr>
            <a:lvl5pPr>
              <a:lnSpc>
                <a:spcPct val="150000"/>
              </a:lnSpc>
              <a:defRPr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BB9AEE-2F75-43DB-921D-43380FB8C5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315201" y="1923930"/>
            <a:ext cx="6568199" cy="988694"/>
          </a:xfrm>
        </p:spPr>
        <p:txBody>
          <a:bodyPr anchor="b"/>
          <a:lstStyle>
            <a:lvl1pPr marL="0" indent="0">
              <a:lnSpc>
                <a:spcPct val="150000"/>
              </a:lnSpc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F1E4C2-CBB6-4430-BE56-3BF9E9AA8B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315199" y="3014858"/>
            <a:ext cx="6568200" cy="4412737"/>
          </a:xfrm>
        </p:spPr>
        <p:txBody>
          <a:bodyPr/>
          <a:lstStyle>
            <a:lvl1pPr>
              <a:lnSpc>
                <a:spcPct val="150000"/>
              </a:lnSpc>
              <a:defRPr>
                <a:latin typeface="+mj-lt"/>
              </a:defRPr>
            </a:lvl1pPr>
            <a:lvl2pPr>
              <a:lnSpc>
                <a:spcPct val="150000"/>
              </a:lnSpc>
              <a:defRPr>
                <a:latin typeface="+mj-lt"/>
              </a:defRPr>
            </a:lvl2pPr>
            <a:lvl3pPr>
              <a:lnSpc>
                <a:spcPct val="150000"/>
              </a:lnSpc>
              <a:defRPr>
                <a:latin typeface="+mj-lt"/>
              </a:defRPr>
            </a:lvl3pPr>
            <a:lvl4pPr>
              <a:lnSpc>
                <a:spcPct val="150000"/>
              </a:lnSpc>
              <a:defRPr>
                <a:latin typeface="+mj-lt"/>
              </a:defRPr>
            </a:lvl4pPr>
            <a:lvl5pPr>
              <a:lnSpc>
                <a:spcPct val="150000"/>
              </a:lnSpc>
              <a:defRPr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EDD1D7D5-B40B-4404-87A7-8074677D89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09975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1D26D55-0A22-487A-A687-61FB58A6F16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401B562F-EFD8-422F-B98E-C48C0F73A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085" y="0"/>
            <a:ext cx="10975981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728919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7972AD-1D52-4C38-A4F1-BA8AAFF970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9975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1D26D55-0A22-487A-A687-61FB58A6F16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70797FE1-3F5B-4DD2-B196-B7AAF6628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085" y="0"/>
            <a:ext cx="10975981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500970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BB3D6C-BEF2-4E06-A9B0-9A309DB344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181" y="1928230"/>
            <a:ext cx="7947173" cy="5475746"/>
          </a:xfrm>
        </p:spPr>
        <p:txBody>
          <a:bodyPr/>
          <a:lstStyle>
            <a:lvl1pPr>
              <a:defRPr sz="3840">
                <a:latin typeface="+mj-lt"/>
              </a:defRPr>
            </a:lvl1pPr>
            <a:lvl2pPr>
              <a:defRPr sz="3360">
                <a:latin typeface="+mj-lt"/>
              </a:defRPr>
            </a:lvl2pPr>
            <a:lvl3pPr>
              <a:defRPr sz="2880">
                <a:latin typeface="+mj-lt"/>
              </a:defRPr>
            </a:lvl3pPr>
            <a:lvl4pPr>
              <a:defRPr sz="2400">
                <a:latin typeface="+mj-lt"/>
              </a:defRPr>
            </a:lvl4pPr>
            <a:lvl5pPr>
              <a:defRPr sz="2400">
                <a:latin typeface="+mj-lt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ECDB52-24E0-4CBA-AE63-33BD3EF657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47000" y="1928231"/>
            <a:ext cx="4809852" cy="547574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AEEB6E2B-6FA2-4169-B497-FAE2CD95A8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9975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1D26D55-0A22-487A-A687-61FB58A6F16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479BEDD5-9D69-4F36-BBA7-2ED62B0AD6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085" y="0"/>
            <a:ext cx="10975981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725291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D3D43A-8744-40D7-AFFD-6F0B4A4ECB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859262" y="1928230"/>
            <a:ext cx="8011092" cy="5465093"/>
          </a:xfrm>
        </p:spPr>
        <p:txBody>
          <a:bodyPr>
            <a:normAutofit/>
          </a:bodyPr>
          <a:lstStyle>
            <a:lvl1pPr marL="0" indent="0">
              <a:buNone/>
              <a:defRPr sz="336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85C3DD-CC1C-4A73-BCDA-09DF7D09C2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47000" y="1928231"/>
            <a:ext cx="4779926" cy="5465093"/>
          </a:xfrm>
        </p:spPr>
        <p:txBody>
          <a:bodyPr>
            <a:normAutofit/>
          </a:bodyPr>
          <a:lstStyle>
            <a:lvl1pPr marL="0" indent="0">
              <a:buNone/>
              <a:defRPr sz="288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722E68E5-0D29-4AF4-99F7-1F5BCDCEB0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9975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1D26D55-0A22-487A-A687-61FB58A6F16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7BED9312-A7F8-456D-9D54-D034D09784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085" y="13105"/>
            <a:ext cx="10975981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606454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B93FDE-0843-445A-8B34-9092D666FC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46999" y="1917578"/>
            <a:ext cx="13155431" cy="54947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93D0DE23-B8AD-4136-812D-27D46B8ADC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9975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1D26D55-0A22-487A-A687-61FB58A6F16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5A661BC8-CBE6-40B1-BF65-3DDC3730B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085" y="0"/>
            <a:ext cx="10975981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63241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81CC48-27A5-4590-A158-B24464D8BE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46999" y="1906924"/>
            <a:ext cx="13155431" cy="550543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AF7114A3-57EF-412A-8AEB-90C1FF86B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085" y="0"/>
            <a:ext cx="10975981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291FBA3B-7B9C-4B9A-93C5-F00783BA10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9975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1D26D55-0A22-487A-A687-61FB58A6F16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83228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81110BB5-4CAA-4D6D-B0E5-CD6E3D5444C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3123888"/>
            <a:ext cx="14630400" cy="263308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7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THANK YOU</a:t>
            </a: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3B7D03F5-A2EB-443F-8808-CB92782BB9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38560" y="779145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1D26D55-0A22-487A-A687-61FB58A6F16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4592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image" Target="../media/image3.jpg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6166A51-751E-4C91-AF12-35FEA5D2602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6909" y="832674"/>
            <a:ext cx="3516583" cy="1579366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B40CFA-9026-435C-9897-175C51B6BE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38560" y="7773417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1D26D55-0A22-487A-A687-61FB58A6F16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02416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ftr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16BAF0-010B-4DE2-BDEA-F2879C6208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7655" y="28597"/>
            <a:ext cx="10975981" cy="5600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FBB290-2494-4607-B867-D433D75318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47000" y="1576675"/>
            <a:ext cx="13136400" cy="58356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1278EBD5-1C90-47B8-ADFB-BF109E3CF4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38560" y="779145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1D26D55-0A22-487A-A687-61FB58A6F16A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3EC741C-2937-40DA-B5CD-6BDD68A49B85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38661" y="153680"/>
            <a:ext cx="1744740" cy="309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65981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</p:sldLayoutIdLst>
  <p:hf hdr="0" ftr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2760" b="1" kern="120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j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j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C9FC78E-716C-42DD-9A91-4572741330C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5079" y="2575224"/>
            <a:ext cx="5100239" cy="486910"/>
          </a:xfrm>
          <a:prstGeom prst="rect">
            <a:avLst/>
          </a:prstGeom>
        </p:spPr>
      </p:pic>
      <p:pic>
        <p:nvPicPr>
          <p:cNvPr id="3" name="Picture 2" descr="A picture containing icon&#10;&#10;Description automatically generated">
            <a:extLst>
              <a:ext uri="{FF2B5EF4-FFF2-40B4-BE49-F238E27FC236}">
                <a16:creationId xmlns:a16="http://schemas.microsoft.com/office/drawing/2014/main" id="{7D5A94FF-61CC-4076-B3C5-90D92D65176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4395" y="662825"/>
            <a:ext cx="3661606" cy="1644498"/>
          </a:xfrm>
          <a:prstGeom prst="rect">
            <a:avLst/>
          </a:prstGeom>
        </p:spPr>
      </p:pic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536F9F23-BD13-46C8-A1F1-15DBEB1CBF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38560" y="779145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1D26D55-0A22-487A-A687-61FB58A6F16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67413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</p:sldLayoutIdLst>
  <p:hf hdr="0" ftr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8EACC5C-4747-42C2-9BF5-D1B4A984743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lIns="91440" tIns="45720" rIns="91440" bIns="45720" anchor="t"/>
          <a:lstStyle/>
          <a:p>
            <a:r>
              <a:rPr lang="en-US" sz="5750" dirty="0">
                <a:latin typeface="Arial"/>
                <a:cs typeface="Arial"/>
              </a:rPr>
              <a:t>Data Handling and </a:t>
            </a:r>
            <a:endParaRPr lang="en-US" dirty="0"/>
          </a:p>
          <a:p>
            <a:r>
              <a:rPr lang="en-US" sz="5750" dirty="0">
                <a:latin typeface="Arial"/>
                <a:cs typeface="Arial"/>
              </a:rPr>
              <a:t>API Communication in Angular</a:t>
            </a:r>
            <a:endParaRPr lang="en-US" sz="575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0F2B9A-60B9-45E8-BBFF-DC81B2A1274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948CFE-703F-41E2-8287-3661171330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1D26D55-0A22-487A-A687-61FB58A6F16A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38486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F639EC9-7383-E210-3D3F-23B8EF01D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sz="3350" dirty="0">
                <a:ea typeface="+mj-lt"/>
                <a:cs typeface="+mj-lt"/>
              </a:rPr>
              <a:t>A library for reactive programming with Observables.</a:t>
            </a:r>
          </a:p>
          <a:p>
            <a:r>
              <a:rPr lang="en-US" sz="3350" b="1" dirty="0">
                <a:ea typeface="+mj-lt"/>
                <a:cs typeface="+mj-lt"/>
              </a:rPr>
              <a:t>Key Features:</a:t>
            </a:r>
            <a:endParaRPr lang="en-US" sz="3350" dirty="0">
              <a:ea typeface="+mj-lt"/>
              <a:cs typeface="+mj-lt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850" dirty="0">
                <a:ea typeface="+mj-lt"/>
                <a:cs typeface="+mj-lt"/>
              </a:rPr>
              <a:t>Asynchronous data streams.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850" dirty="0">
                <a:ea typeface="+mj-lt"/>
                <a:cs typeface="+mj-lt"/>
              </a:rPr>
              <a:t>Operators for transforming, filtering, and combining data.</a:t>
            </a:r>
          </a:p>
          <a:p>
            <a:r>
              <a:rPr lang="en-US" sz="3350" b="1" dirty="0">
                <a:cs typeface="Arial"/>
              </a:rPr>
              <a:t>Everything is a stream</a:t>
            </a:r>
            <a:r>
              <a:rPr lang="en-US" sz="3350" dirty="0">
                <a:cs typeface="Arial"/>
              </a:rPr>
              <a:t>: </a:t>
            </a:r>
            <a:r>
              <a:rPr lang="en-US" sz="3350" dirty="0">
                <a:ea typeface="+mj-lt"/>
                <a:cs typeface="+mj-lt"/>
              </a:rPr>
              <a:t>instead of dealing with individual asynchronous events (e.g., callbacks or promises), think in terms of streams of data that flow through application.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1A53C9-EECB-BE83-32F2-AF6F08FDA9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1D26D55-0A22-487A-A687-61FB58A6F16A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5D324FE-1FAA-4938-A907-FCDC7A4C9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750" dirty="0" err="1">
                <a:ea typeface="+mj-lt"/>
                <a:cs typeface="+mj-lt"/>
              </a:rPr>
              <a:t>RxJS</a:t>
            </a:r>
            <a:endParaRPr lang="en-US" dirty="0" err="1"/>
          </a:p>
        </p:txBody>
      </p:sp>
    </p:spTree>
    <p:extLst>
      <p:ext uri="{BB962C8B-B14F-4D97-AF65-F5344CB8AC3E}">
        <p14:creationId xmlns:p14="http://schemas.microsoft.com/office/powerpoint/2010/main" val="40931841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4E4EE8D-2835-90C0-BD1A-6B18F9A3AC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3553" y="1056965"/>
            <a:ext cx="13166084" cy="549477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350" dirty="0">
                <a:ea typeface="+mj-lt"/>
                <a:cs typeface="+mj-lt"/>
              </a:rPr>
              <a:t>Procedural Approach (Imperative):</a:t>
            </a:r>
          </a:p>
          <a:p>
            <a:endParaRPr lang="en-US" sz="3350" dirty="0">
              <a:ea typeface="+mj-lt"/>
              <a:cs typeface="+mj-lt"/>
            </a:endParaRPr>
          </a:p>
          <a:p>
            <a:r>
              <a:rPr lang="en-US" sz="3350" dirty="0">
                <a:ea typeface="+mj-lt"/>
                <a:cs typeface="+mj-lt"/>
              </a:rPr>
              <a:t>Reactive Approach (Stream):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en-US" sz="2850" dirty="0">
              <a:latin typeface="Arial"/>
              <a:cs typeface="Arial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850" dirty="0" err="1">
                <a:latin typeface="Arial"/>
                <a:cs typeface="Arial"/>
              </a:rPr>
              <a:t>buttonClicks</a:t>
            </a:r>
            <a:r>
              <a:rPr lang="en-US" sz="2850" dirty="0">
                <a:ea typeface="+mj-lt"/>
                <a:cs typeface="+mj-lt"/>
              </a:rPr>
              <a:t> is a stream.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850" dirty="0">
                <a:ea typeface="+mj-lt"/>
                <a:cs typeface="+mj-lt"/>
              </a:rPr>
              <a:t>subscribe</a:t>
            </a:r>
            <a:r>
              <a:rPr lang="en-US" sz="2850" dirty="0">
                <a:latin typeface="Arial"/>
                <a:cs typeface="Arial"/>
              </a:rPr>
              <a:t>()</a:t>
            </a:r>
            <a:r>
              <a:rPr lang="en-US" sz="2850" dirty="0">
                <a:ea typeface="+mj-lt"/>
                <a:cs typeface="+mj-lt"/>
              </a:rPr>
              <a:t> method reacts to events emitted by the stream.</a:t>
            </a:r>
            <a:endParaRPr lang="en-US" sz="2850" dirty="0">
              <a:cs typeface="Arial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3AAEEE4-6360-0278-5F60-37BF17988B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1D26D55-0A22-487A-A687-61FB58A6F16A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1F92D68-F500-2E80-4F73-D152EDF68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750" dirty="0">
                <a:solidFill>
                  <a:srgbClr val="FFFFFF"/>
                </a:solidFill>
                <a:cs typeface="Arial"/>
              </a:rPr>
              <a:t>Everything is a stream</a:t>
            </a:r>
            <a:endParaRPr lang="en-US" dirty="0"/>
          </a:p>
        </p:txBody>
      </p:sp>
      <p:pic>
        <p:nvPicPr>
          <p:cNvPr id="5" name="Picture 4" descr="A black screen with white text&#10;&#10;Description automatically generated">
            <a:extLst>
              <a:ext uri="{FF2B5EF4-FFF2-40B4-BE49-F238E27FC236}">
                <a16:creationId xmlns:a16="http://schemas.microsoft.com/office/drawing/2014/main" id="{FCCF0DD1-5983-ACC5-B575-0184BFD399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3884" y="1899677"/>
            <a:ext cx="9127751" cy="125673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5B0CFBE-F41E-ABBA-BD8A-9E50492877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7720" y="3617259"/>
            <a:ext cx="10041030" cy="995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5456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BB519B3-A504-A860-CA7C-C1868F54B8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 sz="3350" b="1" dirty="0">
                <a:ea typeface="+mj-lt"/>
                <a:cs typeface="+mj-lt"/>
              </a:rPr>
              <a:t>Declarative:</a:t>
            </a:r>
            <a:r>
              <a:rPr lang="en-US" sz="3350" dirty="0">
                <a:ea typeface="+mj-lt"/>
                <a:cs typeface="+mj-lt"/>
              </a:rPr>
              <a:t> Focus on what should happen, not how it happens.</a:t>
            </a:r>
            <a:endParaRPr lang="en-US" dirty="0">
              <a:cs typeface="Arial" panose="020B0604020202020204"/>
            </a:endParaRPr>
          </a:p>
          <a:p>
            <a:r>
              <a:rPr lang="en-US" sz="3350" b="1" dirty="0">
                <a:ea typeface="+mj-lt"/>
                <a:cs typeface="+mj-lt"/>
              </a:rPr>
              <a:t>Asynchronous Made Simple:</a:t>
            </a:r>
            <a:r>
              <a:rPr lang="en-US" sz="3350" dirty="0">
                <a:ea typeface="+mj-lt"/>
                <a:cs typeface="+mj-lt"/>
              </a:rPr>
              <a:t> Streams abstract away the complexity of asynchronous tasks.</a:t>
            </a:r>
            <a:endParaRPr lang="en-US" dirty="0"/>
          </a:p>
          <a:p>
            <a:r>
              <a:rPr lang="en-US" sz="3350" b="1" dirty="0">
                <a:ea typeface="+mj-lt"/>
                <a:cs typeface="+mj-lt"/>
              </a:rPr>
              <a:t>Composable:</a:t>
            </a:r>
            <a:r>
              <a:rPr lang="en-US" sz="3350" dirty="0">
                <a:ea typeface="+mj-lt"/>
                <a:cs typeface="+mj-lt"/>
              </a:rPr>
              <a:t> Easily combine, filter, and transform streams to handle complex workflows.</a:t>
            </a:r>
            <a:endParaRPr lang="en-US" dirty="0"/>
          </a:p>
          <a:p>
            <a:r>
              <a:rPr lang="en-US" sz="3350" b="1" dirty="0">
                <a:ea typeface="+mj-lt"/>
                <a:cs typeface="+mj-lt"/>
              </a:rPr>
              <a:t>Resilient:</a:t>
            </a:r>
            <a:r>
              <a:rPr lang="en-US" sz="3350" dirty="0">
                <a:ea typeface="+mj-lt"/>
                <a:cs typeface="+mj-lt"/>
              </a:rPr>
              <a:t> Streams can handle errors gracefully with operators like </a:t>
            </a:r>
            <a:r>
              <a:rPr lang="en-US" sz="3350" dirty="0" err="1">
                <a:latin typeface="Consolas"/>
              </a:rPr>
              <a:t>catchError</a:t>
            </a:r>
            <a:r>
              <a:rPr lang="en-US" sz="3350" dirty="0">
                <a:ea typeface="+mj-lt"/>
                <a:cs typeface="+mj-lt"/>
              </a:rPr>
              <a:t>.</a:t>
            </a:r>
            <a:endParaRPr lang="en-US" dirty="0"/>
          </a:p>
          <a:p>
            <a:endParaRPr lang="en-US" sz="3350" dirty="0">
              <a:cs typeface="Arial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06D7DAA-884C-1C17-3D89-F2803D1028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1D26D55-0A22-487A-A687-61FB58A6F16A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C9B22EC-2EFB-9A4E-3226-9AD2C0C45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750" dirty="0">
                <a:ea typeface="+mj-lt"/>
                <a:cs typeface="+mj-lt"/>
              </a:rPr>
              <a:t>Advantages of Thinking in Streams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46061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65C019B-AD8F-B25A-831F-370DF9067C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7000" y="1917577"/>
            <a:ext cx="7047673" cy="5494778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US" sz="3350" dirty="0">
                <a:ea typeface="+mj-lt"/>
                <a:cs typeface="+mj-lt"/>
              </a:rPr>
              <a:t>Represents a data stream.</a:t>
            </a:r>
            <a:endParaRPr lang="en-US" dirty="0">
              <a:cs typeface="Arial" panose="020B0604020202020204"/>
            </a:endParaRPr>
          </a:p>
          <a:p>
            <a:r>
              <a:rPr lang="en-US" sz="3350" dirty="0">
                <a:ea typeface="+mj-lt"/>
                <a:cs typeface="+mj-lt"/>
              </a:rPr>
              <a:t>Emits values over time.</a:t>
            </a:r>
            <a:endParaRPr lang="en-US" dirty="0"/>
          </a:p>
          <a:p>
            <a:r>
              <a:rPr lang="en-US" sz="3350" dirty="0">
                <a:ea typeface="+mj-lt"/>
                <a:cs typeface="+mj-lt"/>
              </a:rPr>
              <a:t>Can subscribe to it to listen for these values.</a:t>
            </a:r>
            <a:endParaRPr lang="en-US" dirty="0"/>
          </a:p>
          <a:p>
            <a:r>
              <a:rPr lang="en-US" sz="3350" dirty="0">
                <a:cs typeface="Arial"/>
              </a:rPr>
              <a:t>Example output: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850" dirty="0">
                <a:ea typeface="+mj-lt"/>
                <a:cs typeface="+mj-lt"/>
              </a:rPr>
              <a:t>First Value 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850" dirty="0">
                <a:ea typeface="+mj-lt"/>
                <a:cs typeface="+mj-lt"/>
              </a:rPr>
              <a:t>Second Value 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850" dirty="0">
                <a:ea typeface="+mj-lt"/>
                <a:cs typeface="+mj-lt"/>
              </a:rPr>
              <a:t>Done!</a:t>
            </a:r>
            <a:endParaRPr lang="en-US" sz="2850" dirty="0">
              <a:cs typeface="Arial"/>
            </a:endParaRPr>
          </a:p>
          <a:p>
            <a:endParaRPr lang="en-US" sz="3350" dirty="0">
              <a:cs typeface="Arial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718D0C2-1690-7865-7BFC-F797311988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1D26D55-0A22-487A-A687-61FB58A6F16A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4D7E4DD-F4CA-F20D-88B8-E6043C769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750" dirty="0" err="1">
                <a:cs typeface="Arial"/>
              </a:rPr>
              <a:t>RxJS</a:t>
            </a:r>
            <a:r>
              <a:rPr lang="en-US" sz="2750" dirty="0">
                <a:cs typeface="Arial"/>
              </a:rPr>
              <a:t> </a:t>
            </a:r>
            <a:r>
              <a:rPr lang="en-US" sz="2750" dirty="0">
                <a:ea typeface="+mj-lt"/>
                <a:cs typeface="+mj-lt"/>
              </a:rPr>
              <a:t>Observables</a:t>
            </a:r>
          </a:p>
        </p:txBody>
      </p:sp>
      <p:pic>
        <p:nvPicPr>
          <p:cNvPr id="5" name="Picture 4" descr="A screen shot of a computer program&#10;&#10;Description automatically generated">
            <a:extLst>
              <a:ext uri="{FF2B5EF4-FFF2-40B4-BE49-F238E27FC236}">
                <a16:creationId xmlns:a16="http://schemas.microsoft.com/office/drawing/2014/main" id="{F679CB5C-D394-BD26-06B6-791C8F0DFE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5932" y="2052918"/>
            <a:ext cx="6394076" cy="4392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03349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4FA2EFE-E9EB-8C31-DADF-1A895DC212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3350" dirty="0">
                <a:ea typeface="+mj-lt"/>
                <a:cs typeface="+mj-lt"/>
              </a:rPr>
              <a:t>Operators are functions to transform, filter, and combine streams.</a:t>
            </a:r>
          </a:p>
          <a:p>
            <a:r>
              <a:rPr lang="en-US" sz="3350" dirty="0">
                <a:ea typeface="+mj-lt"/>
                <a:cs typeface="+mj-lt"/>
              </a:rPr>
              <a:t>Common Operators:</a:t>
            </a:r>
            <a:endParaRPr lang="en-US" sz="3350" dirty="0">
              <a:cs typeface="Arial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850" b="1" dirty="0">
                <a:latin typeface="Consolas"/>
                <a:cs typeface="Arial"/>
              </a:rPr>
              <a:t>map</a:t>
            </a:r>
            <a:r>
              <a:rPr lang="en-US" sz="2850" b="1" dirty="0">
                <a:ea typeface="+mj-lt"/>
                <a:cs typeface="+mj-lt"/>
              </a:rPr>
              <a:t>:</a:t>
            </a:r>
            <a:r>
              <a:rPr lang="en-US" sz="2850" dirty="0">
                <a:ea typeface="+mj-lt"/>
                <a:cs typeface="+mj-lt"/>
              </a:rPr>
              <a:t> Transforms each value in the stream.</a:t>
            </a:r>
            <a:endParaRPr lang="en-US" sz="2850" dirty="0">
              <a:cs typeface="Arial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850" b="1" dirty="0">
                <a:latin typeface="Consolas"/>
                <a:cs typeface="Arial"/>
              </a:rPr>
              <a:t>filter</a:t>
            </a:r>
            <a:r>
              <a:rPr lang="en-US" sz="2850" b="1" dirty="0">
                <a:ea typeface="+mj-lt"/>
                <a:cs typeface="+mj-lt"/>
              </a:rPr>
              <a:t>:</a:t>
            </a:r>
            <a:r>
              <a:rPr lang="en-US" sz="2850" dirty="0">
                <a:ea typeface="+mj-lt"/>
                <a:cs typeface="+mj-lt"/>
              </a:rPr>
              <a:t> Emits only values that satisfy a condition.</a:t>
            </a:r>
            <a:endParaRPr lang="en-US" sz="2850" dirty="0">
              <a:cs typeface="Arial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850" b="1" dirty="0">
                <a:latin typeface="Consolas"/>
                <a:cs typeface="Arial"/>
              </a:rPr>
              <a:t>merge</a:t>
            </a:r>
            <a:r>
              <a:rPr lang="en-US" sz="2850" b="1" dirty="0">
                <a:ea typeface="+mj-lt"/>
                <a:cs typeface="+mj-lt"/>
              </a:rPr>
              <a:t>:</a:t>
            </a:r>
            <a:r>
              <a:rPr lang="en-US" sz="2850" dirty="0">
                <a:ea typeface="+mj-lt"/>
                <a:cs typeface="+mj-lt"/>
              </a:rPr>
              <a:t> Combines multiple streams into one.</a:t>
            </a:r>
            <a:endParaRPr lang="en-US" sz="2850" dirty="0">
              <a:cs typeface="Arial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850" b="1" dirty="0" err="1">
                <a:latin typeface="Consolas"/>
                <a:cs typeface="Arial"/>
              </a:rPr>
              <a:t>debounceTime</a:t>
            </a:r>
            <a:r>
              <a:rPr lang="en-US" sz="2850" b="1" dirty="0">
                <a:ea typeface="+mj-lt"/>
                <a:cs typeface="+mj-lt"/>
              </a:rPr>
              <a:t>:</a:t>
            </a:r>
            <a:r>
              <a:rPr lang="en-US" sz="2850" dirty="0">
                <a:ea typeface="+mj-lt"/>
                <a:cs typeface="+mj-lt"/>
              </a:rPr>
              <a:t> Emits values only after a specified delay.</a:t>
            </a:r>
            <a:endParaRPr lang="en-US" sz="2850" dirty="0">
              <a:cs typeface="Arial"/>
            </a:endParaRPr>
          </a:p>
          <a:p>
            <a:endParaRPr lang="en-US" sz="3350" dirty="0">
              <a:cs typeface="Arial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084DCCD-1AFB-0F54-E062-443B47EDAD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1D26D55-0A22-487A-A687-61FB58A6F16A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3EBA8DB-7EDD-CD8C-F393-17D3F22D5A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750" dirty="0" err="1">
                <a:cs typeface="Arial"/>
              </a:rPr>
              <a:t>RxJS</a:t>
            </a:r>
            <a:r>
              <a:rPr lang="en-US" sz="2750" dirty="0">
                <a:cs typeface="Arial"/>
              </a:rPr>
              <a:t> </a:t>
            </a:r>
            <a:r>
              <a:rPr lang="en-US" sz="2750" dirty="0">
                <a:ea typeface="+mj-lt"/>
                <a:cs typeface="+mj-lt"/>
              </a:rPr>
              <a:t>Operators</a:t>
            </a:r>
          </a:p>
        </p:txBody>
      </p:sp>
    </p:spTree>
    <p:extLst>
      <p:ext uri="{BB962C8B-B14F-4D97-AF65-F5344CB8AC3E}">
        <p14:creationId xmlns:p14="http://schemas.microsoft.com/office/powerpoint/2010/main" val="17992079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4A9D695-B9AA-F212-63A0-432092750B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7000" y="1245224"/>
            <a:ext cx="13448472" cy="6207472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sz="3350" dirty="0">
                <a:ea typeface="+mj-lt"/>
                <a:cs typeface="+mj-lt"/>
              </a:rPr>
              <a:t>A subject is both an observable and an observer.</a:t>
            </a:r>
            <a:endParaRPr lang="en-US" dirty="0">
              <a:cs typeface="Arial" panose="020B0604020202020204"/>
            </a:endParaRPr>
          </a:p>
          <a:p>
            <a:r>
              <a:rPr lang="en-US" sz="3350" dirty="0">
                <a:ea typeface="+mj-lt"/>
                <a:cs typeface="+mj-lt"/>
              </a:rPr>
              <a:t>Acts as a bridge between imperative and reactive code.</a:t>
            </a:r>
            <a:endParaRPr lang="en-US" dirty="0"/>
          </a:p>
          <a:p>
            <a:r>
              <a:rPr lang="en-US" sz="3350" dirty="0">
                <a:ea typeface="+mj-lt"/>
                <a:cs typeface="+mj-lt"/>
              </a:rPr>
              <a:t>Can manually emit values using </a:t>
            </a:r>
            <a:r>
              <a:rPr lang="en-US" sz="3350" dirty="0">
                <a:latin typeface="Consolas"/>
              </a:rPr>
              <a:t>next()</a:t>
            </a:r>
            <a:r>
              <a:rPr lang="en-US" sz="3350" dirty="0">
                <a:ea typeface="+mj-lt"/>
                <a:cs typeface="+mj-lt"/>
              </a:rPr>
              <a:t>.</a:t>
            </a:r>
            <a:endParaRPr lang="en-US" sz="3350" dirty="0">
              <a:cs typeface="Arial"/>
            </a:endParaRPr>
          </a:p>
          <a:p>
            <a:r>
              <a:rPr lang="en-US" sz="3350" dirty="0">
                <a:cs typeface="Arial"/>
              </a:rPr>
              <a:t>Example output: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850" dirty="0">
                <a:ea typeface="+mj-lt"/>
                <a:cs typeface="+mj-lt"/>
              </a:rPr>
              <a:t>Subscriber 1: Hello 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850" dirty="0">
                <a:ea typeface="+mj-lt"/>
                <a:cs typeface="+mj-lt"/>
              </a:rPr>
              <a:t>Subscriber 2: Hello 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850" dirty="0">
                <a:ea typeface="+mj-lt"/>
                <a:cs typeface="+mj-lt"/>
              </a:rPr>
              <a:t>Subscriber 1: World 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850" dirty="0">
                <a:ea typeface="+mj-lt"/>
                <a:cs typeface="+mj-lt"/>
              </a:rPr>
              <a:t>Subscriber 2: World</a:t>
            </a:r>
            <a:endParaRPr lang="en-US" sz="2850" dirty="0">
              <a:cs typeface="Arial"/>
            </a:endParaRPr>
          </a:p>
          <a:p>
            <a:endParaRPr lang="en-US" sz="3350" dirty="0">
              <a:cs typeface="Arial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B37F3D0-56D1-F274-845A-3B500F2D4E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1D26D55-0A22-487A-A687-61FB58A6F16A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4345F77-5D28-979A-6C70-A3EC1429D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750" dirty="0" err="1">
                <a:cs typeface="Arial"/>
              </a:rPr>
              <a:t>RxJS</a:t>
            </a:r>
            <a:r>
              <a:rPr lang="en-US" sz="2750" dirty="0">
                <a:cs typeface="Arial"/>
              </a:rPr>
              <a:t> Subjects</a:t>
            </a:r>
            <a:endParaRPr lang="en-US" dirty="0"/>
          </a:p>
        </p:txBody>
      </p:sp>
      <p:pic>
        <p:nvPicPr>
          <p:cNvPr id="5" name="Picture 4" descr="A computer screen with colorful text&#10;&#10;Description automatically generated">
            <a:extLst>
              <a:ext uri="{FF2B5EF4-FFF2-40B4-BE49-F238E27FC236}">
                <a16:creationId xmlns:a16="http://schemas.microsoft.com/office/drawing/2014/main" id="{B179F57C-EA1D-FC3B-CB05-75BD7653FC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8642" y="4143936"/>
            <a:ext cx="7778564" cy="3115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25235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7C84692-E060-487A-AB6C-D8ABF7B581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7000" y="1460377"/>
            <a:ext cx="13166084" cy="549477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350" dirty="0">
                <a:ea typeface="+mj-lt"/>
                <a:cs typeface="+mj-lt"/>
              </a:rPr>
              <a:t>Schedulers control the execution of streams (e.g., immediate, asynchronous, or scheduled execution).</a:t>
            </a:r>
          </a:p>
          <a:p>
            <a:r>
              <a:rPr lang="en-US" sz="3350" dirty="0">
                <a:cs typeface="Arial"/>
              </a:rPr>
              <a:t>Example output: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850" dirty="0">
                <a:ea typeface="+mj-lt"/>
                <a:cs typeface="+mj-lt"/>
              </a:rPr>
              <a:t>Immediate 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850" dirty="0">
                <a:ea typeface="+mj-lt"/>
                <a:cs typeface="+mj-lt"/>
              </a:rPr>
              <a:t>Synchronous Log 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850" dirty="0">
                <a:ea typeface="+mj-lt"/>
                <a:cs typeface="+mj-lt"/>
              </a:rPr>
              <a:t>Delayed</a:t>
            </a:r>
            <a:endParaRPr lang="en-US" sz="2850" dirty="0">
              <a:cs typeface="Arial"/>
            </a:endParaRPr>
          </a:p>
          <a:p>
            <a:endParaRPr lang="en-US" sz="3350" dirty="0">
              <a:cs typeface="Arial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2E4E5C0-4896-5482-F2EC-688CBE45C7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1D26D55-0A22-487A-A687-61FB58A6F16A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B59484B-33A3-4C40-98E9-154A83C7F0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750" dirty="0" err="1">
                <a:cs typeface="Arial"/>
              </a:rPr>
              <a:t>RxJS</a:t>
            </a:r>
            <a:r>
              <a:rPr lang="en-US" sz="2750" dirty="0">
                <a:cs typeface="Arial"/>
              </a:rPr>
              <a:t> Schedulers</a:t>
            </a:r>
          </a:p>
        </p:txBody>
      </p:sp>
      <p:pic>
        <p:nvPicPr>
          <p:cNvPr id="5" name="Picture 4" descr="A screen shot of a computer program&#10;&#10;Description automatically generated">
            <a:extLst>
              <a:ext uri="{FF2B5EF4-FFF2-40B4-BE49-F238E27FC236}">
                <a16:creationId xmlns:a16="http://schemas.microsoft.com/office/drawing/2014/main" id="{1DCC9BA9-C049-5C5B-CD16-8BCAB700A3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8759" y="3025028"/>
            <a:ext cx="6152589" cy="4371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0397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0515296-4E23-95C1-06E7-DC09C8A891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7000" y="1917577"/>
            <a:ext cx="7034226" cy="549477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350" dirty="0">
                <a:ea typeface="+mj-lt"/>
                <a:cs typeface="+mj-lt"/>
              </a:rPr>
              <a:t>Enables Angular applications to interact with backend services.</a:t>
            </a:r>
            <a:endParaRPr lang="en-US" dirty="0"/>
          </a:p>
          <a:p>
            <a:r>
              <a:rPr lang="en-US" sz="3350" dirty="0">
                <a:ea typeface="+mj-lt"/>
                <a:cs typeface="+mj-lt"/>
              </a:rPr>
              <a:t>Facilitates CRUD operations and real-time updates.</a:t>
            </a:r>
            <a:endParaRPr lang="en-US" dirty="0"/>
          </a:p>
          <a:p>
            <a:endParaRPr lang="en-US" sz="3350" dirty="0">
              <a:cs typeface="Arial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ECD84A0-05CA-BAB5-4186-098D6F78ED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1D26D55-0A22-487A-A687-61FB58A6F16A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F92C91B-0293-105A-6A91-B06F6FBBD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750" dirty="0">
                <a:ea typeface="+mj-lt"/>
                <a:cs typeface="+mj-lt"/>
              </a:rPr>
              <a:t>Why API Communication is Essential</a:t>
            </a:r>
            <a:endParaRPr lang="en-US" dirty="0"/>
          </a:p>
        </p:txBody>
      </p:sp>
      <p:pic>
        <p:nvPicPr>
          <p:cNvPr id="5" name="Picture 4" descr="Angular CRUD Example with Spring Boot">
            <a:extLst>
              <a:ext uri="{FF2B5EF4-FFF2-40B4-BE49-F238E27FC236}">
                <a16:creationId xmlns:a16="http://schemas.microsoft.com/office/drawing/2014/main" id="{0DC5D9F4-3234-4AE1-9661-896FCADA7F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5129" y="1917946"/>
            <a:ext cx="5661210" cy="51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35732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AB5756E-B86A-A2DE-6850-7CC18CFE7A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70000" lnSpcReduction="20000"/>
          </a:bodyPr>
          <a:lstStyle/>
          <a:p>
            <a:r>
              <a:rPr lang="en-US" sz="3350" b="1" dirty="0">
                <a:ea typeface="+mj-lt"/>
                <a:cs typeface="+mj-lt"/>
              </a:rPr>
              <a:t>Supports CRUD Operations:</a:t>
            </a:r>
            <a:endParaRPr lang="en-US" sz="3350" dirty="0">
              <a:ea typeface="+mj-lt"/>
              <a:cs typeface="+mj-lt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850" dirty="0">
                <a:latin typeface="Consolas"/>
                <a:ea typeface="+mj-lt"/>
                <a:cs typeface="+mj-lt"/>
              </a:rPr>
              <a:t>GET</a:t>
            </a:r>
            <a:r>
              <a:rPr lang="en-US" sz="2850" dirty="0">
                <a:ea typeface="+mj-lt"/>
                <a:cs typeface="+mj-lt"/>
              </a:rPr>
              <a:t>, </a:t>
            </a:r>
            <a:r>
              <a:rPr lang="en-US" sz="2850" dirty="0">
                <a:latin typeface="Consolas"/>
                <a:ea typeface="+mj-lt"/>
                <a:cs typeface="+mj-lt"/>
              </a:rPr>
              <a:t>POST</a:t>
            </a:r>
            <a:r>
              <a:rPr lang="en-US" sz="2850" dirty="0">
                <a:ea typeface="+mj-lt"/>
                <a:cs typeface="+mj-lt"/>
              </a:rPr>
              <a:t>, </a:t>
            </a:r>
            <a:r>
              <a:rPr lang="en-US" sz="2850" dirty="0">
                <a:latin typeface="Consolas"/>
                <a:ea typeface="+mj-lt"/>
                <a:cs typeface="+mj-lt"/>
              </a:rPr>
              <a:t>PUT</a:t>
            </a:r>
            <a:r>
              <a:rPr lang="en-US" sz="2850" dirty="0">
                <a:ea typeface="+mj-lt"/>
                <a:cs typeface="+mj-lt"/>
              </a:rPr>
              <a:t>, </a:t>
            </a:r>
            <a:r>
              <a:rPr lang="en-US" sz="2850" dirty="0">
                <a:latin typeface="Consolas"/>
                <a:ea typeface="+mj-lt"/>
                <a:cs typeface="+mj-lt"/>
              </a:rPr>
              <a:t>DELETE</a:t>
            </a:r>
            <a:r>
              <a:rPr lang="en-US" sz="2850" dirty="0">
                <a:ea typeface="+mj-lt"/>
                <a:cs typeface="+mj-lt"/>
              </a:rPr>
              <a:t>, and other HTTP methods.</a:t>
            </a:r>
            <a:endParaRPr lang="en-US" sz="2850" dirty="0">
              <a:cs typeface="Arial"/>
            </a:endParaRPr>
          </a:p>
          <a:p>
            <a:r>
              <a:rPr lang="en-US" sz="3350" b="1" dirty="0">
                <a:ea typeface="+mj-lt"/>
                <a:cs typeface="+mj-lt"/>
              </a:rPr>
              <a:t>Type-Safe Responses: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850" dirty="0">
                <a:ea typeface="+mj-lt"/>
                <a:cs typeface="+mj-lt"/>
              </a:rPr>
              <a:t>Uses TypeScript generics to define the expected response type.</a:t>
            </a:r>
          </a:p>
          <a:p>
            <a:r>
              <a:rPr lang="en-US" sz="3350" b="1" dirty="0">
                <a:ea typeface="+mj-lt"/>
                <a:cs typeface="+mj-lt"/>
              </a:rPr>
              <a:t>Interceptors: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850" dirty="0">
                <a:ea typeface="+mj-lt"/>
                <a:cs typeface="+mj-lt"/>
              </a:rPr>
              <a:t>Allows you to modify requests and responses globally.</a:t>
            </a:r>
            <a:endParaRPr lang="en-US" sz="2850" dirty="0">
              <a:cs typeface="Arial"/>
            </a:endParaRPr>
          </a:p>
          <a:p>
            <a:r>
              <a:rPr lang="en-US" sz="3350" b="1" dirty="0">
                <a:ea typeface="+mj-lt"/>
                <a:cs typeface="+mj-lt"/>
              </a:rPr>
              <a:t>Error Handling: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850" dirty="0">
                <a:ea typeface="+mj-lt"/>
                <a:cs typeface="+mj-lt"/>
              </a:rPr>
              <a:t>Provides ways to handle HTTP errors using </a:t>
            </a:r>
            <a:r>
              <a:rPr lang="en-US" sz="2850" dirty="0" err="1">
                <a:ea typeface="+mj-lt"/>
                <a:cs typeface="+mj-lt"/>
              </a:rPr>
              <a:t>RxJS</a:t>
            </a:r>
            <a:r>
              <a:rPr lang="en-US" sz="2850" dirty="0">
                <a:ea typeface="+mj-lt"/>
                <a:cs typeface="+mj-lt"/>
              </a:rPr>
              <a:t> operators like </a:t>
            </a:r>
            <a:r>
              <a:rPr lang="en-US" sz="2850" dirty="0" err="1">
                <a:latin typeface="Consolas"/>
              </a:rPr>
              <a:t>catchError</a:t>
            </a:r>
            <a:r>
              <a:rPr lang="en-US" sz="2850" dirty="0">
                <a:ea typeface="+mj-lt"/>
                <a:cs typeface="+mj-lt"/>
              </a:rPr>
              <a:t>.</a:t>
            </a:r>
            <a:endParaRPr lang="en-US" sz="2850" dirty="0">
              <a:cs typeface="Arial"/>
            </a:endParaRPr>
          </a:p>
          <a:p>
            <a:r>
              <a:rPr lang="en-US" sz="3350" b="1" dirty="0">
                <a:ea typeface="+mj-lt"/>
                <a:cs typeface="+mj-lt"/>
              </a:rPr>
              <a:t>Observables: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850" dirty="0">
                <a:ea typeface="+mj-lt"/>
                <a:cs typeface="+mj-lt"/>
              </a:rPr>
              <a:t>Returns responses as </a:t>
            </a:r>
            <a:r>
              <a:rPr lang="en-US" sz="2850" dirty="0" err="1">
                <a:ea typeface="+mj-lt"/>
                <a:cs typeface="+mj-lt"/>
              </a:rPr>
              <a:t>RxJS</a:t>
            </a:r>
            <a:r>
              <a:rPr lang="en-US" sz="2850" dirty="0">
                <a:ea typeface="+mj-lt"/>
                <a:cs typeface="+mj-lt"/>
              </a:rPr>
              <a:t> </a:t>
            </a:r>
            <a:r>
              <a:rPr lang="en-US" sz="2850" b="1" dirty="0">
                <a:ea typeface="+mj-lt"/>
                <a:cs typeface="+mj-lt"/>
              </a:rPr>
              <a:t>Observables</a:t>
            </a:r>
            <a:r>
              <a:rPr lang="en-US" sz="2850" dirty="0">
                <a:ea typeface="+mj-lt"/>
                <a:cs typeface="+mj-lt"/>
              </a:rPr>
              <a:t>, which can be subscribed to or piped for advanced operations.</a:t>
            </a:r>
          </a:p>
          <a:p>
            <a:endParaRPr lang="en-US" sz="3350" dirty="0">
              <a:cs typeface="Arial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AE0A27F-95FB-74BA-5F0A-34BE1A8AC3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1D26D55-0A22-487A-A687-61FB58A6F16A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F6183F7-5958-B5A1-CE7A-DD5B60294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750" dirty="0">
                <a:ea typeface="+mj-lt"/>
                <a:cs typeface="+mj-lt"/>
              </a:rPr>
              <a:t>Angular HTTP Client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7082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584AFC5-9812-A39C-1C20-E13F44D7BF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3350" dirty="0">
                <a:ea typeface="+mj-lt"/>
                <a:cs typeface="+mj-lt"/>
              </a:rPr>
              <a:t>Import </a:t>
            </a:r>
            <a:r>
              <a:rPr lang="en-US" sz="3350" dirty="0" err="1">
                <a:latin typeface="Consolas"/>
              </a:rPr>
              <a:t>HttpClientModule</a:t>
            </a:r>
            <a:r>
              <a:rPr lang="en-US" sz="3350" dirty="0">
                <a:ea typeface="+mj-lt"/>
                <a:cs typeface="+mj-lt"/>
              </a:rPr>
              <a:t> in </a:t>
            </a:r>
            <a:r>
              <a:rPr lang="en-US" sz="3350" dirty="0" err="1">
                <a:latin typeface="Consolas"/>
              </a:rPr>
              <a:t>app.module.ts</a:t>
            </a:r>
            <a:r>
              <a:rPr lang="en-US" sz="3350" dirty="0">
                <a:ea typeface="+mj-lt"/>
                <a:cs typeface="+mj-lt"/>
              </a:rPr>
              <a:t>.</a:t>
            </a:r>
            <a:endParaRPr lang="en-US" dirty="0">
              <a:cs typeface="Arial" panose="020B0604020202020204"/>
            </a:endParaRPr>
          </a:p>
          <a:p>
            <a:r>
              <a:rPr lang="en-US" sz="3350" dirty="0">
                <a:ea typeface="+mj-lt"/>
                <a:cs typeface="+mj-lt"/>
              </a:rPr>
              <a:t>Inject </a:t>
            </a:r>
            <a:r>
              <a:rPr lang="en-US" sz="3350" dirty="0" err="1">
                <a:latin typeface="Consolas"/>
              </a:rPr>
              <a:t>HttpClient</a:t>
            </a:r>
            <a:r>
              <a:rPr lang="en-US" sz="3350" dirty="0">
                <a:ea typeface="+mj-lt"/>
                <a:cs typeface="+mj-lt"/>
              </a:rPr>
              <a:t> service into your component or service.</a:t>
            </a:r>
            <a:endParaRPr lang="en-US" dirty="0"/>
          </a:p>
          <a:p>
            <a:pPr marL="0" indent="0">
              <a:buNone/>
            </a:pPr>
            <a:endParaRPr lang="en-US" sz="3350" dirty="0">
              <a:cs typeface="Arial"/>
            </a:endParaRPr>
          </a:p>
          <a:p>
            <a:endParaRPr lang="en-US" sz="3350" dirty="0">
              <a:cs typeface="Arial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A238F83-CF3E-E99F-069F-2371F442DC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1D26D55-0A22-487A-A687-61FB58A6F16A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743461E-EBE1-85D2-1809-FD04AC1F1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750" dirty="0">
                <a:ea typeface="+mj-lt"/>
                <a:cs typeface="+mj-lt"/>
              </a:rPr>
              <a:t>Adding HTTP Client to the Project</a:t>
            </a:r>
            <a:endParaRPr lang="en-US" dirty="0"/>
          </a:p>
        </p:txBody>
      </p:sp>
      <p:pic>
        <p:nvPicPr>
          <p:cNvPr id="5" name="Picture 4" descr="A black screen with white text&#10;&#10;Description automatically generated">
            <a:extLst>
              <a:ext uri="{FF2B5EF4-FFF2-40B4-BE49-F238E27FC236}">
                <a16:creationId xmlns:a16="http://schemas.microsoft.com/office/drawing/2014/main" id="{6AD40E7C-21BA-292E-958C-0EACE219BD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1922" y="4110598"/>
            <a:ext cx="8553450" cy="2280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0959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480B2AF-85FD-FA73-E0FB-DD59D37099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3350" dirty="0">
                <a:ea typeface="+mj-lt"/>
                <a:cs typeface="+mj-lt"/>
              </a:rPr>
              <a:t>Fetch data from an API using </a:t>
            </a:r>
            <a:r>
              <a:rPr lang="en-US" sz="3350" dirty="0" err="1">
                <a:latin typeface="Consolas"/>
              </a:rPr>
              <a:t>HttpClient.get</a:t>
            </a:r>
            <a:r>
              <a:rPr lang="en-US" sz="3350" dirty="0">
                <a:latin typeface="Consolas"/>
              </a:rPr>
              <a:t>()</a:t>
            </a:r>
            <a:r>
              <a:rPr lang="en-US" sz="3350" dirty="0">
                <a:ea typeface="+mj-lt"/>
                <a:cs typeface="+mj-lt"/>
              </a:rPr>
              <a:t>.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440CA63-B612-F0CF-9DD4-E238FBAD9E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1D26D55-0A22-487A-A687-61FB58A6F16A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C055AC4-70BD-AF24-9943-7C3DF0235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750" dirty="0">
                <a:cs typeface="Arial"/>
              </a:rPr>
              <a:t>GET Request</a:t>
            </a:r>
            <a:endParaRPr lang="en-US" dirty="0"/>
          </a:p>
        </p:txBody>
      </p:sp>
      <p:pic>
        <p:nvPicPr>
          <p:cNvPr id="5" name="Picture 4" descr="A computer screen shot of a program code&#10;&#10;Description automatically generated">
            <a:extLst>
              <a:ext uri="{FF2B5EF4-FFF2-40B4-BE49-F238E27FC236}">
                <a16:creationId xmlns:a16="http://schemas.microsoft.com/office/drawing/2014/main" id="{871BA88A-BE7A-6F63-D6F4-8701CA60BF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9372" y="2970679"/>
            <a:ext cx="4400550" cy="3390900"/>
          </a:xfrm>
          <a:prstGeom prst="rect">
            <a:avLst/>
          </a:prstGeom>
        </p:spPr>
      </p:pic>
      <p:pic>
        <p:nvPicPr>
          <p:cNvPr id="6" name="Picture 5" descr="A screen shot of a computer program&#10;&#10;Description automatically generated">
            <a:extLst>
              <a:ext uri="{FF2B5EF4-FFF2-40B4-BE49-F238E27FC236}">
                <a16:creationId xmlns:a16="http://schemas.microsoft.com/office/drawing/2014/main" id="{AEC5549C-9939-691E-D896-BD8FFCB742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8334" y="2670922"/>
            <a:ext cx="4029075" cy="4743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11668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4838835-70DA-CF54-5596-AF2684AFDB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3350" dirty="0">
                <a:ea typeface="+mj-lt"/>
                <a:cs typeface="+mj-lt"/>
              </a:rPr>
              <a:t>Send data to an API using </a:t>
            </a:r>
            <a:r>
              <a:rPr lang="en-US" sz="3350" dirty="0" err="1">
                <a:latin typeface="Consolas"/>
              </a:rPr>
              <a:t>HttpClient.post</a:t>
            </a:r>
            <a:r>
              <a:rPr lang="en-US" sz="3350" dirty="0">
                <a:latin typeface="Consolas"/>
              </a:rPr>
              <a:t>()</a:t>
            </a:r>
            <a:r>
              <a:rPr lang="en-US" sz="3350" dirty="0">
                <a:ea typeface="+mj-lt"/>
                <a:cs typeface="+mj-lt"/>
              </a:rPr>
              <a:t>.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0110C57-6654-BFBF-4778-B9628FC8D5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1D26D55-0A22-487A-A687-61FB58A6F16A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F296C19-75C3-1C48-D7D9-7369BD87E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750" dirty="0">
                <a:cs typeface="Arial"/>
              </a:rPr>
              <a:t>POST Request</a:t>
            </a:r>
            <a:endParaRPr lang="en-US" dirty="0"/>
          </a:p>
        </p:txBody>
      </p:sp>
      <p:pic>
        <p:nvPicPr>
          <p:cNvPr id="5" name="Picture 4" descr="A black background with colorful text&#10;&#10;Description automatically generated">
            <a:extLst>
              <a:ext uri="{FF2B5EF4-FFF2-40B4-BE49-F238E27FC236}">
                <a16:creationId xmlns:a16="http://schemas.microsoft.com/office/drawing/2014/main" id="{E3E3E45C-3F9E-FAAD-324D-FB45A14300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7350" y="3413592"/>
            <a:ext cx="6434417" cy="1402416"/>
          </a:xfrm>
          <a:prstGeom prst="rect">
            <a:avLst/>
          </a:prstGeom>
        </p:spPr>
      </p:pic>
      <p:pic>
        <p:nvPicPr>
          <p:cNvPr id="6" name="Picture 5" descr="A screen shot of a computer&#10;&#10;Description automatically generated">
            <a:extLst>
              <a:ext uri="{FF2B5EF4-FFF2-40B4-BE49-F238E27FC236}">
                <a16:creationId xmlns:a16="http://schemas.microsoft.com/office/drawing/2014/main" id="{5847B09C-4393-E57A-DE83-E785CEBA0F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9496" y="5501809"/>
            <a:ext cx="12168467" cy="1582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79244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D3D4FBE-5CC6-C307-1ED9-547DB4C2C9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3350" b="1" dirty="0">
                <a:ea typeface="+mj-lt"/>
                <a:cs typeface="+mj-lt"/>
              </a:rPr>
              <a:t>PUT Request:</a:t>
            </a:r>
            <a:r>
              <a:rPr lang="en-US" sz="3350" dirty="0">
                <a:ea typeface="+mj-lt"/>
                <a:cs typeface="+mj-lt"/>
              </a:rPr>
              <a:t> Update data on the server.</a:t>
            </a:r>
            <a:endParaRPr lang="en-US" dirty="0">
              <a:ea typeface="+mj-lt"/>
              <a:cs typeface="+mj-lt"/>
            </a:endParaRPr>
          </a:p>
          <a:p>
            <a:endParaRPr lang="en-US" sz="3350" b="1" dirty="0">
              <a:ea typeface="+mj-lt"/>
              <a:cs typeface="+mj-lt"/>
            </a:endParaRPr>
          </a:p>
          <a:p>
            <a:endParaRPr lang="en-US" sz="3350" b="1" dirty="0">
              <a:ea typeface="+mj-lt"/>
              <a:cs typeface="+mj-lt"/>
            </a:endParaRPr>
          </a:p>
          <a:p>
            <a:r>
              <a:rPr lang="en-US" sz="3350" b="1" dirty="0">
                <a:ea typeface="+mj-lt"/>
                <a:cs typeface="+mj-lt"/>
              </a:rPr>
              <a:t>DELETE Request:</a:t>
            </a:r>
            <a:r>
              <a:rPr lang="en-US" sz="3350" dirty="0">
                <a:ea typeface="+mj-lt"/>
                <a:cs typeface="+mj-lt"/>
              </a:rPr>
              <a:t> Delete data from the server.</a:t>
            </a:r>
            <a:endParaRPr lang="en-US" sz="3350">
              <a:cs typeface="Arial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8D0300C-E625-22BD-42EA-0F39F7A6C8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1D26D55-0A22-487A-A687-61FB58A6F16A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043C1DD-3D6E-DA25-4DFD-79AED57F5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750" dirty="0">
                <a:ea typeface="+mj-lt"/>
                <a:cs typeface="+mj-lt"/>
              </a:rPr>
              <a:t>PUT and DELETE Requests</a:t>
            </a:r>
            <a:endParaRPr lang="en-US" dirty="0"/>
          </a:p>
        </p:txBody>
      </p:sp>
      <p:pic>
        <p:nvPicPr>
          <p:cNvPr id="5" name="Picture 4" descr="A screen shot of a computer&#10;&#10;Description automatically generated">
            <a:extLst>
              <a:ext uri="{FF2B5EF4-FFF2-40B4-BE49-F238E27FC236}">
                <a16:creationId xmlns:a16="http://schemas.microsoft.com/office/drawing/2014/main" id="{888DF82F-9A22-9436-5391-6B4C752F4C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3697" y="2715185"/>
            <a:ext cx="11194676" cy="1710017"/>
          </a:xfrm>
          <a:prstGeom prst="rect">
            <a:avLst/>
          </a:prstGeom>
        </p:spPr>
      </p:pic>
      <p:pic>
        <p:nvPicPr>
          <p:cNvPr id="6" name="Picture 5" descr="A computer screen with colorful text&#10;&#10;Description automatically generated">
            <a:extLst>
              <a:ext uri="{FF2B5EF4-FFF2-40B4-BE49-F238E27FC236}">
                <a16:creationId xmlns:a16="http://schemas.microsoft.com/office/drawing/2014/main" id="{80459F50-B6D8-827A-353E-E79C16FDE5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5635" y="5432332"/>
            <a:ext cx="9172575" cy="1641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81524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1DD6620-3E29-1D54-2FFA-F5EC8DE682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3350" dirty="0">
                <a:ea typeface="+mj-lt"/>
                <a:cs typeface="+mj-lt"/>
              </a:rPr>
              <a:t>Use </a:t>
            </a:r>
            <a:r>
              <a:rPr lang="en-US" sz="3350" dirty="0" err="1">
                <a:ea typeface="+mj-lt"/>
                <a:cs typeface="+mj-lt"/>
              </a:rPr>
              <a:t>Angular’s</a:t>
            </a:r>
            <a:r>
              <a:rPr lang="en-US" sz="3350" dirty="0">
                <a:ea typeface="+mj-lt"/>
                <a:cs typeface="+mj-lt"/>
              </a:rPr>
              <a:t> </a:t>
            </a:r>
            <a:r>
              <a:rPr lang="en-US" sz="3350" b="1" dirty="0" err="1">
                <a:latin typeface="Consolas"/>
              </a:rPr>
              <a:t>catchError</a:t>
            </a:r>
            <a:r>
              <a:rPr lang="en-US" sz="3350" dirty="0">
                <a:ea typeface="+mj-lt"/>
                <a:cs typeface="+mj-lt"/>
              </a:rPr>
              <a:t> from </a:t>
            </a:r>
            <a:r>
              <a:rPr lang="en-US" sz="3350" dirty="0" err="1">
                <a:ea typeface="+mj-lt"/>
                <a:cs typeface="+mj-lt"/>
              </a:rPr>
              <a:t>RxJS</a:t>
            </a:r>
            <a:r>
              <a:rPr lang="en-US" sz="3350" dirty="0">
                <a:ea typeface="+mj-lt"/>
                <a:cs typeface="+mj-lt"/>
              </a:rPr>
              <a:t> to handle errors.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25CAC64-B545-7175-FC46-021D520C99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1D26D55-0A22-487A-A687-61FB58A6F16A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44DA898-8CF0-93B2-0BA5-1662558A1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750">
                <a:ea typeface="+mj-lt"/>
                <a:cs typeface="+mj-lt"/>
              </a:rPr>
              <a:t>Handling HTTP Errors</a:t>
            </a:r>
            <a:endParaRPr lang="en-US"/>
          </a:p>
        </p:txBody>
      </p:sp>
      <p:pic>
        <p:nvPicPr>
          <p:cNvPr id="5" name="Picture 4" descr="A computer screen with colorful text&#10;&#10;Description automatically generated">
            <a:extLst>
              <a:ext uri="{FF2B5EF4-FFF2-40B4-BE49-F238E27FC236}">
                <a16:creationId xmlns:a16="http://schemas.microsoft.com/office/drawing/2014/main" id="{ADB780C2-14A3-49F7-13F3-3E597ACA19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5954" y="2810435"/>
            <a:ext cx="8138832" cy="4020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3305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F170831-CEA3-ECAB-0754-5542226A47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3350" b="1" dirty="0"/>
              <a:t>Request Headers: </a:t>
            </a:r>
            <a:r>
              <a:rPr lang="en-US" sz="3350" dirty="0">
                <a:ea typeface="+mj-lt"/>
                <a:cs typeface="+mj-lt"/>
              </a:rPr>
              <a:t>add headers to requests.</a:t>
            </a:r>
          </a:p>
          <a:p>
            <a:r>
              <a:rPr lang="en-US" sz="3350" b="1" dirty="0">
                <a:ea typeface="+mj-lt"/>
                <a:cs typeface="+mj-lt"/>
              </a:rPr>
              <a:t>Query Parameters:</a:t>
            </a:r>
            <a:r>
              <a:rPr lang="en-US" sz="3350" dirty="0">
                <a:ea typeface="+mj-lt"/>
                <a:cs typeface="+mj-lt"/>
              </a:rPr>
              <a:t> add parameters to requests.</a:t>
            </a:r>
            <a:endParaRPr lang="en-US" sz="3350" dirty="0">
              <a:cs typeface="Arial"/>
            </a:endParaRPr>
          </a:p>
          <a:p>
            <a:r>
              <a:rPr lang="en-US" sz="3350" b="1" dirty="0">
                <a:ea typeface="+mj-lt"/>
                <a:cs typeface="+mj-lt"/>
              </a:rPr>
              <a:t>Interceptors:</a:t>
            </a:r>
            <a:r>
              <a:rPr lang="en-US" sz="3350" dirty="0">
                <a:ea typeface="+mj-lt"/>
                <a:cs typeface="+mj-lt"/>
              </a:rPr>
              <a:t> </a:t>
            </a:r>
          </a:p>
          <a:p>
            <a:pPr lvl="1">
              <a:spcBef>
                <a:spcPts val="1200"/>
              </a:spcBef>
              <a:buFont typeface="Arial" panose="020B0604020202020204" pitchFamily="34" charset="0"/>
              <a:buChar char="o"/>
            </a:pPr>
            <a:r>
              <a:rPr lang="en-US" sz="2850" dirty="0">
                <a:ea typeface="+mj-lt"/>
                <a:cs typeface="+mj-lt"/>
              </a:rPr>
              <a:t>Middleware for HTTP requests and responses.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850" dirty="0">
                <a:ea typeface="+mj-lt"/>
                <a:cs typeface="+mj-lt"/>
              </a:rPr>
              <a:t>Modify HTTP requests globally, e.g., for adding authentication tokens.</a:t>
            </a:r>
            <a:endParaRPr lang="en-US" sz="2850" dirty="0">
              <a:cs typeface="Arial"/>
            </a:endParaRPr>
          </a:p>
          <a:p>
            <a:endParaRPr lang="en-US" sz="3350" dirty="0">
              <a:cs typeface="Arial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EE5177F-92E6-880D-102B-7C8835512F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1D26D55-0A22-487A-A687-61FB58A6F16A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9CC73D2-BD59-CC36-2EE0-5F37CE9B1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Advanced Features</a:t>
            </a:r>
          </a:p>
        </p:txBody>
      </p:sp>
    </p:spTree>
    <p:extLst>
      <p:ext uri="{BB962C8B-B14F-4D97-AF65-F5344CB8AC3E}">
        <p14:creationId xmlns:p14="http://schemas.microsoft.com/office/powerpoint/2010/main" val="14541682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computer screen with text on it&#10;&#10;Description automatically generated">
            <a:extLst>
              <a:ext uri="{FF2B5EF4-FFF2-40B4-BE49-F238E27FC236}">
                <a16:creationId xmlns:a16="http://schemas.microsoft.com/office/drawing/2014/main" id="{495642F5-11BA-744C-61FB-5725A5A5C4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07552" y="877097"/>
            <a:ext cx="10218083" cy="4227419"/>
          </a:xfr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26B1460-8A43-5C87-F657-D23EEFD4E7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1D26D55-0A22-487A-A687-61FB58A6F16A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9C48B65-840B-DC25-57F1-5275C215A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750" dirty="0">
                <a:cs typeface="Arial"/>
              </a:rPr>
              <a:t>Header &amp; Params Examples</a:t>
            </a:r>
          </a:p>
        </p:txBody>
      </p:sp>
      <p:pic>
        <p:nvPicPr>
          <p:cNvPr id="6" name="Picture 5" descr="A computer code on a black background&#10;&#10;Description automatically generated">
            <a:extLst>
              <a:ext uri="{FF2B5EF4-FFF2-40B4-BE49-F238E27FC236}">
                <a16:creationId xmlns:a16="http://schemas.microsoft.com/office/drawing/2014/main" id="{817C4123-56A0-A0AE-93EF-BA500145E8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8934" y="5179080"/>
            <a:ext cx="10612530" cy="2887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1261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A computer screen with text&#10;&#10;Description automatically generated">
            <a:extLst>
              <a:ext uri="{FF2B5EF4-FFF2-40B4-BE49-F238E27FC236}">
                <a16:creationId xmlns:a16="http://schemas.microsoft.com/office/drawing/2014/main" id="{E8D7C9A9-29E3-BCD7-EA5A-413381124C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77727" y="911555"/>
            <a:ext cx="7864288" cy="3822326"/>
          </a:xfr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2150242-D976-4C9D-D8B1-5E28C40A94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1D26D55-0A22-487A-A687-61FB58A6F16A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3D34EC3-8B0E-E872-2A67-8EEA18B35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750" dirty="0">
                <a:solidFill>
                  <a:srgbClr val="FFFFFF"/>
                </a:solidFill>
                <a:cs typeface="Arial"/>
              </a:rPr>
              <a:t>Interceptor Example</a:t>
            </a:r>
            <a:endParaRPr lang="en-US" dirty="0"/>
          </a:p>
        </p:txBody>
      </p:sp>
      <p:pic>
        <p:nvPicPr>
          <p:cNvPr id="7" name="Picture 6" descr="A computer screen with text on it&#10;&#10;Description automatically generated">
            <a:extLst>
              <a:ext uri="{FF2B5EF4-FFF2-40B4-BE49-F238E27FC236}">
                <a16:creationId xmlns:a16="http://schemas.microsoft.com/office/drawing/2014/main" id="{503A1FB7-9D84-AE70-11C4-F0CA9125EE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0488" y="5166753"/>
            <a:ext cx="6829425" cy="2562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5097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82E382C-DA56-3D74-021C-1395651C95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3350" dirty="0">
                <a:ea typeface="+mj-lt"/>
                <a:cs typeface="+mj-lt"/>
              </a:rPr>
              <a:t>Use </a:t>
            </a:r>
            <a:r>
              <a:rPr lang="en-US" sz="3350" dirty="0" err="1">
                <a:ea typeface="+mj-lt"/>
                <a:cs typeface="+mj-lt"/>
              </a:rPr>
              <a:t>Angular's</a:t>
            </a:r>
            <a:r>
              <a:rPr lang="en-US" sz="3350" dirty="0">
                <a:ea typeface="+mj-lt"/>
                <a:cs typeface="+mj-lt"/>
              </a:rPr>
              <a:t> </a:t>
            </a:r>
            <a:r>
              <a:rPr lang="en-US" sz="3350" b="1" dirty="0" err="1">
                <a:ea typeface="+mj-lt"/>
                <a:cs typeface="+mj-lt"/>
              </a:rPr>
              <a:t>HttpClient</a:t>
            </a:r>
            <a:r>
              <a:rPr lang="en-US" sz="3350" dirty="0">
                <a:ea typeface="+mj-lt"/>
                <a:cs typeface="+mj-lt"/>
              </a:rPr>
              <a:t> to make HTTP requests.</a:t>
            </a:r>
            <a:endParaRPr lang="en-US" dirty="0">
              <a:cs typeface="Arial" panose="020B0604020202020204"/>
            </a:endParaRPr>
          </a:p>
          <a:p>
            <a:r>
              <a:rPr lang="en-US" sz="3350" dirty="0">
                <a:ea typeface="+mj-lt"/>
                <a:cs typeface="+mj-lt"/>
              </a:rPr>
              <a:t>Use </a:t>
            </a:r>
            <a:r>
              <a:rPr lang="en-US" sz="3350" b="1" dirty="0" err="1">
                <a:ea typeface="+mj-lt"/>
                <a:cs typeface="+mj-lt"/>
              </a:rPr>
              <a:t>RxJS</a:t>
            </a:r>
            <a:r>
              <a:rPr lang="en-US" sz="3350" b="1" dirty="0">
                <a:ea typeface="+mj-lt"/>
                <a:cs typeface="+mj-lt"/>
              </a:rPr>
              <a:t> operators</a:t>
            </a:r>
            <a:r>
              <a:rPr lang="en-US" sz="3350" dirty="0">
                <a:ea typeface="+mj-lt"/>
                <a:cs typeface="+mj-lt"/>
              </a:rPr>
              <a:t> like </a:t>
            </a:r>
            <a:r>
              <a:rPr lang="en-US" sz="3350" dirty="0">
                <a:latin typeface="Consolas"/>
              </a:rPr>
              <a:t>map</a:t>
            </a:r>
            <a:r>
              <a:rPr lang="en-US" sz="3350" dirty="0">
                <a:ea typeface="+mj-lt"/>
                <a:cs typeface="+mj-lt"/>
              </a:rPr>
              <a:t>, </a:t>
            </a:r>
            <a:r>
              <a:rPr lang="en-US" sz="3350" dirty="0" err="1">
                <a:latin typeface="Consolas"/>
              </a:rPr>
              <a:t>switchMap</a:t>
            </a:r>
            <a:r>
              <a:rPr lang="en-US" sz="3350" dirty="0">
                <a:ea typeface="+mj-lt"/>
                <a:cs typeface="+mj-lt"/>
              </a:rPr>
              <a:t>, </a:t>
            </a:r>
            <a:r>
              <a:rPr lang="en-US" sz="3350" dirty="0" err="1">
                <a:latin typeface="Consolas"/>
              </a:rPr>
              <a:t>catchError</a:t>
            </a:r>
            <a:r>
              <a:rPr lang="en-US" sz="3350" dirty="0">
                <a:ea typeface="+mj-lt"/>
                <a:cs typeface="+mj-lt"/>
              </a:rPr>
              <a:t>, and </a:t>
            </a:r>
            <a:r>
              <a:rPr lang="en-US" sz="3350" dirty="0" err="1">
                <a:latin typeface="Consolas"/>
              </a:rPr>
              <a:t>debounceTime</a:t>
            </a:r>
            <a:r>
              <a:rPr lang="en-US" sz="3350" dirty="0">
                <a:ea typeface="+mj-lt"/>
                <a:cs typeface="+mj-lt"/>
              </a:rPr>
              <a:t> to manipulate and handle HTTP responses.</a:t>
            </a:r>
            <a:endParaRPr lang="en-US" dirty="0"/>
          </a:p>
          <a:p>
            <a:r>
              <a:rPr lang="en-US" sz="3350" dirty="0">
                <a:ea typeface="+mj-lt"/>
                <a:cs typeface="+mj-lt"/>
              </a:rPr>
              <a:t>Implement </a:t>
            </a:r>
            <a:r>
              <a:rPr lang="en-US" sz="3350" b="1" dirty="0">
                <a:ea typeface="+mj-lt"/>
                <a:cs typeface="+mj-lt"/>
              </a:rPr>
              <a:t>error handling</a:t>
            </a:r>
            <a:r>
              <a:rPr lang="en-US" sz="3350" dirty="0">
                <a:ea typeface="+mj-lt"/>
                <a:cs typeface="+mj-lt"/>
              </a:rPr>
              <a:t> and </a:t>
            </a:r>
            <a:r>
              <a:rPr lang="en-US" sz="3350" b="1" dirty="0">
                <a:ea typeface="+mj-lt"/>
                <a:cs typeface="+mj-lt"/>
              </a:rPr>
              <a:t>loading indicators</a:t>
            </a:r>
            <a:r>
              <a:rPr lang="en-US" sz="3350" dirty="0">
                <a:ea typeface="+mj-lt"/>
                <a:cs typeface="+mj-lt"/>
              </a:rPr>
              <a:t>.</a:t>
            </a:r>
            <a:endParaRPr lang="en-US" dirty="0"/>
          </a:p>
          <a:p>
            <a:endParaRPr lang="en-US" sz="3350" dirty="0">
              <a:cs typeface="Arial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B0B01B0-9F01-FA05-A01B-6F08A6FF7A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1D26D55-0A22-487A-A687-61FB58A6F16A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0DCBF9E-D293-EA8D-4D2F-1C1CAC05E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750" dirty="0">
                <a:ea typeface="+mj-lt"/>
                <a:cs typeface="+mj-lt"/>
              </a:rPr>
              <a:t>Practice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69121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E521CC8-6AFB-40F2-BA4D-E59E797F1A0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D53F442-82F2-4F8B-AAE4-41782D9CF6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1D26D55-0A22-487A-A687-61FB58A6F16A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1510086"/>
      </p:ext>
    </p:extLst>
  </p:cSld>
  <p:clrMapOvr>
    <a:masterClrMapping/>
  </p:clrMapOvr>
</p:sld>
</file>

<file path=ppt/theme/theme1.xml><?xml version="1.0" encoding="utf-8"?>
<a:theme xmlns:a="http://schemas.openxmlformats.org/drawingml/2006/main" name="Opening slid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FO3010-chapter1" id="{AB987AF6-F5B5-40B1-B7B2-011B4456F90D}" vid="{A1FCA969-387E-4DB4-9551-88DE0367AE2C}"/>
    </a:ext>
  </a:extLst>
</a:theme>
</file>

<file path=ppt/theme/theme2.xml><?xml version="1.0" encoding="utf-8"?>
<a:theme xmlns:a="http://schemas.openxmlformats.org/drawingml/2006/main" name="Body slide">
  <a:themeElements>
    <a:clrScheme name="pptx template 1">
      <a:dk1>
        <a:srgbClr val="0070C0"/>
      </a:dk1>
      <a:lt1>
        <a:sysClr val="window" lastClr="FFFFFF"/>
      </a:lt1>
      <a:dk2>
        <a:srgbClr val="0070C0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-Times New Roman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FO3010-chapter1" id="{AB987AF6-F5B5-40B1-B7B2-011B4456F90D}" vid="{40093B85-BF9A-493F-85B6-14614628567D}"/>
    </a:ext>
  </a:extLst>
</a:theme>
</file>

<file path=ppt/theme/theme3.xml><?xml version="1.0" encoding="utf-8"?>
<a:theme xmlns:a="http://schemas.openxmlformats.org/drawingml/2006/main" name="Ending slid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FO3010-chapter1" id="{AB987AF6-F5B5-40B1-B7B2-011B4456F90D}" vid="{271355E2-C430-4D72-871F-A29EDD8FE0B4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e9c558a-331c-4b2a-9422-cc1872e64aa6">
      <Terms xmlns="http://schemas.microsoft.com/office/infopath/2007/PartnerControls"/>
    </lcf76f155ced4ddcb4097134ff3c332f>
    <TaxCatchAll xmlns="0daeb402-9d2e-4002-a65f-37a660ceb8fd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307973FBAC0FD44AFF67A0CF8CAB7ED" ma:contentTypeVersion="15" ma:contentTypeDescription="Create a new document." ma:contentTypeScope="" ma:versionID="74905d119c205581eaedd23186ce405f">
  <xsd:schema xmlns:xsd="http://www.w3.org/2001/XMLSchema" xmlns:xs="http://www.w3.org/2001/XMLSchema" xmlns:p="http://schemas.microsoft.com/office/2006/metadata/properties" xmlns:ns2="6e9c558a-331c-4b2a-9422-cc1872e64aa6" xmlns:ns3="0daeb402-9d2e-4002-a65f-37a660ceb8fd" targetNamespace="http://schemas.microsoft.com/office/2006/metadata/properties" ma:root="true" ma:fieldsID="708587739f1abd74a42e448662f10547" ns2:_="" ns3:_="">
    <xsd:import namespace="6e9c558a-331c-4b2a-9422-cc1872e64aa6"/>
    <xsd:import namespace="0daeb402-9d2e-4002-a65f-37a660ceb8f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e9c558a-331c-4b2a-9422-cc1872e64aa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8aa48d64-e0f2-481a-8596-878e2f0ebd5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daeb402-9d2e-4002-a65f-37a660ceb8fd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dc41332e-9ceb-47bb-9b4b-dcfc7eb8757e}" ma:internalName="TaxCatchAll" ma:showField="CatchAllData" ma:web="0daeb402-9d2e-4002-a65f-37a660ceb8f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FC54722-7139-47BA-8DF8-582C40BAE5EF}">
  <ds:schemaRefs>
    <ds:schemaRef ds:uri="http://schemas.microsoft.com/office/2006/metadata/properties"/>
    <ds:schemaRef ds:uri="http://schemas.microsoft.com/office/infopath/2007/PartnerControls"/>
    <ds:schemaRef ds:uri="6e9c558a-331c-4b2a-9422-cc1872e64aa6"/>
    <ds:schemaRef ds:uri="0daeb402-9d2e-4002-a65f-37a660ceb8fd"/>
  </ds:schemaRefs>
</ds:datastoreItem>
</file>

<file path=customXml/itemProps2.xml><?xml version="1.0" encoding="utf-8"?>
<ds:datastoreItem xmlns:ds="http://schemas.openxmlformats.org/officeDocument/2006/customXml" ds:itemID="{54D4B13A-1A62-48AA-8FF5-60D575F487B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9578994-E528-44A1-9060-CA86B1B6E6A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e9c558a-331c-4b2a-9422-cc1872e64aa6"/>
    <ds:schemaRef ds:uri="0daeb402-9d2e-4002-a65f-37a660ceb8f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cmc-uni-slide-template</Template>
  <TotalTime>21546</TotalTime>
  <Words>1285</Words>
  <Application>Microsoft Office PowerPoint</Application>
  <PresentationFormat>Custom</PresentationFormat>
  <Paragraphs>165</Paragraphs>
  <Slides>20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Consolas</vt:lpstr>
      <vt:lpstr>Courier New</vt:lpstr>
      <vt:lpstr>Arial</vt:lpstr>
      <vt:lpstr>Times New Roman</vt:lpstr>
      <vt:lpstr>Opening slide</vt:lpstr>
      <vt:lpstr>Body slide</vt:lpstr>
      <vt:lpstr>Ending slide</vt:lpstr>
      <vt:lpstr>PowerPoint Presentation</vt:lpstr>
      <vt:lpstr>RxJS</vt:lpstr>
      <vt:lpstr>Everything is a stream</vt:lpstr>
      <vt:lpstr>Advantages of Thinking in Streams</vt:lpstr>
      <vt:lpstr>RxJS Observables</vt:lpstr>
      <vt:lpstr>RxJS Operators</vt:lpstr>
      <vt:lpstr>RxJS Subjects</vt:lpstr>
      <vt:lpstr>RxJS Schedulers</vt:lpstr>
      <vt:lpstr>Why API Communication is Essential</vt:lpstr>
      <vt:lpstr>Angular HTTP Client</vt:lpstr>
      <vt:lpstr>Adding HTTP Client to the Project</vt:lpstr>
      <vt:lpstr>GET Request</vt:lpstr>
      <vt:lpstr>POST Request</vt:lpstr>
      <vt:lpstr>PUT and DELETE Requests</vt:lpstr>
      <vt:lpstr>Handling HTTP Errors</vt:lpstr>
      <vt:lpstr>Advanced Features</vt:lpstr>
      <vt:lpstr>Header &amp; Params Examples</vt:lpstr>
      <vt:lpstr>Interceptor Example</vt:lpstr>
      <vt:lpstr>Practice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Hung. Nguyen Viet - CMCU</cp:lastModifiedBy>
  <cp:revision>1026</cp:revision>
  <dcterms:created xsi:type="dcterms:W3CDTF">2024-12-09T10:47:32Z</dcterms:created>
  <dcterms:modified xsi:type="dcterms:W3CDTF">2025-03-10T01:42:48Z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0x010100B307973FBAC0FD44AFF67A0CF8CAB7ED</vt:lpwstr>
  </property>
</Properties>
</file>